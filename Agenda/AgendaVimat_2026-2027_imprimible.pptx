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e118ebc902496e" /><Relationship Type="http://schemas.openxmlformats.org/officeDocument/2006/relationships/extended-properties" Target="/docProps/app.xml" Id="R58286ffd39704e5c" /><Relationship Type="http://schemas.openxmlformats.org/officeDocument/2006/relationships/officeDocument" Target="/ppt/presentation.xml" Id="R652bf41ad62b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0b4e8f9c24ff3"/>
  </p:sldMasterIdLst>
  <p:notesMasterIdLst>
    <p:notesMasterId xmlns:r="http://schemas.openxmlformats.org/officeDocument/2006/relationships" r:id="Rec48d13419e74fff"/>
  </p:notesMasterIdLst>
  <p:sldIdLst>
    <p:sldId xmlns:r="http://schemas.openxmlformats.org/officeDocument/2006/relationships" id="256" r:id="R22ffc79bccf348ce"/>
    <p:sldId xmlns:r="http://schemas.openxmlformats.org/officeDocument/2006/relationships" id="257" r:id="Rd529b38020ae45d3"/>
    <p:sldId xmlns:r="http://schemas.openxmlformats.org/officeDocument/2006/relationships" id="258" r:id="R355943d9017d439e"/>
    <p:sldId xmlns:r="http://schemas.openxmlformats.org/officeDocument/2006/relationships" id="259" r:id="R006edee086c8451d"/>
    <p:sldId xmlns:r="http://schemas.openxmlformats.org/officeDocument/2006/relationships" id="260" r:id="R038db09bdab04cdc"/>
    <p:sldId xmlns:r="http://schemas.openxmlformats.org/officeDocument/2006/relationships" id="261" r:id="Rbbd2d4ad783b4f8f"/>
    <p:sldId xmlns:r="http://schemas.openxmlformats.org/officeDocument/2006/relationships" id="262" r:id="Rca4b741a7b9b4f7b"/>
    <p:sldId xmlns:r="http://schemas.openxmlformats.org/officeDocument/2006/relationships" id="263" r:id="R1015e3e796d74bd2"/>
    <p:sldId xmlns:r="http://schemas.openxmlformats.org/officeDocument/2006/relationships" id="264" r:id="R7dd1d67f005b43eb"/>
    <p:sldId xmlns:r="http://schemas.openxmlformats.org/officeDocument/2006/relationships" id="265" r:id="Refc8a095e7ca413c"/>
    <p:sldId xmlns:r="http://schemas.openxmlformats.org/officeDocument/2006/relationships" id="266" r:id="Rb4202e63c03b443e"/>
    <p:sldId xmlns:r="http://schemas.openxmlformats.org/officeDocument/2006/relationships" id="267" r:id="R49323da6c8444957"/>
    <p:sldId xmlns:r="http://schemas.openxmlformats.org/officeDocument/2006/relationships" id="268" r:id="R711bdb549766407b"/>
    <p:sldId xmlns:r="http://schemas.openxmlformats.org/officeDocument/2006/relationships" id="269" r:id="R5e2048e7ca174513"/>
    <p:sldId xmlns:r="http://schemas.openxmlformats.org/officeDocument/2006/relationships" id="270" r:id="R442264fc81c740fb"/>
    <p:sldId xmlns:r="http://schemas.openxmlformats.org/officeDocument/2006/relationships" id="271" r:id="R5f18c669102a4dd3"/>
    <p:sldId xmlns:r="http://schemas.openxmlformats.org/officeDocument/2006/relationships" id="272" r:id="R916b846b33e944c6"/>
    <p:sldId xmlns:r="http://schemas.openxmlformats.org/officeDocument/2006/relationships" id="273" r:id="R722335e3038f4278"/>
    <p:sldId xmlns:r="http://schemas.openxmlformats.org/officeDocument/2006/relationships" id="274" r:id="Rbafb6eede8d6442e"/>
    <p:sldId xmlns:r="http://schemas.openxmlformats.org/officeDocument/2006/relationships" id="275" r:id="Reaf68e5476ac4dc7"/>
    <p:sldId xmlns:r="http://schemas.openxmlformats.org/officeDocument/2006/relationships" id="276" r:id="Rf254b28f429e4816"/>
    <p:sldId xmlns:r="http://schemas.openxmlformats.org/officeDocument/2006/relationships" id="277" r:id="Rc97e6680f45f46a3"/>
    <p:sldId xmlns:r="http://schemas.openxmlformats.org/officeDocument/2006/relationships" id="278" r:id="R68c55697cb8c4aa6"/>
    <p:sldId xmlns:r="http://schemas.openxmlformats.org/officeDocument/2006/relationships" id="279" r:id="Rd49cf187b31240fb"/>
    <p:sldId xmlns:r="http://schemas.openxmlformats.org/officeDocument/2006/relationships" id="280" r:id="R7fdaf656caa04a47"/>
    <p:sldId xmlns:r="http://schemas.openxmlformats.org/officeDocument/2006/relationships" id="281" r:id="Rf657b21ea7a744d5"/>
    <p:sldId xmlns:r="http://schemas.openxmlformats.org/officeDocument/2006/relationships" id="282" r:id="Ra271d548dfe44cdb"/>
    <p:sldId xmlns:r="http://schemas.openxmlformats.org/officeDocument/2006/relationships" id="283" r:id="Rdbef2b2e8c8446c4"/>
    <p:sldId xmlns:r="http://schemas.openxmlformats.org/officeDocument/2006/relationships" id="284" r:id="Rc6fc8fac4bca48b5"/>
    <p:sldId xmlns:r="http://schemas.openxmlformats.org/officeDocument/2006/relationships" id="285" r:id="R0c8d7eb76e874221"/>
    <p:sldId xmlns:r="http://schemas.openxmlformats.org/officeDocument/2006/relationships" id="286" r:id="R4dbe247bce074acd"/>
    <p:sldId xmlns:r="http://schemas.openxmlformats.org/officeDocument/2006/relationships" id="287" r:id="R7e1833d7f4164442"/>
    <p:sldId xmlns:r="http://schemas.openxmlformats.org/officeDocument/2006/relationships" id="288" r:id="Rc3f18196c72e45bb"/>
    <p:sldId xmlns:r="http://schemas.openxmlformats.org/officeDocument/2006/relationships" id="289" r:id="R229eba45c7674243"/>
    <p:sldId xmlns:r="http://schemas.openxmlformats.org/officeDocument/2006/relationships" id="290" r:id="Rf0d1a3a7c9874753"/>
    <p:sldId xmlns:r="http://schemas.openxmlformats.org/officeDocument/2006/relationships" id="291" r:id="Rd6fd379f8a674ab3"/>
    <p:sldId xmlns:r="http://schemas.openxmlformats.org/officeDocument/2006/relationships" id="292" r:id="R52cb6db18bae4a9e"/>
    <p:sldId xmlns:r="http://schemas.openxmlformats.org/officeDocument/2006/relationships" id="293" r:id="Rd765d05d9d7c4c08"/>
    <p:sldId xmlns:r="http://schemas.openxmlformats.org/officeDocument/2006/relationships" id="294" r:id="Rce0749fe3032428a"/>
    <p:sldId xmlns:r="http://schemas.openxmlformats.org/officeDocument/2006/relationships" id="295" r:id="R7dc17351b40c4f15"/>
    <p:sldId xmlns:r="http://schemas.openxmlformats.org/officeDocument/2006/relationships" id="296" r:id="R07cf61832ee54805"/>
    <p:sldId xmlns:r="http://schemas.openxmlformats.org/officeDocument/2006/relationships" id="297" r:id="Rd78339792ead43a3"/>
    <p:sldId xmlns:r="http://schemas.openxmlformats.org/officeDocument/2006/relationships" id="298" r:id="Rab59461a7a0a4eaa"/>
    <p:sldId xmlns:r="http://schemas.openxmlformats.org/officeDocument/2006/relationships" id="299" r:id="Rdf760fa14145422f"/>
    <p:sldId xmlns:r="http://schemas.openxmlformats.org/officeDocument/2006/relationships" id="300" r:id="Re22807c3a5d843e2"/>
    <p:sldId xmlns:r="http://schemas.openxmlformats.org/officeDocument/2006/relationships" id="301" r:id="Rf9f70cf3aeea4ba5"/>
    <p:sldId xmlns:r="http://schemas.openxmlformats.org/officeDocument/2006/relationships" id="302" r:id="Re7a01269aff04169"/>
    <p:sldId xmlns:r="http://schemas.openxmlformats.org/officeDocument/2006/relationships" id="303" r:id="R03a3325c4311481c"/>
    <p:sldId xmlns:r="http://schemas.openxmlformats.org/officeDocument/2006/relationships" id="304" r:id="R9bf9aed8e0024853"/>
    <p:sldId xmlns:r="http://schemas.openxmlformats.org/officeDocument/2006/relationships" id="305" r:id="Rd58802c4c2bd4eae"/>
    <p:sldId xmlns:r="http://schemas.openxmlformats.org/officeDocument/2006/relationships" id="306" r:id="R7f837ca076c740d8"/>
    <p:sldId xmlns:r="http://schemas.openxmlformats.org/officeDocument/2006/relationships" id="307" r:id="Rb18669dfc6054ce6"/>
    <p:sldId xmlns:r="http://schemas.openxmlformats.org/officeDocument/2006/relationships" id="308" r:id="Ra3560417450f4b7b"/>
    <p:sldId xmlns:r="http://schemas.openxmlformats.org/officeDocument/2006/relationships" id="309" r:id="R60f197f572294dda"/>
    <p:sldId xmlns:r="http://schemas.openxmlformats.org/officeDocument/2006/relationships" id="310" r:id="Rcb24aada36c14def"/>
    <p:sldId xmlns:r="http://schemas.openxmlformats.org/officeDocument/2006/relationships" id="311" r:id="Rab144f414d19488c"/>
    <p:sldId xmlns:r="http://schemas.openxmlformats.org/officeDocument/2006/relationships" id="312" r:id="Ra3b4648cecab47d2"/>
    <p:sldId xmlns:r="http://schemas.openxmlformats.org/officeDocument/2006/relationships" id="313" r:id="Rfd94877da3e84378"/>
    <p:sldId xmlns:r="http://schemas.openxmlformats.org/officeDocument/2006/relationships" id="314" r:id="R53e6830c95da4e62"/>
    <p:sldId xmlns:r="http://schemas.openxmlformats.org/officeDocument/2006/relationships" id="315" r:id="R575821534fbf44e2"/>
    <p:sldId xmlns:r="http://schemas.openxmlformats.org/officeDocument/2006/relationships" id="316" r:id="R68df524e91034859"/>
    <p:sldId xmlns:r="http://schemas.openxmlformats.org/officeDocument/2006/relationships" id="317" r:id="R06c98c6b690d478f"/>
    <p:sldId xmlns:r="http://schemas.openxmlformats.org/officeDocument/2006/relationships" id="318" r:id="Ra07fce707c584106"/>
    <p:sldId xmlns:r="http://schemas.openxmlformats.org/officeDocument/2006/relationships" id="319" r:id="R084ce89279e04fb0"/>
    <p:sldId xmlns:r="http://schemas.openxmlformats.org/officeDocument/2006/relationships" id="320" r:id="Ra71804e3e56f4815"/>
    <p:sldId xmlns:r="http://schemas.openxmlformats.org/officeDocument/2006/relationships" id="321" r:id="R2e6210f42af047c1"/>
    <p:sldId xmlns:r="http://schemas.openxmlformats.org/officeDocument/2006/relationships" id="322" r:id="Rd7d7f807ad684540"/>
    <p:sldId xmlns:r="http://schemas.openxmlformats.org/officeDocument/2006/relationships" id="323" r:id="R713fb7a2d93d4c83"/>
    <p:sldId xmlns:r="http://schemas.openxmlformats.org/officeDocument/2006/relationships" id="324" r:id="R5ac471b96a374b1b"/>
    <p:sldId xmlns:r="http://schemas.openxmlformats.org/officeDocument/2006/relationships" id="325" r:id="R655216dc6e4946d4"/>
    <p:sldId xmlns:r="http://schemas.openxmlformats.org/officeDocument/2006/relationships" id="326" r:id="R166ba1a4b6b14b2c"/>
    <p:sldId xmlns:r="http://schemas.openxmlformats.org/officeDocument/2006/relationships" id="327" r:id="R57e70a499c8948dc"/>
    <p:sldId xmlns:r="http://schemas.openxmlformats.org/officeDocument/2006/relationships" id="328" r:id="R6e8172874ab743c1"/>
    <p:sldId xmlns:r="http://schemas.openxmlformats.org/officeDocument/2006/relationships" id="329" r:id="Ra1052c28823841c8"/>
    <p:sldId xmlns:r="http://schemas.openxmlformats.org/officeDocument/2006/relationships" id="330" r:id="Rd934ea2f6260444b"/>
    <p:sldId xmlns:r="http://schemas.openxmlformats.org/officeDocument/2006/relationships" id="331" r:id="R2ebaad956a37421d"/>
    <p:sldId xmlns:r="http://schemas.openxmlformats.org/officeDocument/2006/relationships" id="332" r:id="R28f526f5ab9b4a82"/>
    <p:sldId xmlns:r="http://schemas.openxmlformats.org/officeDocument/2006/relationships" id="333" r:id="R42b47fda00194495"/>
    <p:sldId xmlns:r="http://schemas.openxmlformats.org/officeDocument/2006/relationships" id="334" r:id="Re5342e58369e46aa"/>
    <p:sldId xmlns:r="http://schemas.openxmlformats.org/officeDocument/2006/relationships" id="335" r:id="Rcd56c4c5331b4e3c"/>
    <p:sldId xmlns:r="http://schemas.openxmlformats.org/officeDocument/2006/relationships" id="336" r:id="Re6ac5978b70c470c"/>
    <p:sldId xmlns:r="http://schemas.openxmlformats.org/officeDocument/2006/relationships" id="337" r:id="R36de3486d12a4d08"/>
    <p:sldId xmlns:r="http://schemas.openxmlformats.org/officeDocument/2006/relationships" id="338" r:id="R5881f8f9cabf48f9"/>
    <p:sldId xmlns:r="http://schemas.openxmlformats.org/officeDocument/2006/relationships" id="339" r:id="R6b13f70d8e104846"/>
    <p:sldId xmlns:r="http://schemas.openxmlformats.org/officeDocument/2006/relationships" id="340" r:id="R0d2f38725be54343"/>
    <p:sldId xmlns:r="http://schemas.openxmlformats.org/officeDocument/2006/relationships" id="341" r:id="R758c93bc535b4a18"/>
    <p:sldId xmlns:r="http://schemas.openxmlformats.org/officeDocument/2006/relationships" id="342" r:id="Rb919ec9601334979"/>
    <p:sldId xmlns:r="http://schemas.openxmlformats.org/officeDocument/2006/relationships" id="343" r:id="R0050d01d840647c7"/>
    <p:sldId xmlns:r="http://schemas.openxmlformats.org/officeDocument/2006/relationships" id="344" r:id="R4ea133c5e6494d7a"/>
    <p:sldId xmlns:r="http://schemas.openxmlformats.org/officeDocument/2006/relationships" id="345" r:id="Rf28651cd930244b0"/>
    <p:sldId xmlns:r="http://schemas.openxmlformats.org/officeDocument/2006/relationships" id="346" r:id="R944c583a12804ff4"/>
    <p:sldId xmlns:r="http://schemas.openxmlformats.org/officeDocument/2006/relationships" id="347" r:id="Re61d8a6bcd424040"/>
    <p:sldId xmlns:r="http://schemas.openxmlformats.org/officeDocument/2006/relationships" id="348" r:id="R3ee7dbfd55204913"/>
    <p:sldId xmlns:r="http://schemas.openxmlformats.org/officeDocument/2006/relationships" id="349" r:id="R3935b1c8587d4361"/>
    <p:sldId xmlns:r="http://schemas.openxmlformats.org/officeDocument/2006/relationships" id="350" r:id="R2faa548d95514112"/>
    <p:sldId xmlns:r="http://schemas.openxmlformats.org/officeDocument/2006/relationships" id="351" r:id="Rc4ec6ef63640426d"/>
    <p:sldId xmlns:r="http://schemas.openxmlformats.org/officeDocument/2006/relationships" id="352" r:id="R8fc35ebb2f324956"/>
    <p:sldId xmlns:r="http://schemas.openxmlformats.org/officeDocument/2006/relationships" id="353" r:id="Ra9e08b69931a4df2"/>
    <p:sldId xmlns:r="http://schemas.openxmlformats.org/officeDocument/2006/relationships" id="354" r:id="R88723e06f8bd4bb4"/>
    <p:sldId xmlns:r="http://schemas.openxmlformats.org/officeDocument/2006/relationships" id="355" r:id="R8c27c5cb89174b0e"/>
    <p:sldId xmlns:r="http://schemas.openxmlformats.org/officeDocument/2006/relationships" id="356" r:id="Ra4d4b7fca05e48b7"/>
    <p:sldId xmlns:r="http://schemas.openxmlformats.org/officeDocument/2006/relationships" id="357" r:id="R5ff6059c5a544c99"/>
    <p:sldId xmlns:r="http://schemas.openxmlformats.org/officeDocument/2006/relationships" id="358" r:id="Re7a794708f1448fa"/>
    <p:sldId xmlns:r="http://schemas.openxmlformats.org/officeDocument/2006/relationships" id="359" r:id="Rb7b826802f744314"/>
    <p:sldId xmlns:r="http://schemas.openxmlformats.org/officeDocument/2006/relationships" id="360" r:id="R0f342a3ea33e4bfe"/>
    <p:sldId xmlns:r="http://schemas.openxmlformats.org/officeDocument/2006/relationships" id="361" r:id="Ra42e03307b724f25"/>
    <p:sldId xmlns:r="http://schemas.openxmlformats.org/officeDocument/2006/relationships" id="362" r:id="R71cd12f5d01b4831"/>
    <p:sldId xmlns:r="http://schemas.openxmlformats.org/officeDocument/2006/relationships" id="363" r:id="R56124fd9e3b64d7c"/>
    <p:sldId xmlns:r="http://schemas.openxmlformats.org/officeDocument/2006/relationships" id="364" r:id="R32da44af492748c3"/>
    <p:sldId xmlns:r="http://schemas.openxmlformats.org/officeDocument/2006/relationships" id="365" r:id="Rc956b3d14ded429e"/>
    <p:sldId xmlns:r="http://schemas.openxmlformats.org/officeDocument/2006/relationships" id="366" r:id="R096f70e5045f47e6"/>
    <p:sldId xmlns:r="http://schemas.openxmlformats.org/officeDocument/2006/relationships" id="367" r:id="Rdc49f2cc22cb404c"/>
    <p:sldId xmlns:r="http://schemas.openxmlformats.org/officeDocument/2006/relationships" id="368" r:id="R44ea3d5caa8c4b1c"/>
    <p:sldId xmlns:r="http://schemas.openxmlformats.org/officeDocument/2006/relationships" id="369" r:id="R894784294516454d"/>
    <p:sldId xmlns:r="http://schemas.openxmlformats.org/officeDocument/2006/relationships" id="370" r:id="Rf0186c2d26704658"/>
    <p:sldId xmlns:r="http://schemas.openxmlformats.org/officeDocument/2006/relationships" id="371" r:id="Rf59eb1e8687b4dd6"/>
    <p:sldId xmlns:r="http://schemas.openxmlformats.org/officeDocument/2006/relationships" id="372" r:id="R7d3d1921abb341a0"/>
    <p:sldId xmlns:r="http://schemas.openxmlformats.org/officeDocument/2006/relationships" id="373" r:id="R500cd3a6f91146a5"/>
    <p:sldId xmlns:r="http://schemas.openxmlformats.org/officeDocument/2006/relationships" id="374" r:id="R6209297dfe8a4b0e"/>
    <p:sldId xmlns:r="http://schemas.openxmlformats.org/officeDocument/2006/relationships" id="375" r:id="Raba86610b2d84942"/>
    <p:sldId xmlns:r="http://schemas.openxmlformats.org/officeDocument/2006/relationships" id="376" r:id="R41fc8c046c4d4935"/>
    <p:sldId xmlns:r="http://schemas.openxmlformats.org/officeDocument/2006/relationships" id="377" r:id="R736c242086f84dd4"/>
    <p:sldId xmlns:r="http://schemas.openxmlformats.org/officeDocument/2006/relationships" id="378" r:id="R69b9e7ec36cd49c2"/>
    <p:sldId xmlns:r="http://schemas.openxmlformats.org/officeDocument/2006/relationships" id="379" r:id="R8f9735f2c9a44827"/>
    <p:sldId xmlns:r="http://schemas.openxmlformats.org/officeDocument/2006/relationships" id="380" r:id="R6224537e1d7340bb"/>
    <p:sldId xmlns:r="http://schemas.openxmlformats.org/officeDocument/2006/relationships" id="381" r:id="R8170383d729c4dab"/>
    <p:sldId xmlns:r="http://schemas.openxmlformats.org/officeDocument/2006/relationships" id="382" r:id="Ra8d5bc9b28e64781"/>
    <p:sldId xmlns:r="http://schemas.openxmlformats.org/officeDocument/2006/relationships" id="383" r:id="Rf5d8e47b33e4405c"/>
    <p:sldId xmlns:r="http://schemas.openxmlformats.org/officeDocument/2006/relationships" id="384" r:id="Red4c861cd51a4706"/>
    <p:sldId xmlns:r="http://schemas.openxmlformats.org/officeDocument/2006/relationships" id="385" r:id="Rcfd65c8740c241e2"/>
    <p:sldId xmlns:r="http://schemas.openxmlformats.org/officeDocument/2006/relationships" id="386" r:id="R8b3915cf2fc54b5e"/>
    <p:sldId xmlns:r="http://schemas.openxmlformats.org/officeDocument/2006/relationships" id="387" r:id="Rca5c58be07534a56"/>
    <p:sldId xmlns:r="http://schemas.openxmlformats.org/officeDocument/2006/relationships" id="388" r:id="R983769b85d804d13"/>
    <p:sldId xmlns:r="http://schemas.openxmlformats.org/officeDocument/2006/relationships" id="389" r:id="R1294135f099e4a9f"/>
    <p:sldId xmlns:r="http://schemas.openxmlformats.org/officeDocument/2006/relationships" id="390" r:id="Raac785e21ada4dd8"/>
    <p:sldId xmlns:r="http://schemas.openxmlformats.org/officeDocument/2006/relationships" id="391" r:id="Rc6624f10d71a4cb4"/>
    <p:sldId xmlns:r="http://schemas.openxmlformats.org/officeDocument/2006/relationships" id="392" r:id="Ra0cb8517a4694650"/>
    <p:sldId xmlns:r="http://schemas.openxmlformats.org/officeDocument/2006/relationships" id="393" r:id="R75a69256a426490f"/>
    <p:sldId xmlns:r="http://schemas.openxmlformats.org/officeDocument/2006/relationships" id="394" r:id="Rfd9fac5e6dea4f24"/>
    <p:sldId xmlns:r="http://schemas.openxmlformats.org/officeDocument/2006/relationships" id="395" r:id="R3932a19bcc834322"/>
    <p:sldId xmlns:r="http://schemas.openxmlformats.org/officeDocument/2006/relationships" id="396" r:id="R0704fbf3508141b0"/>
    <p:sldId xmlns:r="http://schemas.openxmlformats.org/officeDocument/2006/relationships" id="397" r:id="R7235733c97634762"/>
    <p:sldId xmlns:r="http://schemas.openxmlformats.org/officeDocument/2006/relationships" id="398" r:id="R68733a82017e4823"/>
    <p:sldId xmlns:r="http://schemas.openxmlformats.org/officeDocument/2006/relationships" id="399" r:id="Rb4fb46ca36d44aca"/>
    <p:sldId xmlns:r="http://schemas.openxmlformats.org/officeDocument/2006/relationships" id="400" r:id="R9364caab798d4349"/>
    <p:sldId xmlns:r="http://schemas.openxmlformats.org/officeDocument/2006/relationships" id="401" r:id="R9002272ee9824779"/>
    <p:sldId xmlns:r="http://schemas.openxmlformats.org/officeDocument/2006/relationships" id="402" r:id="Re9a1e2cf212443cf"/>
    <p:sldId xmlns:r="http://schemas.openxmlformats.org/officeDocument/2006/relationships" id="403" r:id="Rf2335ad0dd054ea4"/>
    <p:sldId xmlns:r="http://schemas.openxmlformats.org/officeDocument/2006/relationships" id="404" r:id="Rf6e45b4598424234"/>
    <p:sldId xmlns:r="http://schemas.openxmlformats.org/officeDocument/2006/relationships" id="405" r:id="Ra5d307df1de04d23"/>
    <p:sldId xmlns:r="http://schemas.openxmlformats.org/officeDocument/2006/relationships" id="406" r:id="R4f131ed114244488"/>
    <p:sldId xmlns:r="http://schemas.openxmlformats.org/officeDocument/2006/relationships" id="407" r:id="R9aad49c40c5044d9"/>
    <p:sldId xmlns:r="http://schemas.openxmlformats.org/officeDocument/2006/relationships" id="408" r:id="Rf224bf92b73d4abb"/>
    <p:sldId xmlns:r="http://schemas.openxmlformats.org/officeDocument/2006/relationships" id="409" r:id="Ra5aaf7efc97b4f69"/>
    <p:sldId xmlns:r="http://schemas.openxmlformats.org/officeDocument/2006/relationships" id="410" r:id="Ree21b685a608487e"/>
    <p:sldId xmlns:r="http://schemas.openxmlformats.org/officeDocument/2006/relationships" id="411" r:id="R46bf027529b84858"/>
    <p:sldId xmlns:r="http://schemas.openxmlformats.org/officeDocument/2006/relationships" id="412" r:id="R2da6134a861341d1"/>
    <p:sldId xmlns:r="http://schemas.openxmlformats.org/officeDocument/2006/relationships" id="413" r:id="R82618885227b477b"/>
    <p:sldId xmlns:r="http://schemas.openxmlformats.org/officeDocument/2006/relationships" id="414" r:id="Rc9e9f0eb8c6b4cf6"/>
    <p:sldId xmlns:r="http://schemas.openxmlformats.org/officeDocument/2006/relationships" id="415" r:id="R24b2e10d8b9d498f"/>
  </p:sldIdLst>
  <p:sldSz cx="6858000" cy="990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2ce07e3404ce6" /><Relationship Type="http://schemas.openxmlformats.org/officeDocument/2006/relationships/slideMaster" Target="/ppt/slideMasters/slideMaster1.xml" Id="R0010b4e8f9c24ff3" /><Relationship Type="http://schemas.openxmlformats.org/officeDocument/2006/relationships/notesMaster" Target="/ppt/notesMasters/notesMaster1.xml" Id="Rec48d13419e74fff" /><Relationship Type="http://schemas.openxmlformats.org/officeDocument/2006/relationships/presProps" Target="/ppt/presProps.xml" Id="R1695dfd3c55a45ac" /><Relationship Type="http://schemas.openxmlformats.org/officeDocument/2006/relationships/tableStyles" Target="/ppt/tableStyles.xml" Id="R628fa1daca7449db" /><Relationship Type="http://schemas.openxmlformats.org/officeDocument/2006/relationships/slide" Target="/ppt/slides/slide1.xml" Id="R22ffc79bccf348ce" /><Relationship Type="http://schemas.openxmlformats.org/officeDocument/2006/relationships/slide" Target="/ppt/slides/slide2.xml" Id="Rd529b38020ae45d3" /><Relationship Type="http://schemas.openxmlformats.org/officeDocument/2006/relationships/slide" Target="/ppt/slides/slide3.xml" Id="R355943d9017d439e" /><Relationship Type="http://schemas.openxmlformats.org/officeDocument/2006/relationships/slide" Target="/ppt/slides/slide4.xml" Id="R006edee086c8451d" /><Relationship Type="http://schemas.openxmlformats.org/officeDocument/2006/relationships/slide" Target="/ppt/slides/slide5.xml" Id="R038db09bdab04cdc" /><Relationship Type="http://schemas.openxmlformats.org/officeDocument/2006/relationships/slide" Target="/ppt/slides/slide6.xml" Id="Rbbd2d4ad783b4f8f" /><Relationship Type="http://schemas.openxmlformats.org/officeDocument/2006/relationships/slide" Target="/ppt/slides/slide7.xml" Id="Rca4b741a7b9b4f7b" /><Relationship Type="http://schemas.openxmlformats.org/officeDocument/2006/relationships/slide" Target="/ppt/slides/slide8.xml" Id="R1015e3e796d74bd2" /><Relationship Type="http://schemas.openxmlformats.org/officeDocument/2006/relationships/slide" Target="/ppt/slides/slide9.xml" Id="R7dd1d67f005b43eb" /><Relationship Type="http://schemas.openxmlformats.org/officeDocument/2006/relationships/slide" Target="/ppt/slides/slide10.xml" Id="Refc8a095e7ca413c" /><Relationship Type="http://schemas.openxmlformats.org/officeDocument/2006/relationships/slide" Target="/ppt/slides/slide11.xml" Id="Rb4202e63c03b443e" /><Relationship Type="http://schemas.openxmlformats.org/officeDocument/2006/relationships/slide" Target="/ppt/slides/slide12.xml" Id="R49323da6c8444957" /><Relationship Type="http://schemas.openxmlformats.org/officeDocument/2006/relationships/slide" Target="/ppt/slides/slide13.xml" Id="R711bdb549766407b" /><Relationship Type="http://schemas.openxmlformats.org/officeDocument/2006/relationships/slide" Target="/ppt/slides/slide14.xml" Id="R5e2048e7ca174513" /><Relationship Type="http://schemas.openxmlformats.org/officeDocument/2006/relationships/slide" Target="/ppt/slides/slide15.xml" Id="R442264fc81c740fb" /><Relationship Type="http://schemas.openxmlformats.org/officeDocument/2006/relationships/slide" Target="/ppt/slides/slide16.xml" Id="R5f18c669102a4dd3" /><Relationship Type="http://schemas.openxmlformats.org/officeDocument/2006/relationships/slide" Target="/ppt/slides/slide17.xml" Id="R916b846b33e944c6" /><Relationship Type="http://schemas.openxmlformats.org/officeDocument/2006/relationships/slide" Target="/ppt/slides/slide18.xml" Id="R722335e3038f4278" /><Relationship Type="http://schemas.openxmlformats.org/officeDocument/2006/relationships/slide" Target="/ppt/slides/slide19.xml" Id="Rbafb6eede8d6442e" /><Relationship Type="http://schemas.openxmlformats.org/officeDocument/2006/relationships/slide" Target="/ppt/slides/slide20.xml" Id="Reaf68e5476ac4dc7" /><Relationship Type="http://schemas.openxmlformats.org/officeDocument/2006/relationships/slide" Target="/ppt/slides/slide21.xml" Id="Rf254b28f429e4816" /><Relationship Type="http://schemas.openxmlformats.org/officeDocument/2006/relationships/slide" Target="/ppt/slides/slide22.xml" Id="Rc97e6680f45f46a3" /><Relationship Type="http://schemas.openxmlformats.org/officeDocument/2006/relationships/slide" Target="/ppt/slides/slide23.xml" Id="R68c55697cb8c4aa6" /><Relationship Type="http://schemas.openxmlformats.org/officeDocument/2006/relationships/slide" Target="/ppt/slides/slide24.xml" Id="Rd49cf187b31240fb" /><Relationship Type="http://schemas.openxmlformats.org/officeDocument/2006/relationships/slide" Target="/ppt/slides/slide25.xml" Id="R7fdaf656caa04a47" /><Relationship Type="http://schemas.openxmlformats.org/officeDocument/2006/relationships/slide" Target="/ppt/slides/slide26.xml" Id="Rf657b21ea7a744d5" /><Relationship Type="http://schemas.openxmlformats.org/officeDocument/2006/relationships/slide" Target="/ppt/slides/slide27.xml" Id="Ra271d548dfe44cdb" /><Relationship Type="http://schemas.openxmlformats.org/officeDocument/2006/relationships/slide" Target="/ppt/slides/slide28.xml" Id="Rdbef2b2e8c8446c4" /><Relationship Type="http://schemas.openxmlformats.org/officeDocument/2006/relationships/slide" Target="/ppt/slides/slide29.xml" Id="Rc6fc8fac4bca48b5" /><Relationship Type="http://schemas.openxmlformats.org/officeDocument/2006/relationships/slide" Target="/ppt/slides/slide30.xml" Id="R0c8d7eb76e874221" /><Relationship Type="http://schemas.openxmlformats.org/officeDocument/2006/relationships/slide" Target="/ppt/slides/slide31.xml" Id="R4dbe247bce074acd" /><Relationship Type="http://schemas.openxmlformats.org/officeDocument/2006/relationships/slide" Target="/ppt/slides/slide32.xml" Id="R7e1833d7f4164442" /><Relationship Type="http://schemas.openxmlformats.org/officeDocument/2006/relationships/slide" Target="/ppt/slides/slide33.xml" Id="Rc3f18196c72e45bb" /><Relationship Type="http://schemas.openxmlformats.org/officeDocument/2006/relationships/slide" Target="/ppt/slides/slide34.xml" Id="R229eba45c7674243" /><Relationship Type="http://schemas.openxmlformats.org/officeDocument/2006/relationships/slide" Target="/ppt/slides/slide35.xml" Id="Rf0d1a3a7c9874753" /><Relationship Type="http://schemas.openxmlformats.org/officeDocument/2006/relationships/slide" Target="/ppt/slides/slide36.xml" Id="Rd6fd379f8a674ab3" /><Relationship Type="http://schemas.openxmlformats.org/officeDocument/2006/relationships/slide" Target="/ppt/slides/slide37.xml" Id="R52cb6db18bae4a9e" /><Relationship Type="http://schemas.openxmlformats.org/officeDocument/2006/relationships/slide" Target="/ppt/slides/slide38.xml" Id="Rd765d05d9d7c4c08" /><Relationship Type="http://schemas.openxmlformats.org/officeDocument/2006/relationships/slide" Target="/ppt/slides/slide39.xml" Id="Rce0749fe3032428a" /><Relationship Type="http://schemas.openxmlformats.org/officeDocument/2006/relationships/slide" Target="/ppt/slides/slide40.xml" Id="R7dc17351b40c4f15" /><Relationship Type="http://schemas.openxmlformats.org/officeDocument/2006/relationships/slide" Target="/ppt/slides/slide41.xml" Id="R07cf61832ee54805" /><Relationship Type="http://schemas.openxmlformats.org/officeDocument/2006/relationships/slide" Target="/ppt/slides/slide42.xml" Id="Rd78339792ead43a3" /><Relationship Type="http://schemas.openxmlformats.org/officeDocument/2006/relationships/slide" Target="/ppt/slides/slide43.xml" Id="Rab59461a7a0a4eaa" /><Relationship Type="http://schemas.openxmlformats.org/officeDocument/2006/relationships/slide" Target="/ppt/slides/slide44.xml" Id="Rdf760fa14145422f" /><Relationship Type="http://schemas.openxmlformats.org/officeDocument/2006/relationships/slide" Target="/ppt/slides/slide45.xml" Id="Re22807c3a5d843e2" /><Relationship Type="http://schemas.openxmlformats.org/officeDocument/2006/relationships/slide" Target="/ppt/slides/slide46.xml" Id="Rf9f70cf3aeea4ba5" /><Relationship Type="http://schemas.openxmlformats.org/officeDocument/2006/relationships/slide" Target="/ppt/slides/slide47.xml" Id="Re7a01269aff04169" /><Relationship Type="http://schemas.openxmlformats.org/officeDocument/2006/relationships/slide" Target="/ppt/slides/slide48.xml" Id="R03a3325c4311481c" /><Relationship Type="http://schemas.openxmlformats.org/officeDocument/2006/relationships/slide" Target="/ppt/slides/slide49.xml" Id="R9bf9aed8e0024853" /><Relationship Type="http://schemas.openxmlformats.org/officeDocument/2006/relationships/slide" Target="/ppt/slides/slide50.xml" Id="Rd58802c4c2bd4eae" /><Relationship Type="http://schemas.openxmlformats.org/officeDocument/2006/relationships/slide" Target="/ppt/slides/slide51.xml" Id="R7f837ca076c740d8" /><Relationship Type="http://schemas.openxmlformats.org/officeDocument/2006/relationships/slide" Target="/ppt/slides/slide52.xml" Id="Rb18669dfc6054ce6" /><Relationship Type="http://schemas.openxmlformats.org/officeDocument/2006/relationships/slide" Target="/ppt/slides/slide53.xml" Id="Ra3560417450f4b7b" /><Relationship Type="http://schemas.openxmlformats.org/officeDocument/2006/relationships/slide" Target="/ppt/slides/slide54.xml" Id="R60f197f572294dda" /><Relationship Type="http://schemas.openxmlformats.org/officeDocument/2006/relationships/slide" Target="/ppt/slides/slide55.xml" Id="Rcb24aada36c14def" /><Relationship Type="http://schemas.openxmlformats.org/officeDocument/2006/relationships/slide" Target="/ppt/slides/slide56.xml" Id="Rab144f414d19488c" /><Relationship Type="http://schemas.openxmlformats.org/officeDocument/2006/relationships/slide" Target="/ppt/slides/slide57.xml" Id="Ra3b4648cecab47d2" /><Relationship Type="http://schemas.openxmlformats.org/officeDocument/2006/relationships/slide" Target="/ppt/slides/slide58.xml" Id="Rfd94877da3e84378" /><Relationship Type="http://schemas.openxmlformats.org/officeDocument/2006/relationships/slide" Target="/ppt/slides/slide59.xml" Id="R53e6830c95da4e62" /><Relationship Type="http://schemas.openxmlformats.org/officeDocument/2006/relationships/slide" Target="/ppt/slides/slide60.xml" Id="R575821534fbf44e2" /><Relationship Type="http://schemas.openxmlformats.org/officeDocument/2006/relationships/slide" Target="/ppt/slides/slide61.xml" Id="R68df524e91034859" /><Relationship Type="http://schemas.openxmlformats.org/officeDocument/2006/relationships/slide" Target="/ppt/slides/slide62.xml" Id="R06c98c6b690d478f" /><Relationship Type="http://schemas.openxmlformats.org/officeDocument/2006/relationships/slide" Target="/ppt/slides/slide63.xml" Id="Ra07fce707c584106" /><Relationship Type="http://schemas.openxmlformats.org/officeDocument/2006/relationships/slide" Target="/ppt/slides/slide64.xml" Id="R084ce89279e04fb0" /><Relationship Type="http://schemas.openxmlformats.org/officeDocument/2006/relationships/slide" Target="/ppt/slides/slide65.xml" Id="Ra71804e3e56f4815" /><Relationship Type="http://schemas.openxmlformats.org/officeDocument/2006/relationships/slide" Target="/ppt/slides/slide66.xml" Id="R2e6210f42af047c1" /><Relationship Type="http://schemas.openxmlformats.org/officeDocument/2006/relationships/slide" Target="/ppt/slides/slide67.xml" Id="Rd7d7f807ad684540" /><Relationship Type="http://schemas.openxmlformats.org/officeDocument/2006/relationships/slide" Target="/ppt/slides/slide68.xml" Id="R713fb7a2d93d4c83" /><Relationship Type="http://schemas.openxmlformats.org/officeDocument/2006/relationships/slide" Target="/ppt/slides/slide69.xml" Id="R5ac471b96a374b1b" /><Relationship Type="http://schemas.openxmlformats.org/officeDocument/2006/relationships/slide" Target="/ppt/slides/slide70.xml" Id="R655216dc6e4946d4" /><Relationship Type="http://schemas.openxmlformats.org/officeDocument/2006/relationships/slide" Target="/ppt/slides/slide71.xml" Id="R166ba1a4b6b14b2c" /><Relationship Type="http://schemas.openxmlformats.org/officeDocument/2006/relationships/slide" Target="/ppt/slides/slide72.xml" Id="R57e70a499c8948dc" /><Relationship Type="http://schemas.openxmlformats.org/officeDocument/2006/relationships/slide" Target="/ppt/slides/slide73.xml" Id="R6e8172874ab743c1" /><Relationship Type="http://schemas.openxmlformats.org/officeDocument/2006/relationships/slide" Target="/ppt/slides/slide74.xml" Id="Ra1052c28823841c8" /><Relationship Type="http://schemas.openxmlformats.org/officeDocument/2006/relationships/slide" Target="/ppt/slides/slide75.xml" Id="Rd934ea2f6260444b" /><Relationship Type="http://schemas.openxmlformats.org/officeDocument/2006/relationships/slide" Target="/ppt/slides/slide76.xml" Id="R2ebaad956a37421d" /><Relationship Type="http://schemas.openxmlformats.org/officeDocument/2006/relationships/slide" Target="/ppt/slides/slide77.xml" Id="R28f526f5ab9b4a82" /><Relationship Type="http://schemas.openxmlformats.org/officeDocument/2006/relationships/slide" Target="/ppt/slides/slide78.xml" Id="R42b47fda00194495" /><Relationship Type="http://schemas.openxmlformats.org/officeDocument/2006/relationships/slide" Target="/ppt/slides/slide79.xml" Id="Re5342e58369e46aa" /><Relationship Type="http://schemas.openxmlformats.org/officeDocument/2006/relationships/slide" Target="/ppt/slides/slide80.xml" Id="Rcd56c4c5331b4e3c" /><Relationship Type="http://schemas.openxmlformats.org/officeDocument/2006/relationships/slide" Target="/ppt/slides/slide81.xml" Id="Re6ac5978b70c470c" /><Relationship Type="http://schemas.openxmlformats.org/officeDocument/2006/relationships/slide" Target="/ppt/slides/slide82.xml" Id="R36de3486d12a4d08" /><Relationship Type="http://schemas.openxmlformats.org/officeDocument/2006/relationships/slide" Target="/ppt/slides/slide83.xml" Id="R5881f8f9cabf48f9" /><Relationship Type="http://schemas.openxmlformats.org/officeDocument/2006/relationships/slide" Target="/ppt/slides/slide84.xml" Id="R6b13f70d8e104846" /><Relationship Type="http://schemas.openxmlformats.org/officeDocument/2006/relationships/slide" Target="/ppt/slides/slide85.xml" Id="R0d2f38725be54343" /><Relationship Type="http://schemas.openxmlformats.org/officeDocument/2006/relationships/slide" Target="/ppt/slides/slide86.xml" Id="R758c93bc535b4a18" /><Relationship Type="http://schemas.openxmlformats.org/officeDocument/2006/relationships/slide" Target="/ppt/slides/slide87.xml" Id="Rb919ec9601334979" /><Relationship Type="http://schemas.openxmlformats.org/officeDocument/2006/relationships/slide" Target="/ppt/slides/slide88.xml" Id="R0050d01d840647c7" /><Relationship Type="http://schemas.openxmlformats.org/officeDocument/2006/relationships/slide" Target="/ppt/slides/slide89.xml" Id="R4ea133c5e6494d7a" /><Relationship Type="http://schemas.openxmlformats.org/officeDocument/2006/relationships/slide" Target="/ppt/slides/slide90.xml" Id="Rf28651cd930244b0" /><Relationship Type="http://schemas.openxmlformats.org/officeDocument/2006/relationships/slide" Target="/ppt/slides/slide91.xml" Id="R944c583a12804ff4" /><Relationship Type="http://schemas.openxmlformats.org/officeDocument/2006/relationships/slide" Target="/ppt/slides/slide92.xml" Id="Re61d8a6bcd424040" /><Relationship Type="http://schemas.openxmlformats.org/officeDocument/2006/relationships/slide" Target="/ppt/slides/slide93.xml" Id="R3ee7dbfd55204913" /><Relationship Type="http://schemas.openxmlformats.org/officeDocument/2006/relationships/slide" Target="/ppt/slides/slide94.xml" Id="R3935b1c8587d4361" /><Relationship Type="http://schemas.openxmlformats.org/officeDocument/2006/relationships/slide" Target="/ppt/slides/slide95.xml" Id="R2faa548d95514112" /><Relationship Type="http://schemas.openxmlformats.org/officeDocument/2006/relationships/slide" Target="/ppt/slides/slide96.xml" Id="Rc4ec6ef63640426d" /><Relationship Type="http://schemas.openxmlformats.org/officeDocument/2006/relationships/slide" Target="/ppt/slides/slide97.xml" Id="R8fc35ebb2f324956" /><Relationship Type="http://schemas.openxmlformats.org/officeDocument/2006/relationships/slide" Target="/ppt/slides/slide98.xml" Id="Ra9e08b69931a4df2" /><Relationship Type="http://schemas.openxmlformats.org/officeDocument/2006/relationships/slide" Target="/ppt/slides/slide99.xml" Id="R88723e06f8bd4bb4" /><Relationship Type="http://schemas.openxmlformats.org/officeDocument/2006/relationships/slide" Target="/ppt/slides/slide100.xml" Id="R8c27c5cb89174b0e" /><Relationship Type="http://schemas.openxmlformats.org/officeDocument/2006/relationships/slide" Target="/ppt/slides/slide101.xml" Id="Ra4d4b7fca05e48b7" /><Relationship Type="http://schemas.openxmlformats.org/officeDocument/2006/relationships/slide" Target="/ppt/slides/slide102.xml" Id="R5ff6059c5a544c99" /><Relationship Type="http://schemas.openxmlformats.org/officeDocument/2006/relationships/slide" Target="/ppt/slides/slide103.xml" Id="Re7a794708f1448fa" /><Relationship Type="http://schemas.openxmlformats.org/officeDocument/2006/relationships/slide" Target="/ppt/slides/slide104.xml" Id="Rb7b826802f744314" /><Relationship Type="http://schemas.openxmlformats.org/officeDocument/2006/relationships/slide" Target="/ppt/slides/slide105.xml" Id="R0f342a3ea33e4bfe" /><Relationship Type="http://schemas.openxmlformats.org/officeDocument/2006/relationships/slide" Target="/ppt/slides/slide106.xml" Id="Ra42e03307b724f25" /><Relationship Type="http://schemas.openxmlformats.org/officeDocument/2006/relationships/slide" Target="/ppt/slides/slide107.xml" Id="R71cd12f5d01b4831" /><Relationship Type="http://schemas.openxmlformats.org/officeDocument/2006/relationships/slide" Target="/ppt/slides/slide108.xml" Id="R56124fd9e3b64d7c" /><Relationship Type="http://schemas.openxmlformats.org/officeDocument/2006/relationships/slide" Target="/ppt/slides/slide109.xml" Id="R32da44af492748c3" /><Relationship Type="http://schemas.openxmlformats.org/officeDocument/2006/relationships/slide" Target="/ppt/slides/slide110.xml" Id="Rc956b3d14ded429e" /><Relationship Type="http://schemas.openxmlformats.org/officeDocument/2006/relationships/slide" Target="/ppt/slides/slide111.xml" Id="R096f70e5045f47e6" /><Relationship Type="http://schemas.openxmlformats.org/officeDocument/2006/relationships/slide" Target="/ppt/slides/slide112.xml" Id="Rdc49f2cc22cb404c" /><Relationship Type="http://schemas.openxmlformats.org/officeDocument/2006/relationships/slide" Target="/ppt/slides/slide113.xml" Id="R44ea3d5caa8c4b1c" /><Relationship Type="http://schemas.openxmlformats.org/officeDocument/2006/relationships/slide" Target="/ppt/slides/slide114.xml" Id="R894784294516454d" /><Relationship Type="http://schemas.openxmlformats.org/officeDocument/2006/relationships/slide" Target="/ppt/slides/slide115.xml" Id="Rf0186c2d26704658" /><Relationship Type="http://schemas.openxmlformats.org/officeDocument/2006/relationships/slide" Target="/ppt/slides/slide116.xml" Id="Rf59eb1e8687b4dd6" /><Relationship Type="http://schemas.openxmlformats.org/officeDocument/2006/relationships/slide" Target="/ppt/slides/slide117.xml" Id="R7d3d1921abb341a0" /><Relationship Type="http://schemas.openxmlformats.org/officeDocument/2006/relationships/slide" Target="/ppt/slides/slide118.xml" Id="R500cd3a6f91146a5" /><Relationship Type="http://schemas.openxmlformats.org/officeDocument/2006/relationships/slide" Target="/ppt/slides/slide119.xml" Id="R6209297dfe8a4b0e" /><Relationship Type="http://schemas.openxmlformats.org/officeDocument/2006/relationships/slide" Target="/ppt/slides/slide120.xml" Id="Raba86610b2d84942" /><Relationship Type="http://schemas.openxmlformats.org/officeDocument/2006/relationships/slide" Target="/ppt/slides/slide121.xml" Id="R41fc8c046c4d4935" /><Relationship Type="http://schemas.openxmlformats.org/officeDocument/2006/relationships/slide" Target="/ppt/slides/slide122.xml" Id="R736c242086f84dd4" /><Relationship Type="http://schemas.openxmlformats.org/officeDocument/2006/relationships/slide" Target="/ppt/slides/slide123.xml" Id="R69b9e7ec36cd49c2" /><Relationship Type="http://schemas.openxmlformats.org/officeDocument/2006/relationships/slide" Target="/ppt/slides/slide124.xml" Id="R8f9735f2c9a44827" /><Relationship Type="http://schemas.openxmlformats.org/officeDocument/2006/relationships/slide" Target="/ppt/slides/slide125.xml" Id="R6224537e1d7340bb" /><Relationship Type="http://schemas.openxmlformats.org/officeDocument/2006/relationships/slide" Target="/ppt/slides/slide126.xml" Id="R8170383d729c4dab" /><Relationship Type="http://schemas.openxmlformats.org/officeDocument/2006/relationships/slide" Target="/ppt/slides/slide127.xml" Id="Ra8d5bc9b28e64781" /><Relationship Type="http://schemas.openxmlformats.org/officeDocument/2006/relationships/slide" Target="/ppt/slides/slide128.xml" Id="Rf5d8e47b33e4405c" /><Relationship Type="http://schemas.openxmlformats.org/officeDocument/2006/relationships/slide" Target="/ppt/slides/slide129.xml" Id="Red4c861cd51a4706" /><Relationship Type="http://schemas.openxmlformats.org/officeDocument/2006/relationships/slide" Target="/ppt/slides/slide130.xml" Id="Rcfd65c8740c241e2" /><Relationship Type="http://schemas.openxmlformats.org/officeDocument/2006/relationships/slide" Target="/ppt/slides/slide131.xml" Id="R8b3915cf2fc54b5e" /><Relationship Type="http://schemas.openxmlformats.org/officeDocument/2006/relationships/slide" Target="/ppt/slides/slide132.xml" Id="Rca5c58be07534a56" /><Relationship Type="http://schemas.openxmlformats.org/officeDocument/2006/relationships/slide" Target="/ppt/slides/slide133.xml" Id="R983769b85d804d13" /><Relationship Type="http://schemas.openxmlformats.org/officeDocument/2006/relationships/slide" Target="/ppt/slides/slide134.xml" Id="R1294135f099e4a9f" /><Relationship Type="http://schemas.openxmlformats.org/officeDocument/2006/relationships/slide" Target="/ppt/slides/slide135.xml" Id="Raac785e21ada4dd8" /><Relationship Type="http://schemas.openxmlformats.org/officeDocument/2006/relationships/slide" Target="/ppt/slides/slide136.xml" Id="Rc6624f10d71a4cb4" /><Relationship Type="http://schemas.openxmlformats.org/officeDocument/2006/relationships/slide" Target="/ppt/slides/slide137.xml" Id="Ra0cb8517a4694650" /><Relationship Type="http://schemas.openxmlformats.org/officeDocument/2006/relationships/slide" Target="/ppt/slides/slide138.xml" Id="R75a69256a426490f" /><Relationship Type="http://schemas.openxmlformats.org/officeDocument/2006/relationships/slide" Target="/ppt/slides/slide139.xml" Id="Rfd9fac5e6dea4f24" /><Relationship Type="http://schemas.openxmlformats.org/officeDocument/2006/relationships/slide" Target="/ppt/slides/slide140.xml" Id="R3932a19bcc834322" /><Relationship Type="http://schemas.openxmlformats.org/officeDocument/2006/relationships/slide" Target="/ppt/slides/slide141.xml" Id="R0704fbf3508141b0" /><Relationship Type="http://schemas.openxmlformats.org/officeDocument/2006/relationships/slide" Target="/ppt/slides/slide142.xml" Id="R7235733c97634762" /><Relationship Type="http://schemas.openxmlformats.org/officeDocument/2006/relationships/slide" Target="/ppt/slides/slide143.xml" Id="R68733a82017e4823" /><Relationship Type="http://schemas.openxmlformats.org/officeDocument/2006/relationships/slide" Target="/ppt/slides/slide144.xml" Id="Rb4fb46ca36d44aca" /><Relationship Type="http://schemas.openxmlformats.org/officeDocument/2006/relationships/slide" Target="/ppt/slides/slide145.xml" Id="R9364caab798d4349" /><Relationship Type="http://schemas.openxmlformats.org/officeDocument/2006/relationships/slide" Target="/ppt/slides/slide146.xml" Id="R9002272ee9824779" /><Relationship Type="http://schemas.openxmlformats.org/officeDocument/2006/relationships/slide" Target="/ppt/slides/slide147.xml" Id="Re9a1e2cf212443cf" /><Relationship Type="http://schemas.openxmlformats.org/officeDocument/2006/relationships/slide" Target="/ppt/slides/slide148.xml" Id="Rf2335ad0dd054ea4" /><Relationship Type="http://schemas.openxmlformats.org/officeDocument/2006/relationships/slide" Target="/ppt/slides/slide149.xml" Id="Rf6e45b4598424234" /><Relationship Type="http://schemas.openxmlformats.org/officeDocument/2006/relationships/slide" Target="/ppt/slides/slide150.xml" Id="Ra5d307df1de04d23" /><Relationship Type="http://schemas.openxmlformats.org/officeDocument/2006/relationships/slide" Target="/ppt/slides/slide151.xml" Id="R4f131ed114244488" /><Relationship Type="http://schemas.openxmlformats.org/officeDocument/2006/relationships/slide" Target="/ppt/slides/slide152.xml" Id="R9aad49c40c5044d9" /><Relationship Type="http://schemas.openxmlformats.org/officeDocument/2006/relationships/slide" Target="/ppt/slides/slide153.xml" Id="Rf224bf92b73d4abb" /><Relationship Type="http://schemas.openxmlformats.org/officeDocument/2006/relationships/slide" Target="/ppt/slides/slide154.xml" Id="Ra5aaf7efc97b4f69" /><Relationship Type="http://schemas.openxmlformats.org/officeDocument/2006/relationships/slide" Target="/ppt/slides/slide155.xml" Id="Ree21b685a608487e" /><Relationship Type="http://schemas.openxmlformats.org/officeDocument/2006/relationships/slide" Target="/ppt/slides/slide156.xml" Id="R46bf027529b84858" /><Relationship Type="http://schemas.openxmlformats.org/officeDocument/2006/relationships/slide" Target="/ppt/slides/slide157.xml" Id="R2da6134a861341d1" /><Relationship Type="http://schemas.openxmlformats.org/officeDocument/2006/relationships/slide" Target="/ppt/slides/slide158.xml" Id="R82618885227b477b" /><Relationship Type="http://schemas.openxmlformats.org/officeDocument/2006/relationships/slide" Target="/ppt/slides/slide159.xml" Id="Rc9e9f0eb8c6b4cf6" /><Relationship Type="http://schemas.openxmlformats.org/officeDocument/2006/relationships/slide" Target="/ppt/slides/slide160.xml" Id="R24b2e10d8b9d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29e3b6cd9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0a02c9b0645af" /><Relationship Type="http://schemas.openxmlformats.org/officeDocument/2006/relationships/notesMaster" Target="/ppt/notesMasters/notesMaster1.xml" Id="Ree18ff66bf4540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30c805eca434b" /><Relationship Type="http://schemas.openxmlformats.org/officeDocument/2006/relationships/notesMaster" Target="/ppt/notesMasters/notesMaster1.xml" Id="R4688bb1bf03e4f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46ecb1964c446f" /><Relationship Type="http://schemas.openxmlformats.org/officeDocument/2006/relationships/notesMaster" Target="/ppt/notesMasters/notesMaster1.xml" Id="R26d9b73e406345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f6219d705f4464" /><Relationship Type="http://schemas.openxmlformats.org/officeDocument/2006/relationships/notesMaster" Target="/ppt/notesMasters/notesMaster1.xml" Id="Rf73ac56d161440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ec7347717148b1" /><Relationship Type="http://schemas.openxmlformats.org/officeDocument/2006/relationships/notesMaster" Target="/ppt/notesMasters/notesMaster1.xml" Id="R32b17fc2fd6444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d64d529cfc4436" /><Relationship Type="http://schemas.openxmlformats.org/officeDocument/2006/relationships/notesMaster" Target="/ppt/notesMasters/notesMaster1.xml" Id="Raf8f245b9d564e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551f1a92c438e" /><Relationship Type="http://schemas.openxmlformats.org/officeDocument/2006/relationships/notesMaster" Target="/ppt/notesMasters/notesMaster1.xml" Id="R19c3133b2572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4876530fd40a9" /><Relationship Type="http://schemas.openxmlformats.org/officeDocument/2006/relationships/notesMaster" Target="/ppt/notesMasters/notesMaster1.xml" Id="R1cce608897e94f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f5bd39bda04502" /><Relationship Type="http://schemas.openxmlformats.org/officeDocument/2006/relationships/notesMaster" Target="/ppt/notesMasters/notesMaster1.xml" Id="R866bae38076d43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73ee022ca343fe" /><Relationship Type="http://schemas.openxmlformats.org/officeDocument/2006/relationships/notesMaster" Target="/ppt/notesMasters/notesMaster1.xml" Id="Rf8385731bc0f4c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6fcf623e14b85" /><Relationship Type="http://schemas.openxmlformats.org/officeDocument/2006/relationships/notesMaster" Target="/ppt/notesMasters/notesMaster1.xml" Id="Rf10fef45e5e540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2ef4b2058a4565" /><Relationship Type="http://schemas.openxmlformats.org/officeDocument/2006/relationships/notesMaster" Target="/ppt/notesMasters/notesMaster1.xml" Id="R89ae614b414c41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12ab7f26f74d03" /><Relationship Type="http://schemas.openxmlformats.org/officeDocument/2006/relationships/notesMaster" Target="/ppt/notesMasters/notesMaster1.xml" Id="R8828747df3404f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855fd1943e48c2" /><Relationship Type="http://schemas.openxmlformats.org/officeDocument/2006/relationships/notesMaster" Target="/ppt/notesMasters/notesMaster1.xml" Id="Rf0fdc496de8044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89ad21868e47b3" /><Relationship Type="http://schemas.openxmlformats.org/officeDocument/2006/relationships/notesMaster" Target="/ppt/notesMasters/notesMaster1.xml" Id="R58cb9fa79e2c4e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74578cffcc4f7c" /><Relationship Type="http://schemas.openxmlformats.org/officeDocument/2006/relationships/notesMaster" Target="/ppt/notesMasters/notesMaster1.xml" Id="Ra339b2804c8b4e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aa56f2c64149f6" /><Relationship Type="http://schemas.openxmlformats.org/officeDocument/2006/relationships/notesMaster" Target="/ppt/notesMasters/notesMaster1.xml" Id="Rf474cc4eab3f40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2fea15412747af" /><Relationship Type="http://schemas.openxmlformats.org/officeDocument/2006/relationships/notesMaster" Target="/ppt/notesMasters/notesMaster1.xml" Id="Rd4ef43a14f194f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44f92ef8724d40" /><Relationship Type="http://schemas.openxmlformats.org/officeDocument/2006/relationships/notesMaster" Target="/ppt/notesMasters/notesMaster1.xml" Id="Rfcf8a8e4434f40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d73868d61c4455" /><Relationship Type="http://schemas.openxmlformats.org/officeDocument/2006/relationships/notesMaster" Target="/ppt/notesMasters/notesMaster1.xml" Id="R417c5e83400644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2a85ee9e764a74" /><Relationship Type="http://schemas.openxmlformats.org/officeDocument/2006/relationships/notesMaster" Target="/ppt/notesMasters/notesMaster1.xml" Id="Rc26ad77a24514a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901b06862447bc" /><Relationship Type="http://schemas.openxmlformats.org/officeDocument/2006/relationships/notesMaster" Target="/ppt/notesMasters/notesMaster1.xml" Id="Rdef1f6218ec84c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f4985fb3414ec1" /><Relationship Type="http://schemas.openxmlformats.org/officeDocument/2006/relationships/notesMaster" Target="/ppt/notesMasters/notesMaster1.xml" Id="R3f4850ef38bf42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630fb27d3c4847" /><Relationship Type="http://schemas.openxmlformats.org/officeDocument/2006/relationships/notesMaster" Target="/ppt/notesMasters/notesMaster1.xml" Id="Ra4963b370fa44b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70d72858aa4b6c" /><Relationship Type="http://schemas.openxmlformats.org/officeDocument/2006/relationships/notesMaster" Target="/ppt/notesMasters/notesMaster1.xml" Id="R2f29f33268cb40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8b152c95b364f75" /><Relationship Type="http://schemas.openxmlformats.org/officeDocument/2006/relationships/notesMaster" Target="/ppt/notesMasters/notesMaster1.xml" Id="Rc531586c8877416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44de9b99374410" /><Relationship Type="http://schemas.openxmlformats.org/officeDocument/2006/relationships/notesMaster" Target="/ppt/notesMasters/notesMaster1.xml" Id="R214629f6e0da44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fe7962861c4470" /><Relationship Type="http://schemas.openxmlformats.org/officeDocument/2006/relationships/notesMaster" Target="/ppt/notesMasters/notesMaster1.xml" Id="R3f38d15d6a2e496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a42e0fdf5749ee" /><Relationship Type="http://schemas.openxmlformats.org/officeDocument/2006/relationships/notesMaster" Target="/ppt/notesMasters/notesMaster1.xml" Id="Rc7c0a5f81c1945a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92b667bcfeb4b1a" /><Relationship Type="http://schemas.openxmlformats.org/officeDocument/2006/relationships/notesMaster" Target="/ppt/notesMasters/notesMaster1.xml" Id="R70cc05bbc79c482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33713be341469a" /><Relationship Type="http://schemas.openxmlformats.org/officeDocument/2006/relationships/notesMaster" Target="/ppt/notesMasters/notesMaster1.xml" Id="R828e25c8ac3c48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9a2e0d549834d05" /><Relationship Type="http://schemas.openxmlformats.org/officeDocument/2006/relationships/notesMaster" Target="/ppt/notesMasters/notesMaster1.xml" Id="R3e8d57c70c8540e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22d801908c4ba5" /><Relationship Type="http://schemas.openxmlformats.org/officeDocument/2006/relationships/notesMaster" Target="/ppt/notesMasters/notesMaster1.xml" Id="Rf5a9cae97c434cd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f34138bc5b8434d" /><Relationship Type="http://schemas.openxmlformats.org/officeDocument/2006/relationships/notesMaster" Target="/ppt/notesMasters/notesMaster1.xml" Id="R6c535f64e79c4e5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dc7bd0b87c43ed" /><Relationship Type="http://schemas.openxmlformats.org/officeDocument/2006/relationships/notesMaster" Target="/ppt/notesMasters/notesMaster1.xml" Id="R4003f1f6ef6549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5056687ffa14dd8" /><Relationship Type="http://schemas.openxmlformats.org/officeDocument/2006/relationships/notesMaster" Target="/ppt/notesMasters/notesMaster1.xml" Id="R10b12da2e73d4d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bd9df3ed114236" /><Relationship Type="http://schemas.openxmlformats.org/officeDocument/2006/relationships/notesMaster" Target="/ppt/notesMasters/notesMaster1.xml" Id="R52b837729ca449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9f7dbc2a23e4516" /><Relationship Type="http://schemas.openxmlformats.org/officeDocument/2006/relationships/notesMaster" Target="/ppt/notesMasters/notesMaster1.xml" Id="R2bf05ad6edf44f5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85a0a19ab094c50" /><Relationship Type="http://schemas.openxmlformats.org/officeDocument/2006/relationships/notesMaster" Target="/ppt/notesMasters/notesMaster1.xml" Id="R36b89c94a44242a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8792ed7ec3846bc" /><Relationship Type="http://schemas.openxmlformats.org/officeDocument/2006/relationships/notesMaster" Target="/ppt/notesMasters/notesMaster1.xml" Id="R7e0bf294469e4aa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d8d5a67d97a4706" /><Relationship Type="http://schemas.openxmlformats.org/officeDocument/2006/relationships/notesMaster" Target="/ppt/notesMasters/notesMaster1.xml" Id="Rfe50d9a6f44240d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ff7b46e636d49b9" /><Relationship Type="http://schemas.openxmlformats.org/officeDocument/2006/relationships/notesMaster" Target="/ppt/notesMasters/notesMaster1.xml" Id="R01d01eaa3fd344c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2c30a61e8514307" /><Relationship Type="http://schemas.openxmlformats.org/officeDocument/2006/relationships/notesMaster" Target="/ppt/notesMasters/notesMaster1.xml" Id="R1db7328fcd3c40a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8bfe467b3e34668" /><Relationship Type="http://schemas.openxmlformats.org/officeDocument/2006/relationships/notesMaster" Target="/ppt/notesMasters/notesMaster1.xml" Id="R1ac36c571941454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ccdd114d9ce45d8" /><Relationship Type="http://schemas.openxmlformats.org/officeDocument/2006/relationships/notesMaster" Target="/ppt/notesMasters/notesMaster1.xml" Id="Rf67897c019dd48d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cfd698d8fdd4308" /><Relationship Type="http://schemas.openxmlformats.org/officeDocument/2006/relationships/notesMaster" Target="/ppt/notesMasters/notesMaster1.xml" Id="R090f7cf3f4cc417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21ed427b0c94276" /><Relationship Type="http://schemas.openxmlformats.org/officeDocument/2006/relationships/notesMaster" Target="/ppt/notesMasters/notesMaster1.xml" Id="R03b2d6aa798b4f5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87a73ba9d75490f" /><Relationship Type="http://schemas.openxmlformats.org/officeDocument/2006/relationships/notesMaster" Target="/ppt/notesMasters/notesMaster1.xml" Id="R857fb83a1e1e45b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fa694a224e44f9d" /><Relationship Type="http://schemas.openxmlformats.org/officeDocument/2006/relationships/notesMaster" Target="/ppt/notesMasters/notesMaster1.xml" Id="Rf4f8a7681054443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0d20ee5cbd84bd5" /><Relationship Type="http://schemas.openxmlformats.org/officeDocument/2006/relationships/notesMaster" Target="/ppt/notesMasters/notesMaster1.xml" Id="Rc211b85d480e43f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13d9c4536624ce4" /><Relationship Type="http://schemas.openxmlformats.org/officeDocument/2006/relationships/notesMaster" Target="/ppt/notesMasters/notesMaster1.xml" Id="R006ec0eecdac4f4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072c82105014721" /><Relationship Type="http://schemas.openxmlformats.org/officeDocument/2006/relationships/notesMaster" Target="/ppt/notesMasters/notesMaster1.xml" Id="R61e2f74904f244c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10aa5bc286e4239" /><Relationship Type="http://schemas.openxmlformats.org/officeDocument/2006/relationships/notesMaster" Target="/ppt/notesMasters/notesMaster1.xml" Id="R754d36aed826413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9dd2640f5cb4588" /><Relationship Type="http://schemas.openxmlformats.org/officeDocument/2006/relationships/notesMaster" Target="/ppt/notesMasters/notesMaster1.xml" Id="Rb6dd4bc31c2245c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586cda7c4c24a8c" /><Relationship Type="http://schemas.openxmlformats.org/officeDocument/2006/relationships/notesMaster" Target="/ppt/notesMasters/notesMaster1.xml" Id="R7582183b88fd471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189c63fe676497e" /><Relationship Type="http://schemas.openxmlformats.org/officeDocument/2006/relationships/notesMaster" Target="/ppt/notesMasters/notesMaster1.xml" Id="R255ea8f7d49043a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b878c077c344b79" /><Relationship Type="http://schemas.openxmlformats.org/officeDocument/2006/relationships/notesMaster" Target="/ppt/notesMasters/notesMaster1.xml" Id="R6e0e495185884f9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b8185e6136e45d1" /><Relationship Type="http://schemas.openxmlformats.org/officeDocument/2006/relationships/notesMaster" Target="/ppt/notesMasters/notesMaster1.xml" Id="R699304c1d36a4d1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62e0919d6114647" /><Relationship Type="http://schemas.openxmlformats.org/officeDocument/2006/relationships/notesMaster" Target="/ppt/notesMasters/notesMaster1.xml" Id="Ra04c13b2557d429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a077d3d49b84b38" /><Relationship Type="http://schemas.openxmlformats.org/officeDocument/2006/relationships/notesMaster" Target="/ppt/notesMasters/notesMaster1.xml" Id="R44a7e5e462a3435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43b1d0f47da479b" /><Relationship Type="http://schemas.openxmlformats.org/officeDocument/2006/relationships/notesMaster" Target="/ppt/notesMasters/notesMaster1.xml" Id="R8d3aaef20eed483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4fe612ac71f4e2f" /><Relationship Type="http://schemas.openxmlformats.org/officeDocument/2006/relationships/notesMaster" Target="/ppt/notesMasters/notesMaster1.xml" Id="R6726c22ae5f6428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e09c276c33e4540" /><Relationship Type="http://schemas.openxmlformats.org/officeDocument/2006/relationships/notesMaster" Target="/ppt/notesMasters/notesMaster1.xml" Id="R99d7c25cc4b44db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2597c11ca414f17" /><Relationship Type="http://schemas.openxmlformats.org/officeDocument/2006/relationships/notesMaster" Target="/ppt/notesMasters/notesMaster1.xml" Id="R45dd20841ada40b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31b13a4495945ca" /><Relationship Type="http://schemas.openxmlformats.org/officeDocument/2006/relationships/notesMaster" Target="/ppt/notesMasters/notesMaster1.xml" Id="R5a0b7fa358a2430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333904f67d94a32" /><Relationship Type="http://schemas.openxmlformats.org/officeDocument/2006/relationships/notesMaster" Target="/ppt/notesMasters/notesMaster1.xml" Id="Rcca9efd5460e4bf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e2a0f6f1afe4b88" /><Relationship Type="http://schemas.openxmlformats.org/officeDocument/2006/relationships/notesMaster" Target="/ppt/notesMasters/notesMaster1.xml" Id="R907633999a1340e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abc0c425713c4a53" /><Relationship Type="http://schemas.openxmlformats.org/officeDocument/2006/relationships/notesMaster" Target="/ppt/notesMasters/notesMaster1.xml" Id="R2edd57db97b24ba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13714267a5b414e" /><Relationship Type="http://schemas.openxmlformats.org/officeDocument/2006/relationships/notesMaster" Target="/ppt/notesMasters/notesMaster1.xml" Id="R5a5ec5571a484f3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f43664068634312" /><Relationship Type="http://schemas.openxmlformats.org/officeDocument/2006/relationships/notesMaster" Target="/ppt/notesMasters/notesMaster1.xml" Id="R9050cb731179496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fe52cc164cfb433b" /><Relationship Type="http://schemas.openxmlformats.org/officeDocument/2006/relationships/notesMaster" Target="/ppt/notesMasters/notesMaster1.xml" Id="Ra3cb95260ef847e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4c52e0d865c4376" /><Relationship Type="http://schemas.openxmlformats.org/officeDocument/2006/relationships/notesMaster" Target="/ppt/notesMasters/notesMaster1.xml" Id="R0a67a512bf95454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36188ddabc31463b" /><Relationship Type="http://schemas.openxmlformats.org/officeDocument/2006/relationships/notesMaster" Target="/ppt/notesMasters/notesMaster1.xml" Id="Rafe322ec85ea4f5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05d39525a544f50" /><Relationship Type="http://schemas.openxmlformats.org/officeDocument/2006/relationships/notesMaster" Target="/ppt/notesMasters/notesMaster1.xml" Id="Rb201d3f43781461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1fa63b9574748e0" /><Relationship Type="http://schemas.openxmlformats.org/officeDocument/2006/relationships/notesMaster" Target="/ppt/notesMasters/notesMaster1.xml" Id="R507a75fa41a04c1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d3f1544b4f1429e" /><Relationship Type="http://schemas.openxmlformats.org/officeDocument/2006/relationships/notesMaster" Target="/ppt/notesMasters/notesMaster1.xml" Id="R6c364be35c354d5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5e6b932c32b404f" /><Relationship Type="http://schemas.openxmlformats.org/officeDocument/2006/relationships/notesMaster" Target="/ppt/notesMasters/notesMaster1.xml" Id="R44e5df215248419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dc34a0e62c04611" /><Relationship Type="http://schemas.openxmlformats.org/officeDocument/2006/relationships/notesMaster" Target="/ppt/notesMasters/notesMaster1.xml" Id="R9cd6a1ee405d4f1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6f205f39de64333" /><Relationship Type="http://schemas.openxmlformats.org/officeDocument/2006/relationships/notesMaster" Target="/ppt/notesMasters/notesMaster1.xml" Id="Rdca2406d6a7a445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9148e41e76b4f34" /><Relationship Type="http://schemas.openxmlformats.org/officeDocument/2006/relationships/notesMaster" Target="/ppt/notesMasters/notesMaster1.xml" Id="R7cc4f5e0ebb34ef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6d504564b334f69" /><Relationship Type="http://schemas.openxmlformats.org/officeDocument/2006/relationships/notesMaster" Target="/ppt/notesMasters/notesMaster1.xml" Id="Rdcdbeb4f31094b5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14726fc49b944fcf" /><Relationship Type="http://schemas.openxmlformats.org/officeDocument/2006/relationships/notesMaster" Target="/ppt/notesMasters/notesMaster1.xml" Id="R3d3894fa24f1498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baef0e560964af4" /><Relationship Type="http://schemas.openxmlformats.org/officeDocument/2006/relationships/notesMaster" Target="/ppt/notesMasters/notesMaster1.xml" Id="R70e2dc4a49194a06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f3d7cf82f554792" /><Relationship Type="http://schemas.openxmlformats.org/officeDocument/2006/relationships/notesMaster" Target="/ppt/notesMasters/notesMaster1.xml" Id="R69b3c5af668a402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d6cb0499513450f" /><Relationship Type="http://schemas.openxmlformats.org/officeDocument/2006/relationships/notesMaster" Target="/ppt/notesMasters/notesMaster1.xml" Id="Rf2aabcd1320846e5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875b7b6b05374789" /><Relationship Type="http://schemas.openxmlformats.org/officeDocument/2006/relationships/notesMaster" Target="/ppt/notesMasters/notesMaster1.xml" Id="Rff2d4730c19b487f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9a89c656f43497b" /><Relationship Type="http://schemas.openxmlformats.org/officeDocument/2006/relationships/notesMaster" Target="/ppt/notesMasters/notesMaster1.xml" Id="Ra7f92811b7a94285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61f43c106f004e22" /><Relationship Type="http://schemas.openxmlformats.org/officeDocument/2006/relationships/notesMaster" Target="/ppt/notesMasters/notesMaster1.xml" Id="R7dc3164fcac5403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fa1ae38e35f5456b" /><Relationship Type="http://schemas.openxmlformats.org/officeDocument/2006/relationships/notesMaster" Target="/ppt/notesMasters/notesMaster1.xml" Id="Rbf7861ce818c44d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c187ff582154681" /><Relationship Type="http://schemas.openxmlformats.org/officeDocument/2006/relationships/notesMaster" Target="/ppt/notesMasters/notesMaster1.xml" Id="R29973269ca5346c7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86cd00b440942db" /><Relationship Type="http://schemas.openxmlformats.org/officeDocument/2006/relationships/notesMaster" Target="/ppt/notesMasters/notesMaster1.xml" Id="R9db9939420f746b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b9da71467124b1b" /><Relationship Type="http://schemas.openxmlformats.org/officeDocument/2006/relationships/notesMaster" Target="/ppt/notesMasters/notesMaster1.xml" Id="Re9c1f20d663e47a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32ea5a6ab7154b91" /><Relationship Type="http://schemas.openxmlformats.org/officeDocument/2006/relationships/notesMaster" Target="/ppt/notesMasters/notesMaster1.xml" Id="Rc537ef73d2544f3d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15e9c9a2d934148" /><Relationship Type="http://schemas.openxmlformats.org/officeDocument/2006/relationships/notesMaster" Target="/ppt/notesMasters/notesMaster1.xml" Id="R1d188aa188c148d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c73169991c047cd" /><Relationship Type="http://schemas.openxmlformats.org/officeDocument/2006/relationships/notesMaster" Target="/ppt/notesMasters/notesMaster1.xml" Id="R64039ad79dcc4b2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4de3a2c3c52548f5" /><Relationship Type="http://schemas.openxmlformats.org/officeDocument/2006/relationships/notesMaster" Target="/ppt/notesMasters/notesMaster1.xml" Id="Rcc9f0d855fae4d8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71b2eaa801b42dd" /><Relationship Type="http://schemas.openxmlformats.org/officeDocument/2006/relationships/notesMaster" Target="/ppt/notesMasters/notesMaster1.xml" Id="Rfaffd2fd43b548c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e4aa3ec853834aa4" /><Relationship Type="http://schemas.openxmlformats.org/officeDocument/2006/relationships/notesMaster" Target="/ppt/notesMasters/notesMaster1.xml" Id="Ra6a1e1b7afb34a57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2d05ea8b47aa49d3" /><Relationship Type="http://schemas.openxmlformats.org/officeDocument/2006/relationships/notesMaster" Target="/ppt/notesMasters/notesMaster1.xml" Id="R9c2c56d7ce28493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2d39d291a574aa9" /><Relationship Type="http://schemas.openxmlformats.org/officeDocument/2006/relationships/notesMaster" Target="/ppt/notesMasters/notesMaster1.xml" Id="R78045825841e4a61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ecb9fce72524bc4" /><Relationship Type="http://schemas.openxmlformats.org/officeDocument/2006/relationships/notesMaster" Target="/ppt/notesMasters/notesMaster1.xml" Id="Rd873c1336b41453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95eac32cccc42d6" /><Relationship Type="http://schemas.openxmlformats.org/officeDocument/2006/relationships/notesMaster" Target="/ppt/notesMasters/notesMaster1.xml" Id="R8113f6cb6fe74d2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b1c42ac7eb144bd" /><Relationship Type="http://schemas.openxmlformats.org/officeDocument/2006/relationships/notesMaster" Target="/ppt/notesMasters/notesMaster1.xml" Id="Rb45cae21f106442a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cc9e2f53bed14cde" /><Relationship Type="http://schemas.openxmlformats.org/officeDocument/2006/relationships/notesMaster" Target="/ppt/notesMasters/notesMaster1.xml" Id="R67df9bb15c5247a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f319a56620146ea" /><Relationship Type="http://schemas.openxmlformats.org/officeDocument/2006/relationships/notesMaster" Target="/ppt/notesMasters/notesMaster1.xml" Id="R1bb81d2b275c436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e4c9ee0c1ab74dfb" /><Relationship Type="http://schemas.openxmlformats.org/officeDocument/2006/relationships/notesMaster" Target="/ppt/notesMasters/notesMaster1.xml" Id="R146cf7f083b14f2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ae4cc86fec494ce7" /><Relationship Type="http://schemas.openxmlformats.org/officeDocument/2006/relationships/notesMaster" Target="/ppt/notesMasters/notesMaster1.xml" Id="R83bffc16a3b149c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d23358c0ec8d44e8" /><Relationship Type="http://schemas.openxmlformats.org/officeDocument/2006/relationships/notesMaster" Target="/ppt/notesMasters/notesMaster1.xml" Id="R44da30b7e25c48b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6e317c83b99c4f92" /><Relationship Type="http://schemas.openxmlformats.org/officeDocument/2006/relationships/notesMaster" Target="/ppt/notesMasters/notesMaster1.xml" Id="Rc86cc03fc72e4d19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c9be4f35999a43a7" /><Relationship Type="http://schemas.openxmlformats.org/officeDocument/2006/relationships/notesMaster" Target="/ppt/notesMasters/notesMaster1.xml" Id="R493824e7e0d8423d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7590050e1ea1483e" /><Relationship Type="http://schemas.openxmlformats.org/officeDocument/2006/relationships/notesMaster" Target="/ppt/notesMasters/notesMaster1.xml" Id="R6e96dd93446344a4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c8c7880acec4fa0" /><Relationship Type="http://schemas.openxmlformats.org/officeDocument/2006/relationships/notesMaster" Target="/ppt/notesMasters/notesMaster1.xml" Id="R8cf3f5b3dd3241a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75b64a2d9e794fe6" /><Relationship Type="http://schemas.openxmlformats.org/officeDocument/2006/relationships/notesMaster" Target="/ppt/notesMasters/notesMaster1.xml" Id="Rffcf463c0c6b468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f3befc34e87d43e1" /><Relationship Type="http://schemas.openxmlformats.org/officeDocument/2006/relationships/notesMaster" Target="/ppt/notesMasters/notesMaster1.xml" Id="Ra427af442e23497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39c07368dda4447" /><Relationship Type="http://schemas.openxmlformats.org/officeDocument/2006/relationships/notesMaster" Target="/ppt/notesMasters/notesMaster1.xml" Id="R9a43d2a7385d429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6c3492b52c384d37" /><Relationship Type="http://schemas.openxmlformats.org/officeDocument/2006/relationships/notesMaster" Target="/ppt/notesMasters/notesMaster1.xml" Id="Rb5a77a83147c40ae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d87bf91471344865" /><Relationship Type="http://schemas.openxmlformats.org/officeDocument/2006/relationships/notesMaster" Target="/ppt/notesMasters/notesMaster1.xml" Id="R6202e697e70c4c2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d6fd3bcf81d492c" /><Relationship Type="http://schemas.openxmlformats.org/officeDocument/2006/relationships/notesMaster" Target="/ppt/notesMasters/notesMaster1.xml" Id="Rbae07863f64b4980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c3c4b26eaee4550" /><Relationship Type="http://schemas.openxmlformats.org/officeDocument/2006/relationships/notesMaster" Target="/ppt/notesMasters/notesMaster1.xml" Id="R282b38d400464b2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3c695c557f9a4493" /><Relationship Type="http://schemas.openxmlformats.org/officeDocument/2006/relationships/notesMaster" Target="/ppt/notesMasters/notesMaster1.xml" Id="R8edde998e6d04230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e3615ba63ad46ff" /><Relationship Type="http://schemas.openxmlformats.org/officeDocument/2006/relationships/notesMaster" Target="/ppt/notesMasters/notesMaster1.xml" Id="R81b3f7b5715649e4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95b683d798d241a6" /><Relationship Type="http://schemas.openxmlformats.org/officeDocument/2006/relationships/notesMaster" Target="/ppt/notesMasters/notesMaster1.xml" Id="R85ca2bfb62b4461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5b955d5f159a4879" /><Relationship Type="http://schemas.openxmlformats.org/officeDocument/2006/relationships/notesMaster" Target="/ppt/notesMasters/notesMaster1.xml" Id="R3867612543314cc6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c6caa5ee65c44f6" /><Relationship Type="http://schemas.openxmlformats.org/officeDocument/2006/relationships/notesMaster" Target="/ppt/notesMasters/notesMaster1.xml" Id="Rd34e445811e645a3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880fc436f2d40bf" /><Relationship Type="http://schemas.openxmlformats.org/officeDocument/2006/relationships/notesMaster" Target="/ppt/notesMasters/notesMaster1.xml" Id="Re9a171dc09514ac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765e3af7da6d49a0" /><Relationship Type="http://schemas.openxmlformats.org/officeDocument/2006/relationships/notesMaster" Target="/ppt/notesMasters/notesMaster1.xml" Id="R9bb3414be4be44a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ef9e3b50fd44098" /><Relationship Type="http://schemas.openxmlformats.org/officeDocument/2006/relationships/notesMaster" Target="/ppt/notesMasters/notesMaster1.xml" Id="R767b806b84534a08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14285fcfa5a4527" /><Relationship Type="http://schemas.openxmlformats.org/officeDocument/2006/relationships/notesMaster" Target="/ppt/notesMasters/notesMaster1.xml" Id="R4edb8213f335421b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b557a83b28154dae" /><Relationship Type="http://schemas.openxmlformats.org/officeDocument/2006/relationships/notesMaster" Target="/ppt/notesMasters/notesMaster1.xml" Id="R4622c50149ed4e0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81544013e882464e" /><Relationship Type="http://schemas.openxmlformats.org/officeDocument/2006/relationships/notesMaster" Target="/ppt/notesMasters/notesMaster1.xml" Id="Rba4d187db2ef4be1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60bfa3d1ff5942bb" /><Relationship Type="http://schemas.openxmlformats.org/officeDocument/2006/relationships/notesMaster" Target="/ppt/notesMasters/notesMaster1.xml" Id="Rade6a37f082941d6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d47d2480c1904bf7" /><Relationship Type="http://schemas.openxmlformats.org/officeDocument/2006/relationships/notesMaster" Target="/ppt/notesMasters/notesMaster1.xml" Id="R8c25c95afddd422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9f462d085b2741ae" /><Relationship Type="http://schemas.openxmlformats.org/officeDocument/2006/relationships/notesMaster" Target="/ppt/notesMasters/notesMaster1.xml" Id="Re411d6131e464bb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992a747111bd447b" /><Relationship Type="http://schemas.openxmlformats.org/officeDocument/2006/relationships/notesMaster" Target="/ppt/notesMasters/notesMaster1.xml" Id="Rfb1de1e00f234ca1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27da4a08168d41f5" /><Relationship Type="http://schemas.openxmlformats.org/officeDocument/2006/relationships/notesMaster" Target="/ppt/notesMasters/notesMaster1.xml" Id="Ra6d3c1b2a550471f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f54af2c9a2774ca7" /><Relationship Type="http://schemas.openxmlformats.org/officeDocument/2006/relationships/notesMaster" Target="/ppt/notesMasters/notesMaster1.xml" Id="R5327e694fd364e32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b3536ac5618e4979" /><Relationship Type="http://schemas.openxmlformats.org/officeDocument/2006/relationships/notesMaster" Target="/ppt/notesMasters/notesMaster1.xml" Id="Rff68f9acbf1e4ce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b7eb33d932334ad8" /><Relationship Type="http://schemas.openxmlformats.org/officeDocument/2006/relationships/notesMaster" Target="/ppt/notesMasters/notesMaster1.xml" Id="R82b0de6e5dc64834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5887be735a0f46e3" /><Relationship Type="http://schemas.openxmlformats.org/officeDocument/2006/relationships/notesMaster" Target="/ppt/notesMasters/notesMaster1.xml" Id="R079212114c0545c0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a4ff35923be04b1e" /><Relationship Type="http://schemas.openxmlformats.org/officeDocument/2006/relationships/notesMaster" Target="/ppt/notesMasters/notesMaster1.xml" Id="R0926e3e7b45948fa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75e47705f3c941bc" /><Relationship Type="http://schemas.openxmlformats.org/officeDocument/2006/relationships/notesMaster" Target="/ppt/notesMasters/notesMaster1.xml" Id="Rc1d87bd5012e4cad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f589b7ca60764b1d" /><Relationship Type="http://schemas.openxmlformats.org/officeDocument/2006/relationships/notesMaster" Target="/ppt/notesMasters/notesMaster1.xml" Id="R6d56bf3d509b40f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437d8513db044f42" /><Relationship Type="http://schemas.openxmlformats.org/officeDocument/2006/relationships/notesMaster" Target="/ppt/notesMasters/notesMaster1.xml" Id="R3dbba8d55bc04f47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2f911edb676842ed" /><Relationship Type="http://schemas.openxmlformats.org/officeDocument/2006/relationships/notesMaster" Target="/ppt/notesMasters/notesMaster1.xml" Id="Rfc9a24cbf0504dcd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bc651bd44f784af7" /><Relationship Type="http://schemas.openxmlformats.org/officeDocument/2006/relationships/notesMaster" Target="/ppt/notesMasters/notesMaster1.xml" Id="R822b74c02b494b32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6fccd89c3304902" /><Relationship Type="http://schemas.openxmlformats.org/officeDocument/2006/relationships/notesMaster" Target="/ppt/notesMasters/notesMaster1.xml" Id="Ra0ee523c47e84f68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c2e8f82916e44eaf" /><Relationship Type="http://schemas.openxmlformats.org/officeDocument/2006/relationships/notesMaster" Target="/ppt/notesMasters/notesMaster1.xml" Id="R56bdcf7998f54a51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3df680c71ee445bb" /><Relationship Type="http://schemas.openxmlformats.org/officeDocument/2006/relationships/notesMaster" Target="/ppt/notesMasters/notesMaster1.xml" Id="R876c999ec5b14e1a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21a32bab5da24a4f" /><Relationship Type="http://schemas.openxmlformats.org/officeDocument/2006/relationships/notesMaster" Target="/ppt/notesMasters/notesMaster1.xml" Id="Rd2ff46851cd041cd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c480724a9c934cf2" /><Relationship Type="http://schemas.openxmlformats.org/officeDocument/2006/relationships/notesMaster" Target="/ppt/notesMasters/notesMaster1.xml" Id="Rd099410602de40ba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8f9aa580089e4665" /><Relationship Type="http://schemas.openxmlformats.org/officeDocument/2006/relationships/notesMaster" Target="/ppt/notesMasters/notesMaster1.xml" Id="R60a1305ae9cf444c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48667c7aea9f4341" /><Relationship Type="http://schemas.openxmlformats.org/officeDocument/2006/relationships/notesMaster" Target="/ppt/notesMasters/notesMaster1.xml" Id="R6bd33ede1c1d4b8f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cf46978d5c4460c" /><Relationship Type="http://schemas.openxmlformats.org/officeDocument/2006/relationships/notesMaster" Target="/ppt/notesMasters/notesMaster1.xml" Id="Rbc6ffe29016f465d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90fac03b2f984b16" /><Relationship Type="http://schemas.openxmlformats.org/officeDocument/2006/relationships/notesMaster" Target="/ppt/notesMasters/notesMaster1.xml" Id="R702aa713988847a8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78470b39aaaa4806" /><Relationship Type="http://schemas.openxmlformats.org/officeDocument/2006/relationships/notesMaster" Target="/ppt/notesMasters/notesMaster1.xml" Id="R0203773871b3485d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53acde9e98d74c0a" /><Relationship Type="http://schemas.openxmlformats.org/officeDocument/2006/relationships/notesMaster" Target="/ppt/notesMasters/notesMaster1.xml" Id="R52dc9d1aa5a34efc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c65c2aebb8494b0c" /><Relationship Type="http://schemas.openxmlformats.org/officeDocument/2006/relationships/notesMaster" Target="/ppt/notesMasters/notesMaster1.xml" Id="Rb0291b281f1946d0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9b20170877e84607" /><Relationship Type="http://schemas.openxmlformats.org/officeDocument/2006/relationships/notesMaster" Target="/ppt/notesMasters/notesMaster1.xml" Id="R21feff96bb794447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ecd274e8d8e4bf8" /><Relationship Type="http://schemas.openxmlformats.org/officeDocument/2006/relationships/notesMaster" Target="/ppt/notesMasters/notesMaster1.xml" Id="R963d5e60a12447b5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df999336d734ac8" /><Relationship Type="http://schemas.openxmlformats.org/officeDocument/2006/relationships/notesMaster" Target="/ppt/notesMasters/notesMaster1.xml" Id="R7472ae97503d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635b79343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1c2c7f86344f3b" /><Relationship Type="http://schemas.openxmlformats.org/officeDocument/2006/relationships/slideLayout" Target="/ppt/slideLayouts/slideLayout1.xml" Id="R5198f026c4244b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98f026c4244b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9d52ebf9e4644" /><Relationship Type="http://schemas.openxmlformats.org/officeDocument/2006/relationships/notesSlide" Target="/ppt/notesSlides/notesSlide1.xml" Id="Rf40ccf76d37549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d202d9da34c27" /><Relationship Type="http://schemas.openxmlformats.org/officeDocument/2006/relationships/notesSlide" Target="/ppt/notesSlides/notesSlide2.xml" Id="R8b61339ab50b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4056f5e42478e" /><Relationship Type="http://schemas.openxmlformats.org/officeDocument/2006/relationships/notesSlide" Target="/ppt/notesSlides/notesSlide3.xml" Id="R1849ed56390b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be98f2adc4b10" /><Relationship Type="http://schemas.openxmlformats.org/officeDocument/2006/relationships/notesSlide" Target="/ppt/notesSlides/notesSlide4.xml" Id="R70c8e1087543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faa450b87401b" /><Relationship Type="http://schemas.openxmlformats.org/officeDocument/2006/relationships/notesSlide" Target="/ppt/notesSlides/notesSlide5.xml" Id="Rd20674923b61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78b4ed7f34eb7" /><Relationship Type="http://schemas.openxmlformats.org/officeDocument/2006/relationships/notesSlide" Target="/ppt/notesSlides/notesSlide6.xml" Id="R46c681689adf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be57122a4497e" /><Relationship Type="http://schemas.openxmlformats.org/officeDocument/2006/relationships/notesSlide" Target="/ppt/notesSlides/notesSlide7.xml" Id="R886b74df8ace47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106a16054486c" /><Relationship Type="http://schemas.openxmlformats.org/officeDocument/2006/relationships/notesSlide" Target="/ppt/notesSlides/notesSlide8.xml" Id="R7c8ce63eb931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d7e3c88a4e0f" /><Relationship Type="http://schemas.openxmlformats.org/officeDocument/2006/relationships/notesSlide" Target="/ppt/notesSlides/notesSlide9.xml" Id="R3c398403e04147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ecbf2517b4083" /><Relationship Type="http://schemas.openxmlformats.org/officeDocument/2006/relationships/notesSlide" Target="/ppt/notesSlides/notesSlide10.xml" Id="Rd6904214ee2d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ee4249c3944b2" /><Relationship Type="http://schemas.openxmlformats.org/officeDocument/2006/relationships/notesSlide" Target="/ppt/notesSlides/notesSlide11.xml" Id="Rfb36fc53178c45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f5f4627634cea" /><Relationship Type="http://schemas.openxmlformats.org/officeDocument/2006/relationships/notesSlide" Target="/ppt/notesSlides/notesSlide12.xml" Id="R57542636d41c43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3b68ffbd45d0" /><Relationship Type="http://schemas.openxmlformats.org/officeDocument/2006/relationships/notesSlide" Target="/ppt/notesSlides/notesSlide13.xml" Id="R9aae052f514a44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af26a1068474d" /><Relationship Type="http://schemas.openxmlformats.org/officeDocument/2006/relationships/notesSlide" Target="/ppt/notesSlides/notesSlide14.xml" Id="R3eb72c9bed4845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40c0be86e4484" /><Relationship Type="http://schemas.openxmlformats.org/officeDocument/2006/relationships/notesSlide" Target="/ppt/notesSlides/notesSlide15.xml" Id="Ra65fb3d885dc44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4b4cc7ddc49a7" /><Relationship Type="http://schemas.openxmlformats.org/officeDocument/2006/relationships/notesSlide" Target="/ppt/notesSlides/notesSlide16.xml" Id="R02f0eb279d7c46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48c0ba2524f5b" /><Relationship Type="http://schemas.openxmlformats.org/officeDocument/2006/relationships/notesSlide" Target="/ppt/notesSlides/notesSlide17.xml" Id="Rb52b66616f5e4d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f002ef69341d8" /><Relationship Type="http://schemas.openxmlformats.org/officeDocument/2006/relationships/notesSlide" Target="/ppt/notesSlides/notesSlide18.xml" Id="Rcd0963f64b8f40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4da244e7143d0" /><Relationship Type="http://schemas.openxmlformats.org/officeDocument/2006/relationships/notesSlide" Target="/ppt/notesSlides/notesSlide19.xml" Id="R586d335e99ef4d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01e5c7de64234" /><Relationship Type="http://schemas.openxmlformats.org/officeDocument/2006/relationships/notesSlide" Target="/ppt/notesSlides/notesSlide20.xml" Id="R8044842f3f4b44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93132e5aa4275" /><Relationship Type="http://schemas.openxmlformats.org/officeDocument/2006/relationships/notesSlide" Target="/ppt/notesSlides/notesSlide21.xml" Id="R3816ac3262d941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c6784248944d7" /><Relationship Type="http://schemas.openxmlformats.org/officeDocument/2006/relationships/notesSlide" Target="/ppt/notesSlides/notesSlide22.xml" Id="Rbc6809a452874b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3e64f0b3413d" /><Relationship Type="http://schemas.openxmlformats.org/officeDocument/2006/relationships/notesSlide" Target="/ppt/notesSlides/notesSlide23.xml" Id="R6130a8c0755140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c4e693cfa47ce" /><Relationship Type="http://schemas.openxmlformats.org/officeDocument/2006/relationships/notesSlide" Target="/ppt/notesSlides/notesSlide24.xml" Id="R6f8e7065e86240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beda8bc0b41d9" /><Relationship Type="http://schemas.openxmlformats.org/officeDocument/2006/relationships/notesSlide" Target="/ppt/notesSlides/notesSlide25.xml" Id="Rf0fe1803706b48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4f169daa4571" /><Relationship Type="http://schemas.openxmlformats.org/officeDocument/2006/relationships/notesSlide" Target="/ppt/notesSlides/notesSlide26.xml" Id="R81dc83591c9648d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76083bec4ecb" /><Relationship Type="http://schemas.openxmlformats.org/officeDocument/2006/relationships/notesSlide" Target="/ppt/notesSlides/notesSlide27.xml" Id="Rcfb1cd8ac0764f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6e16f38144ac" /><Relationship Type="http://schemas.openxmlformats.org/officeDocument/2006/relationships/notesSlide" Target="/ppt/notesSlides/notesSlide28.xml" Id="Rb0abf458049844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abe84a3f4b6d" /><Relationship Type="http://schemas.openxmlformats.org/officeDocument/2006/relationships/notesSlide" Target="/ppt/notesSlides/notesSlide29.xml" Id="R5eece8827de24d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c2cb956984662" /><Relationship Type="http://schemas.openxmlformats.org/officeDocument/2006/relationships/notesSlide" Target="/ppt/notesSlides/notesSlide30.xml" Id="R81af159677cb4d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1f516954f4ecc" /><Relationship Type="http://schemas.openxmlformats.org/officeDocument/2006/relationships/notesSlide" Target="/ppt/notesSlides/notesSlide31.xml" Id="Rbf2f6ff6b95049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5fbf7b894bb1" /><Relationship Type="http://schemas.openxmlformats.org/officeDocument/2006/relationships/notesSlide" Target="/ppt/notesSlides/notesSlide32.xml" Id="R48b5fbfd023f477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a0de90acf4c92" /><Relationship Type="http://schemas.openxmlformats.org/officeDocument/2006/relationships/notesSlide" Target="/ppt/notesSlides/notesSlide33.xml" Id="R6470ef6bd2324a0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1db82be8947b7" /><Relationship Type="http://schemas.openxmlformats.org/officeDocument/2006/relationships/notesSlide" Target="/ppt/notesSlides/notesSlide34.xml" Id="R3c9ad615f73b4b4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6b19345db4dd7" /><Relationship Type="http://schemas.openxmlformats.org/officeDocument/2006/relationships/notesSlide" Target="/ppt/notesSlides/notesSlide35.xml" Id="R5ae2b8f858bc44d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6e7e6577c4398" /><Relationship Type="http://schemas.openxmlformats.org/officeDocument/2006/relationships/notesSlide" Target="/ppt/notesSlides/notesSlide36.xml" Id="R362ecdfe57ab43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525c412ff4cfa" /><Relationship Type="http://schemas.openxmlformats.org/officeDocument/2006/relationships/notesSlide" Target="/ppt/notesSlides/notesSlide37.xml" Id="R013801cf3899436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b33d839c14f09" /><Relationship Type="http://schemas.openxmlformats.org/officeDocument/2006/relationships/notesSlide" Target="/ppt/notesSlides/notesSlide38.xml" Id="Rbb9101072ea44b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38539678440d" /><Relationship Type="http://schemas.openxmlformats.org/officeDocument/2006/relationships/notesSlide" Target="/ppt/notesSlides/notesSlide39.xml" Id="Re7d44123f16f4b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e47a0563c4535" /><Relationship Type="http://schemas.openxmlformats.org/officeDocument/2006/relationships/notesSlide" Target="/ppt/notesSlides/notesSlide40.xml" Id="Raa7841d9e7644c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aad1edd394a54" /><Relationship Type="http://schemas.openxmlformats.org/officeDocument/2006/relationships/notesSlide" Target="/ppt/notesSlides/notesSlide41.xml" Id="R336bf0e9841e4de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370df63284049" /><Relationship Type="http://schemas.openxmlformats.org/officeDocument/2006/relationships/notesSlide" Target="/ppt/notesSlides/notesSlide42.xml" Id="Raa636f4336ad4fc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11906adf48d9" /><Relationship Type="http://schemas.openxmlformats.org/officeDocument/2006/relationships/notesSlide" Target="/ppt/notesSlides/notesSlide43.xml" Id="R837cf03908f44bd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63a13557a43ae" /><Relationship Type="http://schemas.openxmlformats.org/officeDocument/2006/relationships/notesSlide" Target="/ppt/notesSlides/notesSlide44.xml" Id="Ref33007c2d6646a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e355a73a43c5" /><Relationship Type="http://schemas.openxmlformats.org/officeDocument/2006/relationships/notesSlide" Target="/ppt/notesSlides/notesSlide45.xml" Id="Reec46bc9813646b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ca899d44b4369" /><Relationship Type="http://schemas.openxmlformats.org/officeDocument/2006/relationships/notesSlide" Target="/ppt/notesSlides/notesSlide46.xml" Id="R938f9659792f44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a5e5e571d4e2f" /><Relationship Type="http://schemas.openxmlformats.org/officeDocument/2006/relationships/notesSlide" Target="/ppt/notesSlides/notesSlide47.xml" Id="Rcb9f83bd3307407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5b69889d84ca0" /><Relationship Type="http://schemas.openxmlformats.org/officeDocument/2006/relationships/notesSlide" Target="/ppt/notesSlides/notesSlide48.xml" Id="Re547364d9c71412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8665ee3e64f64" /><Relationship Type="http://schemas.openxmlformats.org/officeDocument/2006/relationships/notesSlide" Target="/ppt/notesSlides/notesSlide49.xml" Id="R503a226f31714a3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b34b7ed2418d" /><Relationship Type="http://schemas.openxmlformats.org/officeDocument/2006/relationships/notesSlide" Target="/ppt/notesSlides/notesSlide50.xml" Id="R17ef8fd15a9a445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df6a485f34760" /><Relationship Type="http://schemas.openxmlformats.org/officeDocument/2006/relationships/notesSlide" Target="/ppt/notesSlides/notesSlide51.xml" Id="Rc91a24302d3e439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b7dd062744240" /><Relationship Type="http://schemas.openxmlformats.org/officeDocument/2006/relationships/notesSlide" Target="/ppt/notesSlides/notesSlide52.xml" Id="R6979b189343542f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2c33638b4f81" /><Relationship Type="http://schemas.openxmlformats.org/officeDocument/2006/relationships/notesSlide" Target="/ppt/notesSlides/notesSlide53.xml" Id="R3411aca4d273423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90e6e53f646df" /><Relationship Type="http://schemas.openxmlformats.org/officeDocument/2006/relationships/notesSlide" Target="/ppt/notesSlides/notesSlide54.xml" Id="R542e6a64e993434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654c506374edc" /><Relationship Type="http://schemas.openxmlformats.org/officeDocument/2006/relationships/notesSlide" Target="/ppt/notesSlides/notesSlide55.xml" Id="R7cdfb7c3b9ac4ca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93ec092e14c5e" /><Relationship Type="http://schemas.openxmlformats.org/officeDocument/2006/relationships/notesSlide" Target="/ppt/notesSlides/notesSlide56.xml" Id="Rcad1bb4557ce4e8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fa5a6e954a39" /><Relationship Type="http://schemas.openxmlformats.org/officeDocument/2006/relationships/notesSlide" Target="/ppt/notesSlides/notesSlide57.xml" Id="Reb69789731ff499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c5cb9048a4e0c" /><Relationship Type="http://schemas.openxmlformats.org/officeDocument/2006/relationships/notesSlide" Target="/ppt/notesSlides/notesSlide58.xml" Id="Ra46ac3f96d42423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a4386c3574b97" /><Relationship Type="http://schemas.openxmlformats.org/officeDocument/2006/relationships/notesSlide" Target="/ppt/notesSlides/notesSlide59.xml" Id="R5d6ec83536c749a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25b0738f477c" /><Relationship Type="http://schemas.openxmlformats.org/officeDocument/2006/relationships/notesSlide" Target="/ppt/notesSlides/notesSlide60.xml" Id="R5cfdea62636d418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d0cbb267d4f14" /><Relationship Type="http://schemas.openxmlformats.org/officeDocument/2006/relationships/notesSlide" Target="/ppt/notesSlides/notesSlide61.xml" Id="R62c73c73800c402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af50ba8b145a8" /><Relationship Type="http://schemas.openxmlformats.org/officeDocument/2006/relationships/notesSlide" Target="/ppt/notesSlides/notesSlide62.xml" Id="Rf52e24d7e2564b1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46bfb8b284cf4" /><Relationship Type="http://schemas.openxmlformats.org/officeDocument/2006/relationships/notesSlide" Target="/ppt/notesSlides/notesSlide63.xml" Id="R617df1ed8a794ab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580416d8d4107" /><Relationship Type="http://schemas.openxmlformats.org/officeDocument/2006/relationships/notesSlide" Target="/ppt/notesSlides/notesSlide64.xml" Id="R370cccc2ae8e4b1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680030c7c4607" /><Relationship Type="http://schemas.openxmlformats.org/officeDocument/2006/relationships/notesSlide" Target="/ppt/notesSlides/notesSlide65.xml" Id="Rc91a6fdf21bb498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97c81b88b4640" /><Relationship Type="http://schemas.openxmlformats.org/officeDocument/2006/relationships/notesSlide" Target="/ppt/notesSlides/notesSlide66.xml" Id="R47a614d9e5f54a4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fdefb51224419" /><Relationship Type="http://schemas.openxmlformats.org/officeDocument/2006/relationships/notesSlide" Target="/ppt/notesSlides/notesSlide67.xml" Id="R8fcf9eb6f387484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c35cd043c48d8" /><Relationship Type="http://schemas.openxmlformats.org/officeDocument/2006/relationships/notesSlide" Target="/ppt/notesSlides/notesSlide68.xml" Id="Rbfdca259e809477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d451a4684af4" /><Relationship Type="http://schemas.openxmlformats.org/officeDocument/2006/relationships/notesSlide" Target="/ppt/notesSlides/notesSlide69.xml" Id="R0f354e6fb9fc46d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a275c1f614c8c" /><Relationship Type="http://schemas.openxmlformats.org/officeDocument/2006/relationships/notesSlide" Target="/ppt/notesSlides/notesSlide70.xml" Id="R51333a9732a942d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7187438e240c7" /><Relationship Type="http://schemas.openxmlformats.org/officeDocument/2006/relationships/notesSlide" Target="/ppt/notesSlides/notesSlide71.xml" Id="R9815996339cd455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de6a143d74eed" /><Relationship Type="http://schemas.openxmlformats.org/officeDocument/2006/relationships/notesSlide" Target="/ppt/notesSlides/notesSlide72.xml" Id="R1a8fa85635c540b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9d533d414f46" /><Relationship Type="http://schemas.openxmlformats.org/officeDocument/2006/relationships/notesSlide" Target="/ppt/notesSlides/notesSlide73.xml" Id="R2479261708d844e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0520e764468a" /><Relationship Type="http://schemas.openxmlformats.org/officeDocument/2006/relationships/notesSlide" Target="/ppt/notesSlides/notesSlide74.xml" Id="R0e276a1ca55d452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3b9b0c8fc46e0" /><Relationship Type="http://schemas.openxmlformats.org/officeDocument/2006/relationships/notesSlide" Target="/ppt/notesSlides/notesSlide75.xml" Id="Rc0610ed70fe3420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bfc35729b471d" /><Relationship Type="http://schemas.openxmlformats.org/officeDocument/2006/relationships/notesSlide" Target="/ppt/notesSlides/notesSlide76.xml" Id="R00a6089d6b2543ce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9f1071eb7403e" /><Relationship Type="http://schemas.openxmlformats.org/officeDocument/2006/relationships/notesSlide" Target="/ppt/notesSlides/notesSlide77.xml" Id="Ree5bf2391482425d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fffe2adb246f7" /><Relationship Type="http://schemas.openxmlformats.org/officeDocument/2006/relationships/notesSlide" Target="/ppt/notesSlides/notesSlide78.xml" Id="Rbaa20358a8bc4e3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bd0bc4e2642ee" /><Relationship Type="http://schemas.openxmlformats.org/officeDocument/2006/relationships/notesSlide" Target="/ppt/notesSlides/notesSlide79.xml" Id="R2c1acac48a18427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d3197bffc44f8" /><Relationship Type="http://schemas.openxmlformats.org/officeDocument/2006/relationships/notesSlide" Target="/ppt/notesSlides/notesSlide80.xml" Id="R1d1a4016aea1485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e414fd0bf4843" /><Relationship Type="http://schemas.openxmlformats.org/officeDocument/2006/relationships/notesSlide" Target="/ppt/notesSlides/notesSlide81.xml" Id="R757bc903ed1d454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88f84bc94c5c" /><Relationship Type="http://schemas.openxmlformats.org/officeDocument/2006/relationships/notesSlide" Target="/ppt/notesSlides/notesSlide82.xml" Id="R79da0672fa1b41f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8765b400041fa" /><Relationship Type="http://schemas.openxmlformats.org/officeDocument/2006/relationships/notesSlide" Target="/ppt/notesSlides/notesSlide83.xml" Id="R8714fbd5daee46e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e06a88d64162" /><Relationship Type="http://schemas.openxmlformats.org/officeDocument/2006/relationships/notesSlide" Target="/ppt/notesSlides/notesSlide84.xml" Id="R75c6b493dacf45ed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94c2329fa476f" /><Relationship Type="http://schemas.openxmlformats.org/officeDocument/2006/relationships/notesSlide" Target="/ppt/notesSlides/notesSlide85.xml" Id="R26938658dafe422b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102e558134374" /><Relationship Type="http://schemas.openxmlformats.org/officeDocument/2006/relationships/notesSlide" Target="/ppt/notesSlides/notesSlide86.xml" Id="Rb423ed9e66e8488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6d0da98594ee6" /><Relationship Type="http://schemas.openxmlformats.org/officeDocument/2006/relationships/notesSlide" Target="/ppt/notesSlides/notesSlide87.xml" Id="Rcaa445a1712a47d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404738bc94960" /><Relationship Type="http://schemas.openxmlformats.org/officeDocument/2006/relationships/notesSlide" Target="/ppt/notesSlides/notesSlide88.xml" Id="Rc6df4c07035c48d5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2d1bf673473f" /><Relationship Type="http://schemas.openxmlformats.org/officeDocument/2006/relationships/notesSlide" Target="/ppt/notesSlides/notesSlide89.xml" Id="R1555716b6d84432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afee9f87a4558" /><Relationship Type="http://schemas.openxmlformats.org/officeDocument/2006/relationships/notesSlide" Target="/ppt/notesSlides/notesSlide90.xml" Id="R566bd89992fd41e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dc947dfa74cee" /><Relationship Type="http://schemas.openxmlformats.org/officeDocument/2006/relationships/notesSlide" Target="/ppt/notesSlides/notesSlide91.xml" Id="R4ea8451dce594bec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fb58877834f55" /><Relationship Type="http://schemas.openxmlformats.org/officeDocument/2006/relationships/notesSlide" Target="/ppt/notesSlides/notesSlide92.xml" Id="R3d304a4c126b4ed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3eda61dc4f91" /><Relationship Type="http://schemas.openxmlformats.org/officeDocument/2006/relationships/notesSlide" Target="/ppt/notesSlides/notesSlide93.xml" Id="R5ce04e93361f474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eb69967af493b" /><Relationship Type="http://schemas.openxmlformats.org/officeDocument/2006/relationships/notesSlide" Target="/ppt/notesSlides/notesSlide94.xml" Id="R9d96c4959d974b4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8c3dbc354b60" /><Relationship Type="http://schemas.openxmlformats.org/officeDocument/2006/relationships/notesSlide" Target="/ppt/notesSlides/notesSlide95.xml" Id="R068bb7a0a7264e9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8dee62bba407e" /><Relationship Type="http://schemas.openxmlformats.org/officeDocument/2006/relationships/notesSlide" Target="/ppt/notesSlides/notesSlide96.xml" Id="R2b784484a27b4be6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336057fdf4de4" /><Relationship Type="http://schemas.openxmlformats.org/officeDocument/2006/relationships/notesSlide" Target="/ppt/notesSlides/notesSlide97.xml" Id="R88f472bda65a4ffb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68069c3674b95" /><Relationship Type="http://schemas.openxmlformats.org/officeDocument/2006/relationships/notesSlide" Target="/ppt/notesSlides/notesSlide98.xml" Id="R0d09f5e48fe94cb3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0d8033c2b4817" /><Relationship Type="http://schemas.openxmlformats.org/officeDocument/2006/relationships/notesSlide" Target="/ppt/notesSlides/notesSlide99.xml" Id="R525e615c8d044d59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86499c0c748dd" /><Relationship Type="http://schemas.openxmlformats.org/officeDocument/2006/relationships/notesSlide" Target="/ppt/notesSlides/notesSlide100.xml" Id="Rfeee8defcf734085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d5d4e6f0b4e72" /><Relationship Type="http://schemas.openxmlformats.org/officeDocument/2006/relationships/notesSlide" Target="/ppt/notesSlides/notesSlide101.xml" Id="Rf7161a63a27948a1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f0cdc5b0643b0" /><Relationship Type="http://schemas.openxmlformats.org/officeDocument/2006/relationships/notesSlide" Target="/ppt/notesSlides/notesSlide102.xml" Id="R2fa69db7eb7c4c66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1ecc708fc4f4b" /><Relationship Type="http://schemas.openxmlformats.org/officeDocument/2006/relationships/notesSlide" Target="/ppt/notesSlides/notesSlide103.xml" Id="R36e11a689cf84ca4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9712fb6424c41" /><Relationship Type="http://schemas.openxmlformats.org/officeDocument/2006/relationships/notesSlide" Target="/ppt/notesSlides/notesSlide104.xml" Id="R10efae974e17457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cd53d069948ff" /><Relationship Type="http://schemas.openxmlformats.org/officeDocument/2006/relationships/notesSlide" Target="/ppt/notesSlides/notesSlide105.xml" Id="R3b95dbe8051f419e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cb63a3974049" /><Relationship Type="http://schemas.openxmlformats.org/officeDocument/2006/relationships/notesSlide" Target="/ppt/notesSlides/notesSlide106.xml" Id="R19f57746ce404a24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5248efcac44ff" /><Relationship Type="http://schemas.openxmlformats.org/officeDocument/2006/relationships/notesSlide" Target="/ppt/notesSlides/notesSlide107.xml" Id="Re056aca734d5450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04580fc8c4bf1" /><Relationship Type="http://schemas.openxmlformats.org/officeDocument/2006/relationships/notesSlide" Target="/ppt/notesSlides/notesSlide108.xml" Id="R5a5c12daf7e2477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80a749fd41cb" /><Relationship Type="http://schemas.openxmlformats.org/officeDocument/2006/relationships/notesSlide" Target="/ppt/notesSlides/notesSlide109.xml" Id="Re4e4325665b9491a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04e2887cb4d77" /><Relationship Type="http://schemas.openxmlformats.org/officeDocument/2006/relationships/notesSlide" Target="/ppt/notesSlides/notesSlide110.xml" Id="Re7969cff8a374e1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b55e4733d41b3" /><Relationship Type="http://schemas.openxmlformats.org/officeDocument/2006/relationships/notesSlide" Target="/ppt/notesSlides/notesSlide111.xml" Id="R56870981144d4848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94f89439246b7" /><Relationship Type="http://schemas.openxmlformats.org/officeDocument/2006/relationships/notesSlide" Target="/ppt/notesSlides/notesSlide112.xml" Id="R7dadfeb82fbf428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ffeaf8ef34448" /><Relationship Type="http://schemas.openxmlformats.org/officeDocument/2006/relationships/notesSlide" Target="/ppt/notesSlides/notesSlide113.xml" Id="Raf34daed12464c1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6ca5409647f5" /><Relationship Type="http://schemas.openxmlformats.org/officeDocument/2006/relationships/notesSlide" Target="/ppt/notesSlides/notesSlide114.xml" Id="Rb9c3d7c44df04bed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6538e27a742da" /><Relationship Type="http://schemas.openxmlformats.org/officeDocument/2006/relationships/notesSlide" Target="/ppt/notesSlides/notesSlide115.xml" Id="R03c44f0ae3984c7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aafbc7dfd41b0" /><Relationship Type="http://schemas.openxmlformats.org/officeDocument/2006/relationships/notesSlide" Target="/ppt/notesSlides/notesSlide116.xml" Id="R1f391468b746484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4a43b790d456a" /><Relationship Type="http://schemas.openxmlformats.org/officeDocument/2006/relationships/notesSlide" Target="/ppt/notesSlides/notesSlide117.xml" Id="R22b53d117fe34f6d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f99d124db4533" /><Relationship Type="http://schemas.openxmlformats.org/officeDocument/2006/relationships/notesSlide" Target="/ppt/notesSlides/notesSlide118.xml" Id="Rfeab67ccfeeb4d4f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e63c6e4464820" /><Relationship Type="http://schemas.openxmlformats.org/officeDocument/2006/relationships/notesSlide" Target="/ppt/notesSlides/notesSlide119.xml" Id="Rcb1f71e267c04df4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1417f464d4546" /><Relationship Type="http://schemas.openxmlformats.org/officeDocument/2006/relationships/notesSlide" Target="/ppt/notesSlides/notesSlide120.xml" Id="Rffe3ccf4cc50445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b4f81a5c4fad" /><Relationship Type="http://schemas.openxmlformats.org/officeDocument/2006/relationships/notesSlide" Target="/ppt/notesSlides/notesSlide121.xml" Id="R0f3e4073ec8c4069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0ee10f58a415b" /><Relationship Type="http://schemas.openxmlformats.org/officeDocument/2006/relationships/notesSlide" Target="/ppt/notesSlides/notesSlide122.xml" Id="R3ce11e49a00246c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2d72bbfa44bd1" /><Relationship Type="http://schemas.openxmlformats.org/officeDocument/2006/relationships/notesSlide" Target="/ppt/notesSlides/notesSlide123.xml" Id="R7455e0ba18084c14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f7c46be144aae" /><Relationship Type="http://schemas.openxmlformats.org/officeDocument/2006/relationships/notesSlide" Target="/ppt/notesSlides/notesSlide124.xml" Id="R406c28a815a747d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6f84eb1546fe" /><Relationship Type="http://schemas.openxmlformats.org/officeDocument/2006/relationships/notesSlide" Target="/ppt/notesSlides/notesSlide125.xml" Id="R9c5f838e5993404c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2ad4826d94d75" /><Relationship Type="http://schemas.openxmlformats.org/officeDocument/2006/relationships/notesSlide" Target="/ppt/notesSlides/notesSlide126.xml" Id="Rbf118657273c4374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20e80f5ca4ebb" /><Relationship Type="http://schemas.openxmlformats.org/officeDocument/2006/relationships/notesSlide" Target="/ppt/notesSlides/notesSlide127.xml" Id="R4d0d050edefd4ff9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ad4a4acc49d5" /><Relationship Type="http://schemas.openxmlformats.org/officeDocument/2006/relationships/notesSlide" Target="/ppt/notesSlides/notesSlide128.xml" Id="Rc2d398fd81c74604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60ef3c909463b" /><Relationship Type="http://schemas.openxmlformats.org/officeDocument/2006/relationships/notesSlide" Target="/ppt/notesSlides/notesSlide129.xml" Id="R87ecd8e014724981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dd12a5f7043d5" /><Relationship Type="http://schemas.openxmlformats.org/officeDocument/2006/relationships/notesSlide" Target="/ppt/notesSlides/notesSlide130.xml" Id="Rc3291f5d6e9a4a2c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306f6896a4b69" /><Relationship Type="http://schemas.openxmlformats.org/officeDocument/2006/relationships/notesSlide" Target="/ppt/notesSlides/notesSlide131.xml" Id="Rf1d0e3a87ba14c27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5af0207f4d5e" /><Relationship Type="http://schemas.openxmlformats.org/officeDocument/2006/relationships/notesSlide" Target="/ppt/notesSlides/notesSlide132.xml" Id="Rbaee2b0535df4737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2d6024224654" /><Relationship Type="http://schemas.openxmlformats.org/officeDocument/2006/relationships/notesSlide" Target="/ppt/notesSlides/notesSlide133.xml" Id="Rdb912c2c24164a60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d8ca0ce4b432d" /><Relationship Type="http://schemas.openxmlformats.org/officeDocument/2006/relationships/notesSlide" Target="/ppt/notesSlides/notesSlide134.xml" Id="R5f9df474713849c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5c5aedce548d6" /><Relationship Type="http://schemas.openxmlformats.org/officeDocument/2006/relationships/notesSlide" Target="/ppt/notesSlides/notesSlide135.xml" Id="R98e0e42a2c9b4e0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af8013b234cf3" /><Relationship Type="http://schemas.openxmlformats.org/officeDocument/2006/relationships/notesSlide" Target="/ppt/notesSlides/notesSlide136.xml" Id="Re885e0c2a57f4969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52e8bd2d4ca5" /><Relationship Type="http://schemas.openxmlformats.org/officeDocument/2006/relationships/notesSlide" Target="/ppt/notesSlides/notesSlide137.xml" Id="Rf0d79b4d21844141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39883387485b" /><Relationship Type="http://schemas.openxmlformats.org/officeDocument/2006/relationships/notesSlide" Target="/ppt/notesSlides/notesSlide138.xml" Id="R74af0aff91a1423e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3eb92c3114234" /><Relationship Type="http://schemas.openxmlformats.org/officeDocument/2006/relationships/notesSlide" Target="/ppt/notesSlides/notesSlide139.xml" Id="R8b548921b4bd453d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5c7afd2f04df2" /><Relationship Type="http://schemas.openxmlformats.org/officeDocument/2006/relationships/notesSlide" Target="/ppt/notesSlides/notesSlide140.xml" Id="R68228b6c526c488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8c37be9f84c30" /><Relationship Type="http://schemas.openxmlformats.org/officeDocument/2006/relationships/notesSlide" Target="/ppt/notesSlides/notesSlide141.xml" Id="Ra35a0f032b0b400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70dff986143cb" /><Relationship Type="http://schemas.openxmlformats.org/officeDocument/2006/relationships/notesSlide" Target="/ppt/notesSlides/notesSlide142.xml" Id="Refd6cbe975424eaf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db67c5017447f" /><Relationship Type="http://schemas.openxmlformats.org/officeDocument/2006/relationships/notesSlide" Target="/ppt/notesSlides/notesSlide143.xml" Id="Ra5976af9c7cb4b23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cf3e609664c57" /><Relationship Type="http://schemas.openxmlformats.org/officeDocument/2006/relationships/notesSlide" Target="/ppt/notesSlides/notesSlide144.xml" Id="Rdfecbd8096fa464a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4027a92a14bc3" /><Relationship Type="http://schemas.openxmlformats.org/officeDocument/2006/relationships/notesSlide" Target="/ppt/notesSlides/notesSlide145.xml" Id="R250e5bbecbde4318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16cc2bff2406a" /><Relationship Type="http://schemas.openxmlformats.org/officeDocument/2006/relationships/notesSlide" Target="/ppt/notesSlides/notesSlide146.xml" Id="R6e718de4b2db454e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583ec23dd45ba" /><Relationship Type="http://schemas.openxmlformats.org/officeDocument/2006/relationships/notesSlide" Target="/ppt/notesSlides/notesSlide147.xml" Id="R26609ae3d5b340b4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0099e6cc6429f" /><Relationship Type="http://schemas.openxmlformats.org/officeDocument/2006/relationships/notesSlide" Target="/ppt/notesSlides/notesSlide148.xml" Id="Rf1491ff8a43d4e9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b19e07a4f4535" /><Relationship Type="http://schemas.openxmlformats.org/officeDocument/2006/relationships/notesSlide" Target="/ppt/notesSlides/notesSlide149.xml" Id="Re4104cae4c014258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d52dca01f44d0" /><Relationship Type="http://schemas.openxmlformats.org/officeDocument/2006/relationships/notesSlide" Target="/ppt/notesSlides/notesSlide150.xml" Id="Rcacf1eacffd54d70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4778208d64758" /><Relationship Type="http://schemas.openxmlformats.org/officeDocument/2006/relationships/notesSlide" Target="/ppt/notesSlides/notesSlide151.xml" Id="R47372012fb70424c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f840f75e6436e" /><Relationship Type="http://schemas.openxmlformats.org/officeDocument/2006/relationships/notesSlide" Target="/ppt/notesSlides/notesSlide152.xml" Id="Re0a4dea264eb4ef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73dcc0c8148e3" /><Relationship Type="http://schemas.openxmlformats.org/officeDocument/2006/relationships/notesSlide" Target="/ppt/notesSlides/notesSlide153.xml" Id="R84feda69b3b74a4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91c30641847ec" /><Relationship Type="http://schemas.openxmlformats.org/officeDocument/2006/relationships/notesSlide" Target="/ppt/notesSlides/notesSlide154.xml" Id="Re56698bd10b04690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2b53240354eb6" /><Relationship Type="http://schemas.openxmlformats.org/officeDocument/2006/relationships/notesSlide" Target="/ppt/notesSlides/notesSlide155.xml" Id="R006e170396ec4bb5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9207fa3bf49dd" /><Relationship Type="http://schemas.openxmlformats.org/officeDocument/2006/relationships/notesSlide" Target="/ppt/notesSlides/notesSlide156.xml" Id="Rb78bf8df0d494d4d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ec15660d74063" /><Relationship Type="http://schemas.openxmlformats.org/officeDocument/2006/relationships/notesSlide" Target="/ppt/notesSlides/notesSlide157.xml" Id="Rd1bc0be201054abc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c3887786346a7" /><Relationship Type="http://schemas.openxmlformats.org/officeDocument/2006/relationships/notesSlide" Target="/ppt/notesSlides/notesSlide158.xml" Id="R7277a69183f24bd3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8b775aa924d2b" /><Relationship Type="http://schemas.openxmlformats.org/officeDocument/2006/relationships/notesSlide" Target="/ppt/notesSlides/notesSlide159.xml" Id="R39b54e597e4a4a79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897ddca9746e5" /><Relationship Type="http://schemas.openxmlformats.org/officeDocument/2006/relationships/notesSlide" Target="/ppt/notesSlides/notesSlide160.xml" Id="R175ab0086244415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>
              <a:srgbClr val="17213F"/>
            </a:gs>
            <a:gs>
              <a:srgbClr val="6E7480"/>
            </a:gs>
            <a:gs>
              <a:srgbClr val="F7F3EA"/>
            </a:gs>
          </a:gsLst>
          <a:lin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C730A-E68C-4885-8EC6-1501A704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DD880-543B-4F07-9079-6355FAD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7200"/>
            <a:ext cx="847725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59A8-824F-410D-9E87-308FB6A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F74EE-67F7-475F-868D-B20417F3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096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F64CA-132C-4059-B9D6-8E55E7E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D6C7C-9406-46B4-AE4E-BB3FDB4F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57300"/>
            <a:ext cx="5715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0A272-D294-42F9-838B-F67D681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04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FDF44-FCAB-4E48-A496-5FABC72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 = Rθ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3A3F9-0A5C-48B2-95A2-9C17C8D4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482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∑ 1/k!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27596-DA33-4D14-A09D-62136C70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006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725" b="0" i="1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dy/dx =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A7962-5D16-434C-B663-BA79FBA4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vimat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C6972-E6A2-403C-9E39-5490607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Agenda</a:t>
            </a:r>
          </a:p>
          <a:p xmlns:a="http://schemas.openxmlformats.org/drawingml/2006/main">
            <a:pPr algn="ctr">
              <a:def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2026-27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C86F3-018A-43D3-BD23-F237C0E3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docente · matemáticas · 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8376D-F9AB-47BA-A5E8-4CA82AE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9B834-E6F9-485C-BB0E-8CDEFDC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85664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DCB75BE-753F-4A01-8A4B-8FA9EE8A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A02DB-9859-4754-BDE8-5327F10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B853E-8977-4716-9A5A-48D6768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10E72-B068-49D4-BBBD-8BC42C0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Datos de la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0D582-FF76-421F-A37D-53B0EDEB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Curso 2026-2027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E216B-7EA9-4EA6-A8E6-4495382F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95B4A-9F48-4C7B-87F5-F46CB3A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D5662-0A50-4C48-A5E7-9C3B1D6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6EBBF-211F-4D1D-8E82-1A0D21B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82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9560D-762D-4D2B-B0FB-FD22562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Centro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BCDB9-00DD-4805-8BBE-DE461776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69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9C5D6-3169-487F-B458-A97905C6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Departamento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180BA-19B2-477B-9E59-14BF3986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55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F7D30-75BC-4521-9053-A5A81821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Teléfono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7C0C2-130C-4C39-8751-3A79B71D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42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0945D-7184-4204-83DE-BE6081A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Correo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A8DF6-69A2-4CD5-AABC-A445793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28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1F024-25AF-4BF6-A535-A2E44E2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Tutoría / grupos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162C9-F61A-41FC-B382-F46554AB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15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276AA-7767-4388-8DE7-AC2C542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Convocatoria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9B396-851C-488B-834E-C03FD8BC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63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02376-0E96-4792-88A5-55ABD298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Tribunal / sede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6CD22-5E76-4657-A552-7ED3768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50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Objetivo del curso">
            <a:extLst xmlns:a="http://schemas.openxmlformats.org/drawingml/2006/main">
              <a:ext uri="{FF2B5EF4-FFF2-40B4-BE49-F238E27FC236}">
                <a16:creationId xmlns:a16="http://schemas.microsoft.com/office/drawing/2014/main" id="{F02727EF-8E4A-4036-9F9B-A13C68A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72300"/>
            <a:ext cx="567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DFF0D-B077-4E1F-81C0-74C1344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580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 del curso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6A341-D8B4-4CB6-82AD-FAF575A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92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2B043-BB36-4D71-97A6-833F0AAB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23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F7008B-B39B-4401-BBF9-4CE8754B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24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72CEB-FC6B-4CC3-B201-96914882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924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5023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D901118-6D2B-42FD-B022-398A99CA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D1819-4212-4B2E-BB96-4E474F9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29760-F360-4D49-B38D-D8C088F5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66D5A-53E3-4B51-99FB-32ABFADB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Mapa de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31D2E-94C6-4F97-A248-E7BEEFE5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Una agenda pensada para clase, oposición y seguimiento diario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00DC9-128E-4F22-8622-D9BF021B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BC81-0220-4987-A07A-3E8DCB3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1FE36-F372-4A2E-A050-A6AE5FA5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8D7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A5873-D1C3-4EC2-8B15-EE6B27D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C1191-D36D-4F66-A2EE-DEEC5BC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30677-1158-4465-862C-9B9B5439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2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45BB4-FB9F-4D70-A91E-6B3AC81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38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Planifica clases, guardias, reuniones, repasos y problemas.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41F1C-401F-4FB7-9393-6BB1BA90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A0977-3E71-4C09-875C-2DE444C7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0E7C-4170-41F1-9DC4-FBDA660A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A8999-2578-44A4-BEE0-FFEA8C96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2A9AC-B62C-41E2-9F5F-F943F53C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Cierra objetivos, exámenes, simulacros y bloques de temario.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76A5E-0EAF-4E13-8054-1A111942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AF553-8D98-405A-B93E-FF75EC0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AAF0E-45BC-4410-9B33-5F4B632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EDBEC-E044-4112-B7F6-6BF1CBD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tema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08171-EECC-4049-9278-9EF63FA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43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Marca lectura, resumen, problemas, memorización y repasos.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F3023-1943-4E6F-ADE2-374751A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67C66-9A09-4910-8409-78B9B3C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1696A-B78F-44B5-BD61-EA2EC52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C2279-A475-4268-8DB8-E2F5986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grupo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C3AE9-30BE-49A0-9850-A0247CC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959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Reserva páginas para listados, observaciones y evaluación.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46EE6-2C76-4582-AB04-6362DFE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9145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Festivos autonómicos/locales y calendario escolar: completar según comunidad, municipio y centro.</a:t>
            </a:r>
          </a:p>
        </p:txBody>
      </p:sp>
    </p:spTree>
    <p:extLst>
      <p:ext uri="{BB962C8B-B14F-4D97-AF65-F5344CB8AC3E}">
        <p14:creationId xmlns:p14="http://schemas.microsoft.com/office/powerpoint/2010/main" val="1852559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AEE485A-E4D7-49B0-9820-30739150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55D8A-1014-43D0-9031-39839CE1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D8306-EF49-4020-8318-2C351FE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A776-2450-4DDB-9E9A-CFDD64F0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Calendario 2026-2027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5F5E8-BCAF-448A-9442-03E77B2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Curso completo de septiembre a agosto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4A28A-8EE2-47D9-B18B-B1DE531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E3518-C0D5-44FC-9BE3-183D92B2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8BE24-D44C-4B35-957D-92838DC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6C65A-F9ED-4D37-AF54-AB957421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5398D-F38A-4C6F-9ED9-D61DBE6E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039BA-B297-4ECC-9168-F0D493C1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CAC47-3D67-4338-A945-219E6B57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25156-529B-473E-B07B-4B92E4FE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3E5DD-1F44-4E7E-9781-4B1CF01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049E3-4EBA-4901-A146-6CE0FE4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6E4C0-153A-4484-A891-A6E392C7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D456A-861C-4A77-93C6-E18F124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201C3-993E-47FF-9E83-025D1EF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68044-72A3-487C-9CF7-CD727926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32535-5BB7-45F5-A018-8D69FA6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85D13-CE4C-4F5B-A95A-9114390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FF9E6-CA15-410D-A2EC-AB6B0202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8BEE1-0EA2-4B80-856B-DA159C9B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C0DB3-4B97-4663-B4E8-2AAB371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6B835-CFDD-4ACD-881B-D2BB7BF2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BE004-09B5-467A-8CBE-51F8D8F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F8CE5-C04C-4175-991F-1111E6E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03B2C5-6DF4-4115-9BA8-35FE6564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7B413-E793-42F4-9D55-14FA98B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46DCB-5A93-4C17-9F48-EED31FD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47A4D-29A0-46C5-B01A-7BE39CA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4F55C-531E-431A-B682-F9820E5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97A16-4C32-4142-9B01-3C7400D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92DF4-7298-42E7-BD95-F34346D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7C570-B564-44B5-A84F-7F8168F0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54DCB-BBCD-4F0D-B7CE-35B0F33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B2A5A0-C707-4C4E-A99D-E8AC10CC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04EF4F-4BA7-4A40-8F10-77C971D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50D6C-F045-4BEC-A115-0FA2284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B1F391-07DE-4144-9229-50DFBD7E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738F51-FED9-4964-8E9F-C685394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917CF3-0962-48B6-8B26-C3499CB0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AC8D4E-8789-4A30-B138-04944B2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F4DFFD-3E7D-43F6-94FC-9615344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938A2E-DC5F-4C41-88B4-E4FBAFA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053C69-3BE5-4C15-8C18-04FBE50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B2137-1A2F-42C0-A4F9-BCE22F5A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CEB731-D557-4270-A477-3FCEBDA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A9B1DC-E0F9-4CEE-944F-421C1F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7AC273-BBF2-41E4-A879-06CA5E78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511F23-6D97-4BBE-A088-D8A3ABF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43B31D-7AD8-4A07-8C7D-03E2E889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C6D49F-F35A-45A6-8C0C-FC9EA54F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72320C-50D2-4343-AB12-9D5CD95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025EF6-5EA3-45BD-BA8B-6F79055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AA4D22-A14B-4C14-80AA-06A188B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63A17C-7C6F-4D4F-A3CD-FC0207F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7D9C68-5D07-4DE1-B9BA-DDCB97B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9F7B20-8987-4259-AEB8-98E0B3FA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1E2B05-0C2B-4300-A7EB-5CBC65B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2B6C13-C035-4CAC-B9AF-D5E2C193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E8F963-05AC-4DB4-9510-FBD6A91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FE50E-1900-46E9-8360-CCFE4E28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1C3579-4716-4CE4-BA34-9FFEB9CC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D2F1CD-45FA-4C8D-BD9E-278300C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AD2A24-76D0-4C1B-8616-DDC6AE30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17C287-F683-49EE-9FF9-12A8084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7044EE-C145-4C3C-B090-EC67E1DC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D0481B-DFDB-4233-AFDB-0108F24C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E55AE9-5051-433B-BC10-219E937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EA6202-4BC2-4619-9DDE-864AB92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CDEF2B-276B-4CA9-9847-D80CE7B1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EEFB03-29B1-4316-8923-A52110E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ADAFF2-7339-454A-AD97-F33FB2B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B77BCC-3910-4BD1-A6A0-CE4C878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0E0AD2-0028-483F-982A-257799A9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FC844E-356B-4070-A0BB-22B771E0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7E93F8-9FDF-436C-B018-A4D5CAD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4B99BF1-74DF-4D19-8643-37F514EA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18F9F0-B2A7-40C0-960E-2ECAAAC5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40AC20-266D-4207-B82E-217D624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ACF4B8-93DF-4A55-BEE4-FFC29CE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9F2295-5B39-4B58-8E7C-6A004CD5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5C8363-CE6D-46E0-B249-21E1DFE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308505-4FB0-49C5-830A-3D41B2E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83A3C65-1F22-4EC3-96D9-C0403FE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0E2330-A74F-4855-92D4-A3955B1D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B1E5E1-A89A-44E3-A0E7-BC63B47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EA7366-77D2-4D16-97D3-1E6C8850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0E3784-9F97-4036-8E87-741F922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BA2109-823B-46B5-8EAE-6CAD80C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00DAB2-EEEE-4C72-9F26-47D73EF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1F2982-3E79-4FAB-AB6F-9768A60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66B313-531B-44BF-8618-256403E1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E2AC48-525C-48B0-B302-1C42186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1CA367-B144-4007-B731-D0472FD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E9BF10F-6822-432B-8198-A57A963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A7E30E4-0EB6-4FEB-823E-B47A4F4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401571-A0AC-4D47-8D0C-C6F269B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8A8700-B6CC-45F6-9E28-8B9BEED9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D5DDBB-EC76-4E38-995F-E3AE855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DA2C8D6-7D51-4AB3-A848-771A74CF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20FA77D-B372-4DE7-A209-DFDE383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570D8E0-4BE9-495D-B524-0545761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AC7CF87-0655-4A0F-9691-0E5F44E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60323D-3308-4B00-9500-26E58601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FC8C2F-9B86-49AD-A30B-9077B42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49E14C-6D6A-4791-972F-1D8FC11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92CAFB5-4E1D-4410-842D-C5D3FAF3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66C683A-4C77-476F-8566-CC4965E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3D94C1-8D68-4DD3-B6B4-203904B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D6D8319-EE2F-47EF-B94B-276E49D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4DA066-C606-42CA-B6DD-9850806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3F7F0C-D503-40AF-8E35-BC48605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8FB6D0E-254E-4296-BE7A-BF00209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8416BEF-439A-4C19-A4B3-3DB6063B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2FB015-076F-450B-8F51-8B24E72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265D09-7791-402A-9A16-97B48379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ACCA452-8FAF-4A28-ACF4-041095EA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237E10-EF3F-4006-A13A-7306F61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6C3555-B208-4EA9-A488-B52B69F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216B7DD-24BB-4A80-983E-026BB7E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4653FD2-59E2-441A-A9A4-A2BB333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1FDDB6-A3B8-4770-B4F9-6AF5E235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8AE757-B270-4598-A120-7C710CB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099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AB92E9F-075F-4355-964E-49912EC5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7135F8-CC02-4F13-A912-2D246FA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965DF08-3401-4265-A917-A74B378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DD91C33-3067-4005-A40A-5EAB88E3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8CFF03D-683C-47B1-81B2-7C95F6B5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2CADE86-6F02-4371-8829-CD1BB74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9368EAB-0863-4F0A-97FF-862F8C9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D566F3-8208-4026-8C6F-64B847D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4AEB7B7-DA63-440F-A84E-2BE7463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7C945A-E8B7-4E90-80E2-43B586A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E0218C0-6B6A-4CF3-8D60-B56D42A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E6727E0-EDA6-4673-BE17-33D7E16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0B92E85-662B-4C73-A4D9-DE836D8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C6095C4-65CC-4ACA-AB8B-515B5AE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1F1BCEC-450B-458B-8ECB-8ECEAE5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5E3317C-0EF4-434D-905F-1CB4E06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0F8A12C-B1EB-4EFC-9002-408ED6C6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88E87F8-CCEA-4FBF-A46B-5BCDFAF5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7F8DEE5-2062-4918-8A1C-7B2C1AB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E46C1F8-B0E9-485D-866B-7CCA0E2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2FE0E02-BEB2-4D67-B460-5721B56C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3897B42-27EF-48BB-B2E9-9496999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CFD4D90-A7C8-41E5-A046-268A031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7A99C6E-A773-43CF-A106-B5081AC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F319DA4-3D79-4771-B59B-7B22A9A6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620FFE8-FBE4-4975-B1D8-31EFCF5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79220DB-BC66-4EBB-92F8-BC22AAA7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2799EE-A733-4016-9738-0AD22C6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D8BBF6E-2B2D-4A2B-BF4F-177437B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61C98B1-6284-4FD9-8ECB-5C2F7BC8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FDF770C-BC4A-4CA7-AE63-0975E7E4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69E5C8D-F396-4914-A7DD-29F32F6D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02C5891-DA89-4346-9198-56CF4203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867CF6A-E471-4D60-9D6E-5C7BE1E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8515418-4374-4655-9D1E-0CCE3860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A41F6FD-73AF-4833-9F61-0C37B31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6264BCA-4688-4EBB-8C04-04DCE75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1304D0A-279F-49F2-8AD6-93F53A5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8D48526-4903-4D17-8E38-C5A2FCE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4B4C7E1-0ED9-482E-8827-CC9400B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ECD1D54-EADC-4EE0-9C39-4F5CCBCC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C9310C6-EA96-4946-AB3D-49A506F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CECE7F9-3C4D-45C3-AF05-7D3AA1B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03C2EA4-C8C2-4D2F-94CF-3A3AE1FC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8A3D746-27A9-4CB7-8884-EAFD857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743A952-323B-41E2-9835-0DC6099F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AD3655C-7B3A-4D5C-951D-EF8878F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83B58BB-83AA-4476-AC63-2699A11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7C8E84C-0D5A-487C-B31E-6F1B371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D3CF3C3-541F-43D6-A951-1CBE11E3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C17BA55-B566-41A9-AAA2-0B39CAF0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937AFE9-784C-4B39-816D-FC5276D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2C02810-9ED2-4C8E-8ADC-0E1DC45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C9E46EF-78EC-4682-93C0-C3811DE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9B0D951-7D69-4B82-8D20-0A849D6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E69B73F-5CF2-49C6-8160-687834D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08FD758-D04A-41B2-B042-0EA80CA4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DA09486-41D1-45FA-BABD-58FE6B16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8163579-F51B-4158-B5F0-B50AEAC8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68A0EF5-B57E-4F88-B34C-DD16DFF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F095EBA-ECA8-46E3-9EFB-61E57EFC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B501023-828A-4D4E-B6A1-1E86C886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8A082E1-24CC-485E-A693-81FC9EE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BC1D938-D8CB-4E1E-A855-8349B7E1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780574B-6D60-4D98-8051-B5693CE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42C4EB6-710A-4209-9E0F-70C2ABA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3CEF602-7A88-4A3D-BC67-EA7B455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FACAF39-8C98-490C-9943-1CC8DA2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03C4D80-A38E-466D-8CB2-6F83E95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99F5C71-C313-4D66-A1C0-D6CB836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D7BA566-661F-4539-9C6E-137E3B4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17A1CE5-EFE8-415E-8CB8-672B3D8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1D70202-BD58-4386-957D-49D6E5C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00E9746-2E0E-4570-AC9F-63325C73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725B5E2-48E7-4BC8-BA70-E858B2F2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08D5F65-3702-4276-825C-3A2F4C81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453044D-30D6-4076-A236-2CF21FB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ED9EA2D-72F2-4C72-A837-0FFFD882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A0C0CF9-0BBB-4689-A976-09ECC494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12ABEC5-A8CA-4AB2-936A-F065D4D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86F45CD-E823-42DA-B645-2F5E8D24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8E710F6-00F5-47C7-A56E-94C21893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40EA84D-85F5-401A-B2AF-56B70E1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FD69337-4471-494E-9E82-BE17D65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EAA8194-F599-47B3-BA1C-8AE4DAB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A63AA1E-11C4-4B94-B35D-CB2E57DD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DA7801F-7A3C-484E-978A-E25933E6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E26C57A-A09C-4425-906B-694D5A36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98AADD1-7C95-444F-A9EC-1C9803B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BA31EB4-B8B4-476B-8499-178E608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672CD2-550E-4D55-B863-E5369136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73B3C81-5EBC-4699-9517-0B5B136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F1F842F-34C4-491C-8B87-3A8637E2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1B610E8-7ED5-434C-97EA-B7E6EE7E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CD0BCE1-7B3A-4AB9-9429-1255A7E5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4273418-BCB7-4429-B412-E3ADBA5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B0C496C-9AC8-4FD1-9AE7-FBEDBE7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722D4E2-C892-45B9-9C63-A72B77CE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310D57C-959D-41D8-93B7-B462C22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89DB369-FB75-4661-8EB1-78CC1317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1E4C52E-E252-4F8D-9403-AD6FD92D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50D7998-5894-43B2-AF89-1FE81EE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14DB1D1-DD5A-414B-90D2-B7078543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1759A82-0F20-4260-9628-2F0A56D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D0C2975-4D17-4BB8-9766-A168A2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2B09A8E-855F-4FC2-88B5-D3EBE05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448E965-EAAC-4A73-8819-32B71C0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9F127E1-79C0-4BB1-81CE-B92A4FB9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D77690B-A860-41B6-8327-04E9F3E9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64234CA-31FB-4BE8-9B35-B2F96939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A5BD647-23AE-4D35-B026-4E132E8E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DC173AB-5CFC-480F-B228-28A64F4A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42862CA-5C71-4090-B79F-B49B4A6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88E5B97-36D9-4DCA-B4E7-415945D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AF1C73B-4FD9-4C42-809A-3DA73FD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B05FE3B-5829-412D-8522-AE94510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6671A2AA-0F3B-4699-A255-841C734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B170D0F-6C2B-43C6-A0DF-998C532F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3B243F5-BB68-42EF-9A03-E9CAFAB9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43F35F6-D716-4E1E-ABDF-7165D01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DC4FEC0-BA5E-47DD-93C1-2CDE7F3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45103DA-F463-4C14-902D-456D081B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AB405A6-04DA-4205-A850-318C51AF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C0A37D3-F708-4E0F-9509-0E44EFC7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9FCFFE3-A728-4E04-87AD-181D5122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D9BE771F-337D-4B7C-8779-BDADB24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E305F15-05D5-4247-BAA9-71962EDD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B851F3D-D1AD-4D35-AA38-392F1E0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B92EA6E-32D9-45D2-9FC3-2D2C963B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6B43ACF-16B3-487D-923B-CF08C0C4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71F36D-0015-4E9B-80E7-F7C3767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674D879-BC76-43C1-9DA0-69F63CC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758C5A3-9D89-41BF-983A-1F19C96F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176D754-4B30-4384-B026-BC8612D3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8393521-6712-4C50-B964-C8929F76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7208FBB-3CC7-4677-AACA-112761B2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ABB50CB-227E-4190-B6FC-D202C6C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86E8F17-9BBE-45F0-B399-F98FE331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ADEE213-5F39-44C5-9338-8E220164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901FB16-4F79-40F7-B483-FEA3BA4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D7A886F4-F57C-49E0-BD00-E38EC2E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0B3A83E-BAF7-438F-9E7B-D91BDCC1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277E4AB-0C84-4D7F-A0E6-0B831B23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6D1EA7C-5021-4587-B374-5D14984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2A1F658-EA78-4F3E-A51B-2B82BCF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C947220-06DA-4812-A308-A9351E15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8BA21DD-2742-4C5D-BD8E-8492CD2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15D2CF5-A964-4B65-A091-52A091BB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FD584F6-1015-48AF-805A-13DB281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0102373-D899-421C-9ABD-13E2AB9C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8A419D0-861F-4B92-B416-B3EBC61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BABDAE6-A6FA-4879-80D1-87F2D76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3709009-1A67-4970-858F-761B9B4A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6199472-65B6-413A-9932-50731099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D7DA87B-7136-4026-A085-775CC69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648D538-4235-4466-888F-A9E6F138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4120250-3D9E-4AC4-BAB5-C37A6A9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60F74A6-A90F-4108-9DC5-1B0CE9A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FAFA947-F2D6-4AD4-9FEF-6337969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CA39880F-3AB0-4DB2-BD30-58585AC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8798EA5-A9F0-442D-B114-8D61356A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002E95D-37EA-43BD-B46C-E832BDD6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DF658856-27A3-4D98-A42A-8C7597A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97E0A98-08D6-4C30-82F4-6C59DAB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2806541-BB50-4B81-B834-BD2AE67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232D811-2C6A-44D6-B1A8-84DF797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7ED6485-8C1F-4C67-9977-078F7E5E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7CF11D1-AFBF-46BD-9869-753EEF27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4D336B1-6F4E-462D-81D9-E2BB716E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9ED5B98-A8D5-4203-A78F-C31FE83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12674DE2-3A45-416B-856A-096F180C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FB77AA2-4590-43D1-9559-F564FE51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6E458E9-F0D1-475D-A5C4-A7119B1B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E78A0FD-72D6-46EF-BC2A-42D6F6C4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70F84DF-B6B6-4FD4-A372-4A23B29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0A61C2D-89E3-4927-BBEE-7E17A3C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8514C11-F451-47C4-824E-AE01A97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8D15360-13E0-4125-BCA1-0010F609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8AFA68A-7826-4930-A60F-24676F1D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D040284-6A93-4FC5-8E65-DD6E93D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CD68745-4A3F-4D13-8ECF-CD9A7EAC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3FEF539-2E1E-480B-888D-9AB39472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59D57FA-33C5-44E1-B2F7-4DC0DBE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FBE20AA-1B7B-45BB-83EF-6167202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713DB69-EF49-46E2-8741-9EBABF62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F6988E8-68BA-4C17-AE38-74C72B7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5F9B969-3EBB-4553-ADC6-3F6F4DB0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051D747-E216-465B-AD61-1A7C360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75BEEF3-8C60-4B26-8F3D-E3A1461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D5E2BD2-C8F5-44A1-9AFE-E68AEBB3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7FE18F4-B536-4B64-AA87-E03CEBF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B0658C5A-CE0C-4182-B7B4-38D609F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E5C58D8-17EC-4CB8-A3D0-3C2DF16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88A0160-CC1E-40F8-A093-A37C010C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39F55CE4-C9D5-4691-9E35-BC583D34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FEC1D07-33A2-4F1D-8FD5-9115723D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1CB093CC-4F7D-4182-B845-6629AFA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AC9E45A-09F9-4F81-B26E-AA6EEFA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178AE48-CFD1-4456-AF95-641AEA7C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AA918CA2-C7BE-42F6-A05D-EC7B5EA4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9C8F5A1-1C82-4AED-AB5B-2D7D39EF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A4AD92F-9431-4878-8D12-02B60895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CBE61E49-6A71-49CB-BE1F-E878E5D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834EA337-D6ED-4116-BAAA-C5B4113E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8351CB5-BC92-41C8-97F6-3FBBCDF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EF3E9A0-6D01-4C91-A576-23B86A0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DFE80BE-B5E2-443F-BD3C-3DF89FE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C596611-5A1E-47E9-B95B-CF89382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65705CF-7D99-4F82-93FA-4941D9A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2D24067-66D6-4F78-9249-1157CD9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2445722-770F-45C6-8AA8-9E7F712D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74FECF3-C2A7-4A74-A9F4-1B92BD0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388EE96-0C60-4CF8-960B-BB70E5E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72A3645-7BEE-4EBD-BB0F-1C4AB52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6ECDFFA-2FD0-4598-A16A-D12BA8E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4DBA690-AFAD-4BD1-8F6E-11268AB9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1BDBD98-4433-449E-883A-E3E94D7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DA5E0BA-AC89-444C-BA32-4652962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DF1373C-1DE0-4257-9621-8D1FCAC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0EE3563-E2EF-410D-9F66-3578AAE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5D7ED9A3-92BC-43D5-BDA0-4226A5A6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9EC869E-6FD3-4DD9-A4E4-9FCF6D0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A2E371E1-9F5D-413B-ACE3-9263B5C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12DC29FA-48CF-4359-8620-05D97331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59F33C6-9AD3-4E59-BFAD-CA3B4499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4DE9053-6C4F-4890-857C-FFFA13F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CC388FB3-3529-4578-80C7-8F0602E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0274C07B-8330-4EBA-A32F-47C3710B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B441FAA-9A91-40B8-93BD-7298037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1893AC33-852A-48CA-B595-03663019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400BF02-7E96-4752-8BFE-A2181A9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596F226-A91F-4A59-B7F5-D878F6F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E159A21B-8B74-4042-B848-02BBFFF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AEE4D10-5600-4F27-A3B3-419570D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9826E60-230C-436B-BAFA-7D60C76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BA9A4EB-4E24-4B8E-AC25-725D429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19669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8765E8F-D5D5-4690-B530-6CD2929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BB5623B6-E02A-4A25-963F-DE5868BA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2EFD105-D472-4430-9400-A82AB2EA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22EF7E7-D658-472E-9E43-5123D54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E22430B-3959-4519-A5A0-A276E4D3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1FE2BBB-38BC-40B3-AAE5-832273C0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06BE135-D753-4AF3-9EAE-5AFBA0E9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2593D80C-AEE3-454F-BB9B-B6E1EED2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D0A3F71-2465-455F-9D2E-8BA181D6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BB9CE9C-38B7-48FF-88B3-56E9075D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49D3826-B586-4453-9100-E125B8C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E2C8818-5B37-4347-A7C0-55EC9A60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37AA00F-7BEE-42EB-A458-7904531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3C0B8DD-E149-4AD1-9218-62658A0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DCD87121-58FD-4145-BFF4-3E6597B3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C2B3EC16-BB96-41EC-B736-137F1645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6012F34D-FC22-4FDC-AF69-E488E68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106C1CD-3379-4DAA-A261-598A473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3BE1F729-BC5D-43D2-8CE6-BF1615F1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EB5C9564-BDE3-438E-B368-EB322548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8507F40-B6A5-4D6C-B58F-010C310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95EC1B3-B11C-48AB-984A-F766E14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73CA375-A8BB-4B5B-8955-D3CB063D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4D78183-8338-4FC7-AE33-D40302C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A6B0DD1-8643-46A9-839C-19E583E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C03F8638-71E7-48F6-A9EA-D046AC5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9728F76-DFF1-446B-A3E4-3419DC1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FC352B1-F184-4F93-8F7D-D1963911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CEB7CCED-A172-4C4C-8FF5-B89F3AA3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A8FE613-01D9-4132-AE5D-726E5F1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547EA7B-529E-46AE-AD57-D88E7A88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007DAAEA-CB52-44FC-99BD-D0E16FE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AD538524-D015-4C50-ABCF-30E2E1C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51717A10-68E8-4A65-A95B-372CD8E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04370E2E-934E-4F3E-A35A-A716629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5203C6B-FA6F-4D92-96BE-0C2B325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02DBE8D9-14E0-4BC3-96E3-F8F5A30C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F5FF5095-5F3B-47DD-9A54-2A3233E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B4799C3F-A10B-4C43-94A1-032931B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5A1B61A-DD91-4872-8739-EDB21B90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3E714B9-F66C-4783-A546-A60C1980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7A6377E-F499-437B-B784-A9E73EB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5E257448-F495-4ABA-9B49-0B72B56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381CE201-0DBD-4977-B956-9116E67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325F4064-6F91-419C-A510-84D07D12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76B02BA-AD57-4AFC-BA53-33B2460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3375289-A533-4FA7-918C-ACD637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33A8460-0D3D-4199-B234-69D22F5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64D4F769-ECE4-4FDD-B43E-C565F56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7374CA9A-7EAD-4473-96F9-7D6C3E6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A89D023-6CC4-4B8B-816A-B0A87279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2774686-5B41-4143-A05B-127DA16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6B85F8C-E473-4814-A93E-D8546D01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824572A-EA22-4587-B3EF-FFB411A8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5D53C6C-7D40-435E-AF77-ED35FEE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2C2716A7-013A-4BDA-A9C4-66BEB5C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45448D0-BCD7-4C01-BF82-C51C8972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AF73935-468C-49D7-8375-5768641B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6CD22D1-EAA3-4750-96D7-338013A9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CF078139-03B7-4361-93FE-DFB8322A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FFFD8248-DF63-442A-B5F9-1AD91C4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8F9398E4-B616-4266-8061-F7E86D94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F42E01A-C1A8-4D07-AC5E-BA0C42F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8DB8E19-EE94-4C3D-A792-D71DFA2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503B4BE-BF29-4507-960A-6D46C5B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DEEFE45-4F0E-436F-A3A4-5E2E414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9AED6A3-9DF0-4F0D-807A-3D56F03B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3FDD216-E717-4C1B-A9F6-93CE1F3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38E1C00C-830D-4EA5-8A07-B54915B4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DB07E64-FDC8-4DD9-A6F5-04E5477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8665159A-130A-410C-95B2-47677580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F1BC4C9-31CF-4735-B286-670A07A1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34F598D-5CC9-4E57-90D3-8E01F6D6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0EEF80DA-2180-4185-B128-CA2348A4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80CAE707-4607-4292-829A-C74F22A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13E270C-C6ED-43F5-99E5-EF089CA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44E23139-E387-42CC-A726-3DF5E06E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A56B5F41-F0B4-4F03-B641-0A140D79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EA0DCB9-9998-4E28-B655-E59ADD24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52266F1-FCB7-4242-ACEE-C525763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2A2CF6A-CD5B-4B8A-B731-082F6AF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DA108ED-4BD4-4970-845A-C31403E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E7D1DDB-56F2-4F66-A3CF-97790541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2BFCA2C-AB4A-46E3-96F0-C8A6FB03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A80CF686-7C99-4132-958F-7D3AB55C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FFFD746-E77A-4DFE-A1BC-8ECF16D6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1D20274-EA78-4168-A9D4-7195714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52919FBC-69F5-4133-B604-272A901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989CACC-E6A8-4B8D-8319-1BA4700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3D42A71-92AE-4609-8EA0-DCFDF6A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5763CF37-A115-4BF4-8037-5A0AE1E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58A03F2A-E27A-4B59-BE55-FAAD117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4C9145C-E48B-4DE0-BDE3-4792740D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A67C749-CA33-423D-A26D-01B8639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10CAEB5-7E7F-40B4-81F4-18A46C04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B6F3288-83C0-4623-A8DB-C0C4D811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07BFED9-B9BE-4D99-8697-9AB8180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C9624922-9DFC-45D4-BE1E-4BACA75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93A83185-60DC-470D-80BD-18DD284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4EBA241E-94DA-4612-9A78-D8F4B9B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E69BC174-3436-4677-821F-71DC660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E9F6706D-4BBA-44AB-B4D7-DBDD03A3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7D7CF39D-8093-4020-BA3E-F9F3756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4E58F612-8FF0-4DB8-9797-40C6519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9B86A91-369C-4B89-8F89-430B1F4B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5D431BF-4CDE-42AB-8B58-C79C9E18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AD509CFD-2183-43EB-ACC9-F1973FD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E2891D25-6E6D-494D-B0E4-7127733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1CF16450-1739-4B4A-B783-19E2639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3BF3553D-3A4E-4A68-99C2-99A5322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5B0CB522-5D8C-4320-A722-D6A3B64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EFB38C4B-5878-4889-BF1F-1C52429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3C57D6F-3F01-4BDE-8BBF-136A432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6FC277A-60A7-462F-806D-5DAC646E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B3CA783C-C224-43E0-B25B-912BAF5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63619C02-C74E-43A2-8F36-47B6EA9C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1E5EB78-8DD5-410F-A376-58D951D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E28A210-1091-44CD-AE7A-7C489DB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804454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B3CCD687-A78C-414E-A226-A169CDE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804454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86404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C9AB79C-D262-454F-8189-6E04D05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FD349-8768-4545-BBD1-7A076E3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C86A9-39C7-498C-9557-65C4F4EE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44501-0CFA-496E-8BE2-34EAC32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Fechas clave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53778-DC95-49E7-9C20-6FD33DD1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Calendario editable para adaptar a tu comunidad y centro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B07DA-46A3-48C7-A04D-7098B9B4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E2C03-0483-4549-B58F-073EEC2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928B6-46DB-4B82-A57C-51508721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5D838-B329-47F9-81F7-00E347D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90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Fecha / notas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CC36F-5980-43A9-9A93-119A0F8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A2D6-E4ED-4EF2-A890-15154C0F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Inicio de curso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B9FBA-5968-43A9-8E04-54F3055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D471C-E92F-45E3-A5A9-039067A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DF909-D893-4DB9-9DFD-6181F128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Evaluación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D5F7C-69E6-4B27-A06B-52468EC3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E9008-8B12-4F09-906C-8EF335A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4BCA0-8BCD-4378-AD0C-8D89E50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1.ª evaluación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9371D-6709-43C4-B1A7-A721ADD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1A6A8-1E79-4D66-AE0B-8F22442F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7FDD1-3F96-4231-AF81-1D1E32BD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2.ª evaluación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2D63F-8036-4A80-823E-8784185A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ECE84-8B10-4E99-98AD-48F2B600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FF33A-316C-4129-A18A-5DC7DA8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Evaluación ordinaria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F7062-3C5C-416B-A1E1-20D316DD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05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D0929-5737-4041-AFB5-7A11CFB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F140D6-C597-4D11-B894-6B8E071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Simulacros oposición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40486-CB3F-4A59-88E6-C48730B8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57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C3552-488A-44FC-9633-F52010D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B2355-7671-427E-91CC-6E93439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Entrega programación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0E3C4-276F-45F1-9F0B-28A99CF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63F43-34CC-4864-9777-B3A6271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8AA16-901E-4FB6-BE95-942C920A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Defensa / encerrona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77133-520F-4F17-996C-985A0DB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62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3DBD4-4FAF-4454-8C78-C81B2BDB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B111CE-E97A-44BA-BE11-40FAA78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Festivos locales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9AF66-FF72-4117-8BB1-09D8C11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115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64C3F2-1A4A-4E22-9DC4-17CCE872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675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Nota: el calendario laboral de 2027 y los calendarios escolares autonómicos pueden publicarse después de imprimir esta agenda. Deja estas páginas como zona editable.</a:t>
            </a:r>
          </a:p>
        </p:txBody>
      </p:sp>
      <p:sp>
        <p:nvSpPr>
          <p:cNvPr id="38" name="Ajustes de centro">
            <a:extLst xmlns:a="http://schemas.openxmlformats.org/drawingml/2006/main">
              <a:ext uri="{FF2B5EF4-FFF2-40B4-BE49-F238E27FC236}">
                <a16:creationId xmlns:a16="http://schemas.microsoft.com/office/drawing/2014/main" id="{D101E485-03E4-46A9-8895-8EBEBBF4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0"/>
            <a:ext cx="567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6D7FA-AA63-46C3-BBC6-7A2A99EE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Ajustes de centro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1C3392-170F-49FA-BD22-6DCD5821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924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C8D402-CAB5-4BCE-B554-8569498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543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9635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5061A49-CB58-4E4C-9FE0-644CD05F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66C26-D97B-497F-A40D-AC8CF6F7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E14ED-4175-4115-B1CA-B69C3F7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EE2D1-1340-4E42-8F3E-3476F33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75F6F-787C-4AD1-A4C2-7F2A2F2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1577A-13B9-481A-A290-5AC6D9E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35E55-CFD4-4ECE-BA3D-861F8FA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8BED6-2DC7-463A-B9E0-1853D4C0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D94BF-3342-448D-8259-1B3E81A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1098C-C20C-4DDD-B5A9-EFD6657F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2444D-D8E4-42EE-9E87-931F226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B8A08-CB32-408E-B862-7B1A582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0DA5F-B9E7-410D-B12D-24CDFC6F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10DFC-BD7F-4C07-B900-A9CFD589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C0090-7D8A-4FC8-BE1A-A38DA99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F3B58-70F4-4945-A735-CF72830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0CB50-BB1A-44C4-BD42-9B55DEE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161E3-37A7-419D-8B24-8157761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37701-607D-43D6-BD37-BE662B8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1E253-61A3-4006-AC7D-9102227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09E5E-C162-4406-BAC7-536653C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03039-6722-4076-B993-6ADDC3B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4449C-1D97-4745-BAF9-FC7DB0B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1CE60-00CB-45A1-948E-C6592ED4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D11D3-8A4F-4B46-A880-8908CB9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63745-D8D6-4C03-A52B-C1C7551A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4D1FA-2359-4D6E-AE1C-55F3D7D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C3713-C30E-436F-A992-4C4B05B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D3236-8754-46CC-A860-211DF08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59E8C-F01B-4810-B08A-CFADCCDA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4B9C5-620E-4208-A01E-96CDCA6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4AA59-4739-469D-9E7C-EF7D1011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AAF8C-4529-4E38-A173-30AB48C0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CB0CF-F142-4D15-9813-2FDD7A7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18808-A964-4267-8FDD-5C36661D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D051D3-41E0-430D-B6B7-DC0786A1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6D75A3-6484-4CD7-9C89-D9A7B6E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98F328-CE09-4474-BF69-E15D739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CC6A0-AA23-4B2A-9257-F062B65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83CE5F00-249D-4E1A-BB95-8BCF7C6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4457B3-F62F-4BBC-B916-760FC379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E96201-BA79-4E9B-B462-B96A52C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179FA5-43E2-4CE6-A136-648256F5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9591A0AB-2CF5-4AB7-A646-9FFE560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94DFF0-ED57-47D4-B71F-6617E5E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C7AA23-4D38-4893-ABD8-EC7FA0E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5B43DA-CB6E-4736-966D-5D26D015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F9641E-10C0-4730-9B0E-8633DE6F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984DFF-0CB2-475C-8A45-7B61AD9C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F3D62D-C396-454F-84C9-3AA0714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8F852B-6F4D-4BDD-AD5D-3E49E874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BD3A6A-A37B-495B-A023-5F776BF3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C273E8-C6BA-46C7-95C7-9B1DE1DD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856D9E-5215-4BA3-AD22-90EE18D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5E211E-2095-41D1-9316-0FFD6742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3EFBC7-35FA-4E8E-938B-DD43EBE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4427FD-BCD4-4EAF-A59F-7CDD302F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E0079B-C7BD-4E82-8A3C-AED488E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986EBA-D1BC-4615-A434-53400C3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9972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C04909E-74D5-4EDF-91A9-5C442F9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03C5A-BAD6-4FA8-A6ED-CDEDFE80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3C8BB-689F-44C5-9697-1CF3B6B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03809-7E66-48C7-9BDE-DBA02CF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93E7C-5FC8-4853-9D62-228E533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54BBB-8895-4C11-9070-A943D14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45E4-ADEB-4AEE-B40A-086C158D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A655E-4F04-45AA-B50F-604B0707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00130-C78F-4BE8-8C1C-AE4A21F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7B7D-1B67-4D9A-AA68-62B94637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D64A2-9DDA-4853-86AD-95416D2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E8A77-AD19-499C-8A97-1F0BAD2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67A15-9CED-43A6-AA33-6E47685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EA0C1-3ECB-4A98-98C3-678DAE5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FB41E-0466-45C7-8FBE-6BD3128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5510B-2051-4FB4-8B34-9F63C0A0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0DB0B-847B-4DED-89EE-42255FE0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A23BB-760D-4A75-AC5D-C5E71EE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6EBF9-A4F8-4D42-A788-97AC038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A186B-5A80-4FA1-95EB-88C5C1D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567A6-CA83-4ACD-81AF-2D36164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E7D9A-518F-4EFD-88C7-6417348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CB73BC-1653-40F3-8D8A-83A31607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5ECCD-DA6A-49B0-869E-475BAA9D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92009-6628-4F5E-9BCF-870BD37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1BCF5-A25C-4199-8E2E-3D0786B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86600-94BC-476E-A8E7-CCFB910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BD635-D657-4012-A969-753D6755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AA7C2-83A5-4B64-891D-BC4B1851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B7599-F0CF-464A-89D4-B076F86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108A3-5198-4CF4-ACA8-609E3B43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446BA-961B-4D1D-B55B-E41365C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B2279-6ABC-466A-8B11-90948C7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C9315D-EAFE-474F-87B4-EBCC217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31360-6C08-456D-8641-8CC9421D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6BD384-F6C4-40A2-979E-83ACBE3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22CC6-C8AC-4CBF-B0D5-DD5469D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FC78D-4BAA-4072-A19F-50BD69E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CD065-3484-47D2-9BCC-E7EC99C0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7A4B66D9-4090-49E0-91D1-AF3AA276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4272B6-D947-4461-9B3E-A888361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B0BA00-003D-4B84-B63E-8DE1CE6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DFCDE9-2C7A-4F70-991A-04D9C69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D1363886-F12F-4CAE-A033-67655076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EDDE5E-4282-491B-8269-3B2402A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59EDD1-611E-49DD-9831-E76BA00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34A56A-6DA1-436B-97F8-F0F4EDD6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4ADD92-55FA-4A9F-B293-DC60046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93CEDB-5820-41B4-B569-F6A8EAE0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A8BEEE-7BD4-44B6-9FD5-3F406DF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A1EB85-152A-4C8D-B0C0-6F16DD7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D92A98-4828-4AFE-8621-07BE245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64D8F4-9B54-4A2C-A5FF-9C51A28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1EE687-60E5-4B93-BEB9-C2AC1D12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8501FD-A7E1-4B10-BED7-733C970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C120E8-BBAB-4DB0-90D5-1552B13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DA1BA7-8062-4B46-97D2-1F05DE06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BFC423-0487-4094-B518-9EDBDB2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C8BA73-A9EF-440E-92D1-0D938F80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4174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F8B7A1D-885B-424E-AEF3-0BC654D4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79D21-CDDE-4A42-8125-CB04BF0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9F5B2-8EA7-421D-8228-24A5276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4ADA4-373A-4275-A8E4-3850593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720BC-6E60-48F7-B2DA-B4634CC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51744-0AC2-4BFF-9F60-6A38105C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D7549-4DA3-407A-B1F6-24A5001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7CB4-813F-41DA-B542-C8A1A6EA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FF4B9-9911-4452-8F21-DA1E5BB8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DC2E2-F4A7-40AF-87FD-F8EAD170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D2911-7A34-445E-9DDB-9F97AF1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4ABF4-B4F4-4AF1-B5EE-4D5DF90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6FB4F-3048-4650-AB2F-7A122BAC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B3499-3CB6-41F3-A808-DEC7F3D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AA19C-4809-46CB-B134-63A90CD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B297B-1088-4B01-B8A9-37AAF60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18502-939D-4A32-8B7A-4820F72E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9DADD-7B14-4275-88FD-6D5789F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CF432-75E2-42C5-89A4-193263AE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B29DE-57B5-4DBE-B6D1-1DDCFD13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DB9D6-214C-46B5-B66D-60B20AAD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99B3F-2F43-46C5-96BF-A8FD6F9F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DD9FB-2098-4118-BDBE-F6E490A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4F343-3467-458F-9F4A-301B046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D6FEA-A9DC-4EC5-9813-086FEDB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3675C-EA0E-465D-86D3-1C3A6B7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C8AB3-5002-43C5-90B1-85C0161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109BE-3DF3-412C-8D24-EC5FFCA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AA671-E789-4E0B-A37E-D5070462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25BE5-FFDD-4926-ACDA-B431742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7ACA31-9AE1-4447-ADA9-2D095739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BAEB0-E864-4BEF-850D-5CE74F4A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A829E-A77D-4288-9E33-F853DFD3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F40B2-8C11-4F3A-A299-B1515C0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06CF23-7D7B-47E7-88BC-CA04AED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B0431C-342A-4800-9A16-DCDCAA9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B84C5D-0CC9-4158-B953-0F05DF7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1291AD-AA05-4BC7-B74B-05F6C9B4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38AD42-A478-4E0C-B5BE-36BFEA1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D9CE0999-2CE0-46FE-B618-7912C5EF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EEFC77-186B-47F4-A61B-06F2496B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E8D96F-BCA3-423B-952B-F5FF872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DEDE9A-06D1-49E7-A0E9-E9B8CD05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3540726C-496D-4788-BC05-716B3104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3CB8B-95C6-4790-99F3-427F288B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429768-D910-4AE8-8859-843DDBEE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097095-F728-4F5C-AB8E-012F2C4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7ECA6F-D082-42A2-8BE3-5B03D69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45161D-8DF9-42C0-B260-51B93481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70630-E698-489C-BB0A-A986A27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06A86C-16EB-408D-946E-36D8C7F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92AD41-8D49-49E4-ABEA-96B65395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D67606-DFA2-4FAF-9FD2-1086B78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8CCA2D-826C-4D2C-9315-0DB4790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CAA6A0-2EA8-4AAE-9E17-BB82B05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3BD400-FDBC-44BD-B510-1EE98259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29161B-69BB-42C2-B840-ABD62D0D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0FE025-D18C-4533-AC82-FA47738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DBCE55-5ACD-46D2-8939-64DBEED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1921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F3BA0EF-C6B0-44CD-B9D1-08F8684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7A40-DCD6-4636-871C-A20156C3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FC668-78C1-4A5D-868E-2432A74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602F3-7833-494D-854B-4D45A4BB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Álgebra y cálculo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6C514-0D9D-43A8-8276-56A9719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06564-0A76-44ED-A75B-B57708D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F33A0-4373-4640-9264-EDCCFFB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D51A9-32F9-41CB-ABDE-2296B9AF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EC725-6F50-4E22-A090-31C02827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Identidades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6C836-3E89-4899-AD8C-103A69D9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(a ± b)² = a² ± 2ab + b²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4BF09-2A10-41A7-9B2F-3CAB16E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a² - b² = (a - b)(a + 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7BE00-6257-48FE-81FB-754DAD8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log_a(xy)=log_a x + log_a 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80745-8F72-45FE-B5B1-D7076A66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C89C8-5169-49C8-93FC-99B482DA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Derivadas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052C7-D350-4B31-97D6-C2F3EC09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(f·g)' = f'g + fg'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7C7DB-6B8A-4A3B-AE6C-CA0A7D71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(f/g)' = (f'g - fg')/g²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E3B39-5A7F-4389-94F0-273CEBC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(f∘g)' = (f'∘g)·g'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B890C-7D6C-4CB1-9CA5-F822ACA7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EA776-F31A-4226-A152-1204BE63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Taylor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D46EB-7144-45B8-A0A1-B24A1E1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f(x)=Σ f⁽ⁿ⁾(a)(x-a)ⁿ/n!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32B46-C028-4714-BCAB-606A703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eˣ=Σ xⁿ/n!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7E9C6-6466-40D8-99C0-9E772A5B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 x = x - x³/3! + x⁵/5! - ...</a:t>
            </a:r>
          </a:p>
        </p:txBody>
      </p:sp>
    </p:spTree>
    <p:extLst>
      <p:ext uri="{BB962C8B-B14F-4D97-AF65-F5344CB8AC3E}">
        <p14:creationId xmlns:p14="http://schemas.microsoft.com/office/powerpoint/2010/main" val="716456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FB5768A-234D-4AA9-82F6-AD4631C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F0F5D-F39D-46DA-BC36-F51E261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00FA-FC8D-4B80-AC63-B9BA624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63248-AC47-4DC9-9500-26D37E83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Geometría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8D577-338C-4338-9C06-2B6865BD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2781D-4EA0-4BAE-931B-08376CF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777B1-3876-411A-9BAB-1EBF6595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7896-4728-43EC-BA57-3EE1311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9E39-0FBE-4C97-911C-90AE948A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Trigonometría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49AB-25A9-4107-9F3A-15444F47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sen²x + cos²x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63197-9607-471A-AEBC-C5118E94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sen(a±b)=sen a cos b ± cos a sen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0BD9C-286E-41AC-B485-8BDE577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cos(a±b)=cos a cos b ∓ sen a sen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12FCB-E052-48B0-8689-BC55E63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AE24B-5E51-4814-B623-A98DFCB7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Cónicas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9E06-0602-4DE9-9D16-476E4588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Circunferencia: (x-a)²+(y-b)²=r²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CF597-188B-409E-913D-BF17FDB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Elipse: x²/a² + y²/b²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2B37B-6C69-4941-B2AA-E4296DE9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Hipérbola: x²/a² - y²/b² =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F5AAF-83EE-472E-A788-82852B0A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91C41-34DB-42D2-8414-8968554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Áreas y volúmenes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9C9CA-911D-461E-8318-6E522AC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A_círculo=πr² · L=2πr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3EB4FA-113C-4CB8-9A21-4356F305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V_prisma=A_b·h · V_pirámide=A_b·h/3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D94CA-03B6-4C5B-9435-7ECEE1E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V_esfera=4πr³/3 · A_esfera=4πr²</a:t>
            </a:r>
          </a:p>
        </p:txBody>
      </p:sp>
    </p:spTree>
    <p:extLst>
      <p:ext uri="{BB962C8B-B14F-4D97-AF65-F5344CB8AC3E}">
        <p14:creationId xmlns:p14="http://schemas.microsoft.com/office/powerpoint/2010/main" val="1841617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1C05028-5381-43EF-A717-7385364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E9C35-5E0B-4687-BE0B-E7921E4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3CDF-4CBA-4DE1-AE8E-7BB4B8D9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B8559-CBF2-4890-A67F-4235EE3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Probabilidad y estadística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49DAC-EB7E-4E03-BE5F-1EA060D7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0BB7D-4CEC-4F87-8BBA-F9609CD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1B083-EA0D-417A-B17E-70700EF5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0F5B-9A20-47E1-824E-3AE5E72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F56DC-5F21-4F3F-B38A-C57C9E47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D11D6-C970-409F-AF2B-7D82D86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P(A∪B)=P(A)+P(B)-P(A∩B)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8A4B7-9273-4F75-9CC4-7CD246BE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P(A|B)=P(A∩B)/P(B)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C196-21A6-4064-80BB-716580A6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Bayes: P(A_i|B)=P(B|A_i)P(A_i)/ΣP(B|A_j)P(A_j)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50DCE-F8C0-4AAF-823A-685C6B4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9A135-A591-4005-AADF-40D200F6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Distribuciones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D250A-C918-4CA8-B916-6857499D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Binomial: P(X=k)=C(n,k)pᵏ(1-p)ⁿ⁻ᵏ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A296B-9D14-4E67-9304-20AB8E67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E(X)=np · Var(X)=np(1-p)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327C4-21C2-4EA7-A96F-ACC02301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Tipificación: Z=(X-μ)/σ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9FA72-397D-45FB-A0E9-F92E2245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E8566-6C2C-485F-AF98-6ACCBDC3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Estadística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56024-C4F5-40A4-943F-524BFB3E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x̄=Σx_i/n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8A556-AA10-431F-905A-CCD99D6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s²=Σ(x_i-x̄)²/(n-1)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9FB1F-E7BA-4108-AE29-14D2FAB4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r = cov(X,Y)/(s_x s_y)</a:t>
            </a:r>
          </a:p>
        </p:txBody>
      </p:sp>
    </p:spTree>
    <p:extLst>
      <p:ext uri="{BB962C8B-B14F-4D97-AF65-F5344CB8AC3E}">
        <p14:creationId xmlns:p14="http://schemas.microsoft.com/office/powerpoint/2010/main" val="2862219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EFC515A-F8AE-4E85-A990-DB0E4B23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D3409-6B75-4B9C-B5E6-8EAFAD9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D9679-E3EA-4BCB-BD00-9647CC8D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273C6-F7C8-4896-902F-5F3C257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 de tema (4 bolas)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D8B3-4955-4B9A-8FD7-18EBD7F6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P(al menos un tema estudiado)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3F807-F008-4EF8-AABF-B776C39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F02D5-BD61-4E08-9F94-9685BF4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80E54-41ED-43E3-B9A8-91775C96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 = 1 - C(71 - n, 4) / C(71, 4)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38B08-1DDD-445F-BD18-8A1E24F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 temas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A9381-77A3-434F-94F9-29F1443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613BA-DA90-4B2E-A20E-45B7857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171959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F75BD-7749-4A19-8508-50AC706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430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46%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CF496-EC05-4059-922C-F409578B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 temas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AE10-C41F-4666-B847-7941B98C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91278-024E-4928-80F4-A65898C1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275933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F6EA1-644B-4A47-96D8-CD5E4A5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95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74%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CBF8C-F976-42D2-A520-CF49B0C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 temas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39374-EB77-4C9B-824D-6DF819C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3ABD2-DCBB-478C-B069-63536F1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327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DD669-0313-4A90-B4FC-B6E30723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479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BC97F-7FB2-477C-9634-87BD80F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 temas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5F53E-720C-40FD-8611-24040D2D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4817D-C570-475B-B051-C2975BC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5944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DAFED-1CFA-4A3C-9E0E-60497D66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992A1-4C71-49B5-9DF3-B114F3C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 temas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E42B3-70CC-43E1-91FB-696E2E82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D03BF1-8182-4972-A85D-BA705F8A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69186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1C02A-B2FA-4BCC-A826-8A69B15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52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CC9D8-D636-4786-B95D-93A9A2DA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 temas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FABC2-4B49-454C-8AF3-7FA8FB80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7E0C7-9DBF-44C8-8405-8413FE5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34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64C4EE-93BB-4FC6-9594-CFDA3E4D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053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FD94B-4755-4AFD-B69C-7F2C617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 temas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C2084-FF80-4FB3-A41D-5A88671B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0323C2-88CF-4731-A61F-A10864C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DC3842-8054-4B3A-B182-E463CD70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577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7" name="Plan de subida de probabilidad">
            <a:extLst xmlns:a="http://schemas.openxmlformats.org/drawingml/2006/main">
              <a:ext uri="{FF2B5EF4-FFF2-40B4-BE49-F238E27FC236}">
                <a16:creationId xmlns:a16="http://schemas.microsoft.com/office/drawing/2014/main" id="{57AA8124-2456-427A-A876-C58893A1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567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71AAF-927A-4DE8-BB2F-4F381DEF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 de subida de probabilidad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95F9DF-5CC2-4D2F-948E-CBF6EBB1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27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B9C2B4-6C6D-47EC-887F-FFCB0A6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0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674C46-0F51-47EF-8B3F-3534890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589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C7B235-B422-4D47-9722-C2F8C1A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48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059E54-B134-4140-A1DC-1ADB33C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907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E2C349-3CCE-4CEB-BDBB-B7528CA9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06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736851-A68C-4183-A463-4FBB878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Marca hitos realistas: +5 temas cerrados, +10 problemas tipo, +1 simulacro.</a:t>
            </a:r>
          </a:p>
        </p:txBody>
      </p:sp>
    </p:spTree>
    <p:extLst>
      <p:ext uri="{BB962C8B-B14F-4D97-AF65-F5344CB8AC3E}">
        <p14:creationId xmlns:p14="http://schemas.microsoft.com/office/powerpoint/2010/main" val="15613975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85819E9-C55A-4F30-8F27-CB7E8605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56399-5C08-4A9C-8FD7-5198B34C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9AC0A-73D9-4F61-9774-E63334A2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4C506-C4A5-4BEE-948F-FE0BD548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 de tema (5 bolas)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67664-2177-419C-A52D-DEEAAE46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P(al menos un tema estudiado)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B8331-51DB-44B0-A2AA-AC7C9A3E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376DC-AB98-41AF-849E-328703A3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5CEEF-83A9-47DF-B701-366A314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 = 1 - C(71 - n, 5) / C(71, 5)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2DDE3-2BD1-4AED-9CFF-3BE73FB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 temas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D5340-DD7D-40F9-9461-642E8754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8F0BF-4330-4767-8C41-F3D8F616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201738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69EFD-D85A-4731-AAD0-17FC51A9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430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54%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28822-EBFB-4FA6-8058-30ED7E91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 temas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29B87-3E54-47CA-8546-8AD290BD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03D2-E4BC-4CC7-B230-A879E54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0445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707FB-76F6-467D-B4ED-2DAE71C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95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6024D-C44B-4CAF-9926-CC97B32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 temas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EE7B4-B219-4601-9452-AC29C6C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318CC-D9FA-4B88-A1B5-B156E6D9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5009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EADE1-CBF6-472B-923E-7F6A541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479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EB962-0F6F-4F4B-8CB1-28C550CC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 temas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07D5C-E23A-4858-86AA-C5DB9EA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BB01B-2F21-4FFE-A679-BCE642C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66627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B5FE2-C9EF-4A45-85B9-DE74B69B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269BB-690C-4088-AF91-504A0D3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 temas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DF0C3-6349-4F42-A60C-A79834AD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ACF8D-7871-4BEE-B3C9-6E5CEE7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089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9E569-171D-4FD8-B10B-009D8136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52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9CF0E-A156-4AB7-86FB-A513A89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 temas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CD9C3-53AF-4E1A-987E-35B53B52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70078-2EEF-4C6B-B277-E73C7DF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61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6E340-476F-4C89-8DAD-3D9F844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053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4701A-EE92-4908-95C7-2A5ED7B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 temas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FF47F-A7AE-4AEC-A4FE-651D0F38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EEEB2-C413-4F93-BD66-7E0047CA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F8184-FBAE-4DC3-BBF0-933378C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577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7" name="Plan de subida de probabilidad">
            <a:extLst xmlns:a="http://schemas.openxmlformats.org/drawingml/2006/main">
              <a:ext uri="{FF2B5EF4-FFF2-40B4-BE49-F238E27FC236}">
                <a16:creationId xmlns:a16="http://schemas.microsoft.com/office/drawing/2014/main" id="{1E5664EB-3F0B-4AE9-AE8B-B1D510F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567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1D98B2-0C72-4177-B4FB-E380F89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 de subida de probabilidad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19C0B0-0E16-4271-9389-4E37638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27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C625E3-A31E-4DD6-A945-B7E6D54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0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1B3709-7B6C-4A3A-A629-99F51D8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589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DA4477-7BEC-43DA-BB6C-D3048F40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48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FB2301-899E-47FA-9057-5E3B2A2F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907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6EC67-961D-4AC1-A960-A17F410C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06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D7AD44-7653-4E72-AB07-B4D50B2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Marca hitos realistas: +5 temas cerrados, +10 problemas tipo, +1 simulacro.</a:t>
            </a:r>
          </a:p>
        </p:txBody>
      </p:sp>
    </p:spTree>
    <p:extLst>
      <p:ext uri="{BB962C8B-B14F-4D97-AF65-F5344CB8AC3E}">
        <p14:creationId xmlns:p14="http://schemas.microsoft.com/office/powerpoint/2010/main" val="1941610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A07DCA9-55B8-46E8-81B2-FD864CE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4F387-F90B-4E24-BE6C-8AD7096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CB3AB-7A9B-4F2A-9DEC-0D579C0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CB61-EB9D-4C14-B341-FB86F29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Mapa del temario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41A16-711A-40B6-B8D6-BC8AB97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Clasificacion operativa para planificar el estudio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C4197-AF8B-4147-8FF9-AB6E289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C75D4-C615-4C4F-A5DB-5D97E27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8B078-7563-4443-8D4F-5D1A6DD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Usa este mapa como indice de trabajo. Sustituye los bloques por los epigrafes exactos de tu academia o convocatoria si quieres una version 100% literal.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5E740-E67F-4EF7-BA76-7428313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D0C65-7DB3-4785-802B-D90123A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3E41-5C39-4B16-84E6-CFE4FF36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Aritmetica y numeros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40604-0106-4C0E-80E3-FCE5B39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FB120-E9E0-4B2F-A662-51916D29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1B283-3D59-4D44-BAC4-2D664A80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383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7370E-88BC-464B-BF07-4295CF2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0F1ED-A325-41A9-B68E-8B130417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11-20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98180-3322-498D-A6E0-763936B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Algebra y estructuras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4EA78-4650-41E3-8095-40F67E8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4F4E7-212B-4C6D-80DE-0C84C56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DE2DC-2E39-468F-8E2F-61CB5B81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575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A0F62-3A66-4795-A6D4-32DC5531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95DF8-CCA6-4B36-8D80-6B51554F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21-31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59387-650D-4D82-8519-685417F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Funciones y analisis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D9C81-68B0-4867-8AA8-7BB9C2D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243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315C0-534C-4420-93AC-4458B0F4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B090C-D841-498E-A4F6-F4874648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766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491B5-03AA-4F6C-9ABC-95F7B1CA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BB5A3-F407-4B8B-9B68-63ED710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32-42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191B5-77DA-45D8-B08D-3D02DDBA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Geometria plana y metrica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C5CDCA-6414-488A-836A-3BAE46A3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0AC86-B93F-4A9C-83EF-8A2FCDB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14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1FDCE6-6135-4B32-A14A-D407E4D1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958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514BA-4A93-460C-A323-A7D6541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DFCB1-9CA2-463E-A70B-4DB550F3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43-52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1584A-AD76-4D4D-955F-729DDFF8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Geometria analitica y espacial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5ECC9-194B-4F66-8A86-036EB30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626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19B3D5-CAAD-47F6-8A02-CF619DE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DEA48-9C57-41D4-B124-B8F0E3D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3149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664F18-FA40-4A53-A800-EB9E5D9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050C9D-E106-4951-83A7-2917284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53-61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FC830-0105-430A-8460-2E0B6DD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115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Probabilidad y estadistica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108DD9-9A0C-4671-83C9-633F57B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B6151F-B669-4718-9C58-3693313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53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DA92F8-9F32-4136-8300-34721C3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1341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D46A28-C589-45FA-B61B-25A946E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FF9703-D314-4AE8-8196-AAEEC8C0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53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62-71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8C02AF-16D1-482E-B3D7-C9745264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934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Didactica, historia y aula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0D907A-7A7C-4FEE-84BC-C68F4D3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2009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929EDC-BB47-4331-8E65-72233F68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72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13D993-0057-4CFB-98BF-48A189CD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9532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51" name="Orden personal de ataque">
            <a:extLst xmlns:a="http://schemas.openxmlformats.org/drawingml/2006/main">
              <a:ext uri="{FF2B5EF4-FFF2-40B4-BE49-F238E27FC236}">
                <a16:creationId xmlns:a16="http://schemas.microsoft.com/office/drawing/2014/main" id="{0291BF5B-A3BC-4C41-96D5-E23BC21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343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CC71E4-1965-4C9D-A4AB-7DBE8E2B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200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Orden personal de ataque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E2EC91-5F73-4044-B894-AC74DDF1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067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806DF5-83BB-45B3-A752-53669A5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591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594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48C3C98-6547-41F5-980C-4381340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EBC44-FBFA-459C-A100-B27658B7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27EF-7F5B-4A77-986C-4D065F7D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E1800-CE7E-44BC-B9A6-DAE629D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8973-68B9-457A-90BC-DB52419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D7255-B25A-434D-B07F-00EF2A6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561D9-2239-43BD-9A75-3BED4382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588A8-117C-41CC-9C85-43441C2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8C12-2906-471C-93DC-9C7979E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646E-AC07-42E5-9B79-7F34C025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CA696-2F62-4C6F-A726-473FF1B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5E064-C9A5-422A-8A2E-E504246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C46B5-597A-4802-B385-833D4F4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5D6FF-03DC-45E9-A799-9118A4F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3F00E-56A0-414C-BD8F-9EB60B6A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7AB6E-09FA-4168-B1B1-3CB733BD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65374-219D-4668-B1B5-AB1ADE9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3754C-DEB1-42E0-8CA1-BF66DAC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FA358-3B15-43E4-A1C5-84FE9261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4710B-DDDB-4579-A5FB-0FA83D3D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E734D-4792-46F4-9309-E100BCF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53A4F-4168-41E6-AB26-7D60FC8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7E15A-4024-48DC-9048-5DBDF20C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64DD4-76DD-459C-B696-EED14C29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60CC-FB0C-4D76-9B23-35BBE5D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030A8-7381-41AB-ADBD-8538B9F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4758D-1151-474A-959C-FB81DE9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266DE-5AF1-4720-9CDB-7F87E212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7EB4E-A4D8-46BB-8BE5-772E1AB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E7089-BA78-434C-A0EE-BC102E9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660FD-6C4C-4E7F-ABA6-342D4D9F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690AA-19E0-400F-85EF-496F8871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58C42-482D-4B55-B3B1-A9D8D86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A8227-85F5-4CEF-B920-7D12AB4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9EF48-53C2-41F8-8FF9-44131E06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7E5AF7-1070-479C-8BE8-2CA2EC4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EED621-41A7-4ADC-85FD-66FBA92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2971F6-D4C7-4B49-BB23-49EB1CC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1758BD-7C47-4136-886E-351D9356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D063C8-6481-46DA-938B-1929588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EED2FD-85C6-4667-852D-C2F7599C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9E5FAB-AF08-41C7-AF8E-6063554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6CE6FC-32FB-4951-831C-D252E14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ABA9F3-B93D-443D-A1A4-ADF7376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09839E-1300-46B7-8A22-8C90E09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1E319D-BB6F-4EDF-8FAE-DE8CF38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64C8FF-43E9-45B9-A428-59C5E48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4E2E96-349E-4818-9FC5-1D8C216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849BC2-73A4-4F3A-A8BB-17E4464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24374A-43F3-44ED-9344-D502B935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ACC5C2-25DA-4EB8-925C-EAD8724A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2B38EB-3FFA-4C14-B757-6CFA8684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3BB2A9-1930-402B-B49C-BA636CF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6E29E2-62D3-439E-B459-B90811E5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8398A3-3C43-42E9-8E47-4E6673D7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3E9947-046A-4736-8267-8FD88869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18FC30-758B-4D68-9FD6-2CEA3A0D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A60F88-26BA-49C2-8F46-CDB1400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8FE3BE-AF8D-4A5B-8301-FDEBE1EB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F97836-B2BA-4488-8410-A8FDF15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BA1BA1-FD61-4330-95F8-A1CC58BC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72510C-66AD-4F29-A0BA-7AB9FD6B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F85E83-9FEC-4BAE-8B25-5CF830FA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FCC7DD-AF03-4D2E-9FCD-2C407537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ED4906-0065-4007-83EC-7A5FEEE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76D32B-86F3-468B-8F84-495454E8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1D5BC8-DA3E-4E1E-8AE0-3EAA839A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B9DF2D-04CA-4D43-9432-0933A51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4FAB32-B2C2-4C3B-81F4-323B81CB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6EBD4F-A335-48E7-9672-6A889BA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D59A77-F338-4CAC-B698-C3191164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B27F08-7C4F-453B-BB9B-DCC83AD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7BDA7A-9D8C-46E9-BA72-AF07EE37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29639B-3C91-4004-90E6-41F509E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F930D9-C894-4283-9938-8AF9732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589F87-EEDA-4084-B2B2-15A05BE7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71BD0E-D1D2-47DA-A9B3-6B1925D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D48027-6679-4EDA-943A-C2D4927B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91D2B3-7D0C-4E36-B297-13E061E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38620B-2D92-4CC8-894E-B28BABB6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CBCAFB-51CE-45B4-B49B-5CD59AD1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587ADE-0FBE-488E-A904-EE9BF64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21C3693-00C8-41DC-A1DA-2F8CD8DD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46B921-E8A1-4F80-B98B-B0C1509E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F906F3-9E78-4DF0-97B8-CA911D3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A75065C-E204-41C6-B566-327A41D5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C2BA31-5670-4A04-B6AF-FCD2452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EDF715E-3354-46E5-ABDD-FAE36E98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3E3151-7898-412F-BF1A-F88F089F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59C7C1-3963-4232-94F8-88754FA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E1958C-8A19-4A7F-A39F-0BAC605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1E5449-C056-4E7F-976B-A9A77F3B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42A356-3632-45C7-BDBA-232277AA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B4E6A1F-9011-4668-B657-091F59DF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754E2D-5B0E-4163-9EF1-0FB0F80A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295D281-461F-47C7-B826-1C68DE1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1FE6822-7FE9-48C8-9125-984C7D11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EB09EE-119C-4305-9C82-8E4144DB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C54477-2274-41E0-87A4-C2495541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93EFBC-710D-40B8-AE8B-7B182C9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FED456-8A76-49CA-B7CC-D031BD20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4100289-5B14-4837-ABAB-2B89DB7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06E120-DB83-4714-8E2D-F8C11F6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C6F83E6-4C6A-4EB8-A36D-658269F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3BDD02-A70D-4042-A4AC-44053068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B3DF88-CCAB-46CF-B587-2BD02F9B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773562-9D8D-41CD-B4E9-0AE4F623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C61E98-C3D9-4E87-A0E9-168FDD4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96F749-A6B8-4A73-882C-CF16B7BB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1B276B-E6C2-4D0F-A8BD-9E24E9C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574AB1-2B29-463E-A819-6A6BEAD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E56A2C-AA05-4EE5-83D2-08E0784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8E8AF7-0861-4C19-997D-366008AD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81BC19-F53E-4858-93F8-E114F35D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0AA282-F3C1-4E1E-8B28-4EB673F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D08960-3D91-4F76-86A7-E032CEE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D96159-CF6F-4B71-B52C-AA0373F9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FE8C68-63CA-4D72-A3E4-4D76AF00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4863C45-1CE6-450B-ABF6-D87305D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5552EC-2F03-491D-B98B-32BC6109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065CE6-B322-49ED-B377-A1515EB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A5D2B2-6309-4E2B-84E2-22DC555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9EF8130-C0F5-4DDE-8AE3-1F0E89FC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FDE40B1-D340-4E8A-9E8D-C437A350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91F9B39-9979-4992-930B-3C13F799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7A4D6C-BC12-42DB-90F0-80B95A83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CEF3E9A-D2CF-41D8-BA2F-9A03B15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ACA3443-925D-45CC-A341-F8CB44A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C4D3427-4F9A-4D6A-9328-50A55D5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F2FE50F-AC0D-45E9-B35D-ADFEFBAF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0C74F7-0149-47D8-8F74-311D0A8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C37D62F-39C3-4DEB-90E9-35A1C508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9271D5A-0680-45AE-A550-7E6F5BC1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3A8DFC3-245C-4A78-B984-4689595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6DE3DD-A1A3-4B3A-86E9-6E706475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D166BCD-EAF5-4672-9504-5B7732A0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2AEF102-EB2D-4A0C-9955-20F909B7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1435742-8869-4851-AF6E-84BDCEC7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D8C47EF-6097-4A4B-9876-E4D8DD5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30B91A1-5000-43F3-9B56-73F359C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9F90F65-B54F-4E31-9547-C27AA1A5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AE932BB-7939-462D-94CC-07E38ED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9093B0F-98B0-4636-BD3B-FB79F46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2C89F86-CD83-4028-89D7-EA312F9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B37F10E-B027-46AD-AFC3-5C96E8C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B2165B6-7B16-4B0B-8392-9D4678E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6058D50-6CD5-439E-B4FD-376087A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EA66520-BB03-40F5-ADD1-EAA72FC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0237F12-5AB1-4904-82ED-BFD5EF3A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75197C-740A-495A-BC14-5852C24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9E3ECFC-02F0-40A8-9F94-234B432A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40841F9-A609-4773-BEA8-635C96C0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A1B9626-BB70-4CBF-8C15-6ADC8BA6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D50A2C2-E869-4600-9FC9-DF4DA582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C1C252F-9990-42FF-A366-E3880EBF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021081A-2408-48E2-95B7-33F12BE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FD73980-8374-4CF1-8DEC-5707575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61B7BF7-28CB-4B91-8552-C58143B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9CCB7AD-6440-4A39-8E16-5F2C8556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51E41EF-4960-4C8E-8DCC-764BE1FB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1042C48-68FD-46C3-BCC4-5EC49A9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6306997-8341-4226-BAFF-CE7CC29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8EDA107-88D9-4EE9-85A3-E0BBAAC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0F140FE-DB9A-449F-A4F0-12D65DC8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A36FAF8-2010-4FD7-8FCE-5B9EE47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2EF082-B50F-47D4-80D1-50648AE2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438FC5E-71D1-4545-8E7B-78C9B0B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4C59DE3-68CA-43CD-B379-2F8D9083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646E9A4-438F-4879-BB41-05A09FDF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94A4D1B-269F-4AF2-A510-C007577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D862082-7ABC-4986-BC04-7EC085F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2524731-A9E3-4041-9746-1696182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5D7E487-4AFF-460C-9D83-5905473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CCEB7F0-7E1D-487A-8F4C-7ABEB456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7373A68-B61C-4603-B843-C7E9249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26A794B-C8F9-4098-969A-DE09EDF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147AFA6-B1D7-4BBC-845B-53F75313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B05555A-66E4-4844-B445-24BACED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73DD141-0C58-49FF-8048-303F6516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FFF0C9D-25DA-482B-9418-0F6B4F2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E36817F-C6B0-4D57-ACD4-9D39806C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64DA8D4-DE25-40B6-BC53-2D706CC0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9351D2B-2D6A-4E15-8D34-C584474F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F0BC5EB-DA83-4E28-8AF1-AAC42E3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5A24EAD-569D-4971-8F78-95BFDF29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8458EC6-CC6D-4142-8FEB-1049068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041674B-0A02-4578-A5A7-D77C4D4D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6832A75-8583-4309-8A90-843EE4EB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7370509-D510-4D56-8837-DEEAAC8E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F54DFEA-7A7F-42E9-8525-F80A9B7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7958FB1-98E4-4B51-B39C-1DE65974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6DDD78B-08DA-4FEA-86F1-D50C6426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7C113D4-48A4-44B9-8391-58EDD961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F83A98B-D2FC-4DA7-A8BB-F7B9AFB1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48728F8-CAE7-4043-AA71-12E432C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3EE6F74-9BAB-48A7-A96C-5575FB70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D979564-B32E-49A2-BCEE-5A3F3B3B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6F52641-D212-4D80-A038-BDE8D7D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D3824AC-4D98-4C2A-96B5-8CAC610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8F581C7-3DC5-4FB3-B1CE-FDD3A42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90F38A2-1F55-4FB7-8C88-70C13040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4847E00-839F-4294-ACB5-4A311EE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D625B68-7C7E-46B2-ABB1-A6D5C87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4070242-D42E-4C53-8F67-43B8CDA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55182C4-3DEC-40BA-A055-BE1B8298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D153784-0A90-4C01-BC67-AC135D2E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BAD079D-948F-4CC9-B374-BB0F2AE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723622E-E49C-4CA1-B2FF-B2C4382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BCD4E20-4E05-43B0-85A2-2AE46A6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EA2B2D1-B4FD-4377-ACC4-B427A39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D9CA14E-1ABB-4BF1-AF93-548EC6F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89ED74C-65C3-46AD-8AD1-E246402A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313BF07-D50E-473C-A727-14F78EA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3D62DAB-EA00-4A75-B1BB-6566E9D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07F95CB-14C9-4707-9D0F-D3B36DE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D73EB77-44FB-4B6F-9976-F4ECD4E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B2006FB-DB44-41BF-8092-AC02D000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639B450-835E-400B-98E2-FF287106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57AA8EC-84B4-4B86-8099-2E6A289C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05E226B-15B1-4DD3-A1D3-DE00D0B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8D68B43-60AF-416E-9996-596C3B8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93F42E8-3AC8-4663-82C7-F873DB82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523020F-C1BA-42E6-9E04-53ECE456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0A584E2-F5DC-4DAA-9106-9094404C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C22FD04-F326-400A-81E1-77B80A20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F54BD02-3AE7-457F-AC60-0FAE3228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9623C82-7B4B-40B3-BA99-A14E20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AC8B86A-A164-4A31-9DE9-79C6B12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831C6F5-8A34-4771-A74A-399E30AF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18D5B38-95B2-4B3B-AB10-3508C28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E5B1983-42DF-4101-9582-3987362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B57E0E9-74B2-4695-ACCF-8D7429DA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298C1E5-0DD3-4F90-8FD2-9649990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03113DB-27A4-40EB-9FE4-E011FD6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D0DCF1A-B808-4E9F-9BE7-94C9137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AEB2330-74BA-4456-9800-279BA926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558AF90-1A19-4024-BA9F-48F04DA6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40057A0-55F7-49DF-9656-A441B84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4CB1BDA-7859-4C01-B0A1-847605C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00A02F9-4FED-43FC-8983-4797E661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FA50D9C-7BDF-458A-AB5C-9F9FEB4E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D379B01-50E7-422C-9BF3-530DF602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068A52B-2C76-4935-B73C-DB35412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D711E3E-8D82-456D-AD19-C64739F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C9585AB-D9A3-48AF-A9FF-396615D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D6C1989-8F9B-4078-A070-3D68070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2CB7F36-B391-4A74-9903-A2E853C6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C48744B-4934-4292-A9F0-6076499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DF512CA-E735-4D2E-AE85-9CF3E2C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860334F-41B4-43D3-AE81-D14D9D46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A7D483A-C2DF-445B-81A3-F1E38D0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B01090E-E6D6-4D39-A25E-33F121B7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1FEA26E-D280-4E35-881F-137A758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2FF9DE1-D8C7-4FEE-A1FD-0022C7CE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2024DD2B-2473-4455-8230-CC56ADA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0842A8D-A0A9-4DC0-8C87-2F753EA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1113558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B1985F2-6B0B-4C70-9FFA-23F4B500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3670E-B8D2-4D10-A166-562C0ED2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5324D-8333-41DC-84F4-E543F7D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96138-8203-4987-8A5F-73D800CB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79CC9-BE3B-4BD8-9FBA-DC6CF70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25E29-22D7-4287-88D7-836D6E37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D6E3-75A1-4615-9490-C1773F8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4C75F-5541-49C5-B267-3816B54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07C23-C475-42FD-8600-02DEC562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FA360-7EE6-42D4-9725-4ECAA916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4491B-89D5-4C8F-885C-409FDFC1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FC471-5DD4-4637-92B6-115C506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A394A-DC86-4969-ADD5-852E3067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A7926-CDCB-4C36-B26E-824D85D0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6F667-662E-4BCA-AE0E-78B70879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2B693-E437-400D-8C66-EB27CAD9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B5079-BCC0-4B35-8908-74C1ABBE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1E787-1BDC-4E3C-8936-C0085126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007B4-2D58-4744-B839-AEE6EFF0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ABCD8-3922-43F1-8064-8305060F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D56B0-013B-4B38-9E46-AC8FBC9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5D7E2-CD7F-4AD9-8065-CEA9EAB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6BF94-B0E6-44F1-A81C-9909884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9FDFB-1FB1-4C41-85B0-405151F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39E1B-51A7-4A7E-AB26-EAF44E2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B6444-0EE1-4DEA-B2E1-3DF0D92B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BFB89-10A2-4597-A117-6AED0DD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D7BF9-E97B-4E93-945D-FDB83054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4A798-878A-4B3F-9AB1-74068829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2A853-357D-4160-93AC-50AE4AF5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EC5140-A6F4-4036-B651-9057BD34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4A1F3-D4BB-4431-927F-EB991F6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433B2-0CDA-4D4A-800E-EC749A8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FE3A9-6ED1-4BC1-95B0-18F923F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A65FD-8A5E-4584-955F-2B829DC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15BCEF-BE81-4BD4-A88B-67A6E6A0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311949-A299-4845-97B4-AE936E3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32C58-BB22-456A-9968-97DE1029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5560D8-8025-4A3A-8452-61C1AB90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C3BA06-196B-4CB5-9DEF-3C00B149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A0189B-98F3-434B-AB18-99A08CD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106D86-C67C-4E70-941F-0A582FA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4FCEBF-345F-4645-8C8A-9B785C72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A7A50C-C353-4622-B223-A845387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1F9CC9-C152-4CEC-840C-C17CCD1B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E133F7-F9AF-4920-9BC3-E81FF4A8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BDC3DF-A284-4C96-9987-5E17643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1F8DB-D60D-410B-962A-BCC172CF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6ADFFC-7776-4C4B-BCFE-7CAF53A1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0D5774-6D65-4C04-9F79-DE0B4BF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C9313F-508D-4242-ACA6-F522D31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0DEFD5-64AF-454A-8BEC-FE550AFD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EA31F7-5CE5-4920-AE67-36F360DF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4DBE0A-7B4F-4BA2-A028-4ABA1075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1580BA-B444-455F-A938-4C6EEEB3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C5F047-05EC-4BDF-B6F7-854FC5D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2DCD7E-C1C3-4636-BF98-4ACCAA51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3BB428-4A98-442F-A9DE-B7AB6C2B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04478A-1E4D-4D60-83E5-C72EF95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960589-CBC0-4E47-8310-4C162DD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A92D16-520E-4CA9-9635-F4C4FC9E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03CAA0-C8E1-419C-B09A-37C7CAB5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31EBE1-CFB9-4E00-87E8-32B2F21E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9DD40C-B8E2-49FD-815D-B4D49CEC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B4B787-5538-4400-84E7-53CE6F39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0ED95A-D02C-47DD-99A7-D5C1460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581BE7-0918-4CB1-A8E5-B270E49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BAF442-38B1-4964-80EB-2667389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6FE247-08C5-4985-86E5-D50657A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2C5477-0F13-4F2C-BC26-F10DAAA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DEA8A5-4886-4096-BAC5-B57D10C7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3F59A9-3AFD-4CED-B0E9-075CE23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11A6B3-88BC-46AE-93FE-EEAF6803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2B4716-5531-46CD-9284-5B2EE520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120DA8-D4AC-4338-B99A-FB57C7E3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645A40-56CF-4096-AEAA-74F242A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D7F21E-46C1-47A9-B129-E9AE7554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6B9293F-A689-445D-A42E-2DB3C1F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6A5D4D-0257-4AC2-A5CB-180B8046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D8708E-1276-4235-9048-435F89A3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7DDE42-C607-4F51-A763-25C35E76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9CD261-680C-477C-8D9E-F7DA933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10B739-32C7-4787-B164-ED1AEBD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E6AEF3-49B5-4CC7-9A14-7A94256A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D99047-60C0-4F0D-916A-98876A7E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277E21-DF85-4B1D-B4B0-925E339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367427-0AF6-4B96-86FB-01E18EE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8506F6-15B9-4086-B1A3-39FA99B1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729E54-2775-45B5-AA84-2578CB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536658-3914-46E3-B556-264167B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C4B742E-66DD-4A96-B979-2004568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F281F4-C9BB-402B-A744-85D8F4F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EDBC197-BA7B-407A-9637-4AE45568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4C416E-4F0F-452E-8DF2-2D9C7A6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E33325-9759-40D1-BB94-5DC51CE4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96B2267-09AF-4688-839B-2A6564B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3F8C5C-E5CA-4CC9-AEA9-BF85573B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F680D33-BD43-4CB1-9E2A-CF2B5C1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99A8173-94A1-4CA5-A0CB-BC0CFC9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E666B8-C32A-46B7-90FB-F977624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45F263-265B-405C-A0D8-E4150C41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647885-F59C-4455-81C5-801890F2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19FA04-9101-4104-9216-FC0AE6F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F6D8E9-6FC7-4602-820F-1A02670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20BEF0-B68E-4344-9BE1-86C3EB47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9EBD52-A441-46BD-8D6F-95D7C4E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80C5B8-EB6B-4BD8-A3CE-5B88658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F474D39-EF3A-43D9-BC0E-BB013CC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F7B278-5C89-46A2-91EB-31C2F4F3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8B22CA-C39A-4061-A6A4-9699CD2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2C03968-73A4-4953-B56A-12DA893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E3B610-4249-493D-A619-6C9CBAA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3C50EE9-2149-4A13-A3A8-0304944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097463-5BBF-4C40-B3DF-731F511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CDBEDA9-4E2F-4E0E-971F-985F5B91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497239-F819-405F-9B42-5828FDC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599024-A09C-4580-AA5E-A04F921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7191DDB-5D37-4A60-AE1F-962F79F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15FE5E6-6797-4441-8798-60BABFFD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8FAAA1D-B675-4379-B5D9-4122DA0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12D75C-6EE1-4131-BEDB-87E80B8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488123D-3D6B-4CAF-A362-771EE16C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CDEC598-41D3-49BB-910B-1840944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A7D3AC4-9D6E-4B14-B173-A273B2B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63181D3-8167-43DB-959F-BA333524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9546A9D-C42B-463E-BABD-1383C87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90EF597-7738-42F7-B790-20B236B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42ED1DA-3383-4596-9AD7-29C2E185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09539E5-0EE7-489D-91D2-8D4FCD4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9787D35-1A7B-415F-B0E1-5FB6BDC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F0687C-A4BF-41F7-80A6-A32914C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1F676D5-90D7-44F8-B331-F671E7D5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23C783-4180-48AB-8C11-9EAB7DB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CB5C65F-AA83-4D1A-ACF2-860E2199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D7C40E3-15DD-449E-8460-3564649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FA2E8C7-F199-448D-8214-0ECAE19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B3CA5A-9780-4D66-BA52-24C9672D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12ED8FD-B2A6-4456-9FF2-03E30B25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D8C1386-BD87-4ABD-9216-1ED2B0B0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B39D18A-646C-4064-85D6-C3DFD56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5F415CB-5E32-41DD-B046-DB6CBFF0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644B515-E7C8-48A8-84C1-258B2400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BB19702-15DE-4D73-BA3D-00FC929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CECF261-5A64-46C7-AC7A-0704466B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6107F1F-0DFE-4249-BEED-8DD8DC40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6D0D85C-F12C-4C32-8AEA-41923B2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230906D-5067-4DAC-A972-ECB8D26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18EA80E-4825-4FAB-808E-5FCE69A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0B4BBF2-E436-4838-AC72-676E862A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A4F3FE8-B974-4084-AC2B-D0FE9FE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7C9B05A-80D4-499D-B014-3AC7E4F1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E4F56F-AF88-4501-915C-4F18B48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87BD903-E708-4BA9-8B8F-C1ECB1B4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F8F5922-0980-44B3-AC3F-C0FF91EC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9C56B37-5305-4B14-846F-0C6BEE3F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A998FB3-2010-4093-B56E-F7CB1B6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B4A0EF6-2370-4542-836C-901746B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09A8732-C0C5-4B43-A0FF-4875593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A4241A7-97DD-45E5-9819-9D2A1D3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3BE0865-9693-4577-AB1D-35CD2DB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32A9F81-351F-4049-9A12-C70F9B4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51F7E76-7125-4C99-BEFF-A1ECED62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A76E463-98A3-4F76-A404-F3E9DC0D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EF42151-A0E8-4171-A597-00C477E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B548537-7072-4B92-83A3-14401107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D58EFE4-AC1A-47DF-B3A0-D019C8C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170BAB7-01BC-449B-944C-01D0AEFE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ED324F7-2036-434B-BF9E-991995AB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37A9D38-54B8-4F99-9143-C19C644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61A07EA-E297-41C0-884C-495F7A0C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3176A0E-5957-47AF-BAD3-AB19FAFE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4AD1570-6ACE-445F-B2E7-55B3A143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BCF787E-A359-45A8-A1D0-F15C4BAE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CB223CA-3180-4D20-85D2-FB413D4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4DCDEBE-F528-4C9E-B891-9512615F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97CFD61-8EB7-4A06-AC52-70AC5B1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8E3899E-A4CA-4B91-BF33-047DDB0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BA9A27D-272A-4AA5-B592-715C575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04AD2F8-251B-47AB-BF9B-DE947D75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135F696-81FC-4315-8EDB-0A515CB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2865FCB-323C-4DAB-B5D1-85D7CFC3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91AE7E1-10C8-4770-AFA4-0B784B57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FA0D15A-7FB0-44E5-AFB3-21A31A3A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64A78CC-6364-47F8-AE95-AE92A20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D52C01B-E29F-486D-8459-6F89C5D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A908163-2046-4031-8397-C20CBC82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648B760-5FD0-4D13-B306-96CECC8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55ADA68-441A-4E39-8911-6F9DEB7B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E1B1EA5-9CD2-4BEF-AA9D-74E7D86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C940457-ED2D-4EE7-A965-03AD1AC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515EC03-7245-4C7B-81E9-2899D8DC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DB6C6FC-9938-4594-ABD2-CF5A0260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E9C5864-9361-45FA-9BE4-52BB887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48DDACB-2CEB-4241-A1A6-286B9821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D8F9D5B-56F5-4285-A574-ECB86692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A2CB107-C631-4D4F-A648-6BEE985B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44FCFC6-C435-470C-BF3F-59E271DC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056ADEC-BBF8-4D87-A2DB-52BF9BD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96C0CB7-7AF2-4A99-81F6-F92C4C9F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5D04EEA-5A9A-42A5-BDBC-7B78724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E7119AB-FF91-4C05-AB99-FE71D54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1C3A7BA-820D-4BB5-8D7B-363BF573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30A305A-FFF0-495F-BCBB-31FB4CA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F007E02-995A-4177-8D3A-BCD9A8DB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80F62A8-095A-444F-AB89-D9B29A3A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7714353-F1AF-41C7-A7B1-B8989BBC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E7357E8-4D51-4CAC-9EB5-D5DBA11F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CC31652-CB54-40D2-B991-B0664EFE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F006CB9-0400-4C0B-94EB-7E158A9B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F667B74-8DA4-4DAC-9490-2450951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9A6CC06-8868-45C6-93EB-187EA05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66A06EB-8D9C-4F0D-855C-3AF8781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7E880E8-02C3-4245-BCF0-E10AD03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38BBA69-A767-47CC-BD17-B190FB7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FC7A50A-72D7-4851-A807-C1DDD67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92FD2CB0-C381-4A19-8C1D-DEA53B2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E24A136-D89C-48B3-A7B6-A53618B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469DF0C-E3EA-4BB8-B0BA-9FED2A7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E8824BC-7430-4FCB-8E92-E079B588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6FC621E-F784-4F99-9F05-C24CB68F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AC06375-5EC5-4B09-97E9-5123E50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AE16EC7-A799-42EC-A760-5E7F16AC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16ECBBD-F96B-4E8F-9A64-6D5E614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92B3C56-3BA3-4095-8C4C-CB5E020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FCEDDB6-532A-4038-88EA-032A5A52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D6150B3-F3B0-49A0-BD78-365E86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6C1CE8F-E322-4E09-9B01-A474782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6186417-E012-4CCC-B91B-13E01F1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7C415F7-E61F-41CE-93E4-E7D204E4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683E8F3-1585-47BA-A41C-F3D78AA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49DA924-0587-4FFF-B188-0A5F106A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EBEE0FF-D9FB-4E79-BCFA-DE10244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23AE760-233A-488E-BD52-9B4D9947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4C05536-BDBE-4DB0-8DCB-45B3BC3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A92F5A0-BADC-4A75-B002-9761AE4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2AFDB49-C511-4066-82AC-125001D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B681BB8-1C74-4686-A4F7-43FF8BB9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92A1427-D85E-42CC-BCBE-701FE14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3BA4B6B-15F9-43A7-8876-EF62DF1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7090EF3-349C-4C76-A71D-2E8AC75A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A6E67F4-D002-4C32-BEE7-EEB9F4E7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0B19E05-1CC1-4DF1-8CA9-EF99AB4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88A329E-2CFB-4BED-8835-75B910E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BD7E451-29EB-4345-80C5-8C68FDF5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B5A6126-BC61-40F1-862D-660D977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92B4BA2-FCA0-4E12-9E9A-5A07D52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860101D-52B7-4044-AFB2-282F7798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9307C8A-6E18-4BF9-B1C8-E15065E1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B13B2E0-A128-44A4-A7BB-8352A60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BBAB0C7-806E-45E9-BD77-BAA1445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67DA8E2-D321-4EA2-A8DF-D937B998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3E6AB77-EE71-4ED2-B386-188C73D8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D9A786B-DECD-4CA8-AA1B-D9ECAF7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3A897BE-3741-4C59-AB24-68B5786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7510ABB-BD97-458F-8CBB-A2FEF72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3FF4990-CE8E-4F2D-85ED-4A49A307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478792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0859A20-63FA-447A-B6EB-1B0ADC3F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0AF44-FA45-4131-A69F-E33AE326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8E527-20D0-4BAB-90DB-032764F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9E538-48B3-498B-ADFB-BBA5C4A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D96F6-6C55-4270-A00F-32D75FF4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69F5D-75FF-4415-8D34-097DD9CC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45045-D474-4189-8020-D36F6CC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60B6B-7AC9-4B12-A7A5-8CAD753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C4038-94B9-4286-A5C0-29991A8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17620-C4C5-46C1-87EB-4A1617D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9F86F-3BE0-44A6-A6CF-070AF2F6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87454-ED79-44E1-8829-0A11E64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C283E-0B3D-4E61-B2A4-95036563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2C96B-9B0C-4A17-B7C5-A77200B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0A1DF-EADE-45E5-974D-2408103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DF80D-D950-46EF-BA39-887A7B9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F82F5-E483-43C7-8E6D-EAD4C7B6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6F371-5C06-4EF3-A8A8-55013DC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183D1-CBC5-425A-8FD9-3FA08C2D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0B1A9-C25B-4897-89A0-63AF4FC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3C982-1573-4F53-8BAA-4A7763F3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AE15A-556F-4450-B12D-B9BC1B9A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4E9C1-5752-4C38-B92B-65FB2C6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063D4-924D-4A7A-8DA7-171F05DC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01B14-494B-4B06-B817-221BC823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28C8D-4635-4CAD-B585-C7E58C1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BDDA-73A0-4E52-8909-B6B81FBA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48868-4366-44AF-949B-C7F792F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2B8C6-530E-4C3E-9D70-E484C12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0BF7C8-C03D-40B5-B6C7-C6A5134D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E51BD-760A-45C9-9224-0689C3F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FA7FD-2A8C-46D8-A6BE-96D0A2D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29095-530A-404B-9FBA-C148ACB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3580BE-7F51-413D-9B52-826A3B4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CD21A4-A03F-43B1-B90F-DC390166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2E45FD-14CD-4E20-ACD9-AF3D47F8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9744C8-5F26-4B74-8A8E-90618C5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5484A-7164-4E1B-B98B-303ACB3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A9A5B3-A573-4BD7-9040-60D8A07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E801C4-6596-4B13-9E1D-60B37D2B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6310DF-1EFD-4E5C-9D83-3460BC9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5B1BAB-F386-4747-937B-DF6E7395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9CD9CC-960C-4895-99EC-D9C19334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BF728-0F3B-4FEC-8DAA-F4C820B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E41DAA-745F-48E2-83BF-A3CF2CF0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2C801B-DF8F-4A8B-ACC7-3080DA30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77429A-F8AC-4616-89A8-7E68B5A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43B094-76BE-40EF-932F-B1697E3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EEBA2D-495B-447C-8063-8283DF0A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FE6B17-5E23-40C2-AA0F-16111C51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360A5A-0414-4E46-BE9C-3D5DF221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96FC4D-B47E-4A88-BF35-D4278E44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20436-DA75-44B6-92DF-CD41ED63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9DB476-AE68-4D61-A731-EBBD65A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0376B4-696B-4CF1-9B8D-36F234F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5B270E-84A6-42C5-835E-BA00E923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C82D90-47CC-4CC7-90D8-72ACAB3E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E162E0-031E-413B-B546-AA8BF72F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77A19C-6A04-4427-B234-45E116A8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D4B0E8-7033-4F66-8981-7170A60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B3455D-5D5F-4FEA-94A1-6C0C36B3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BE5D5-DAB3-4CCA-B9E6-8C8C47F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EF6909-9A8E-4181-A3C3-1D14A9D6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484FD2-8021-4471-8ABE-53145CB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32D697-CDBB-4B56-BD0A-F467CB37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72D2DB-9474-4F8B-96A0-196A03D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AC0ABA-5FF6-426C-9382-1D52E2EB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474DB7-3BFF-4BE6-A648-0D2D46C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55C9ED-B449-4044-BB76-C8C3DECF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2BC9EA-8071-4496-B5F5-0FA71F9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C77FFB-4FBB-4D67-89FF-B653EE21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497D8E-33C4-4688-9E02-E76A8D0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D27B4E-B621-4F08-9209-76E43BB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7CE5F2-63D4-4A5A-9E4B-3645C68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DE2E9D-2C11-49C5-B2C3-472A6B3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BDB5F17-CBD9-4F50-A883-9DD93D11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F9F471-1D1A-4D11-844D-51FDCF4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294EA50-4DF8-4BC4-9C06-2395A0A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25420A-1504-41CA-B19A-703E0377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90EE1D-6DF2-4C13-9EE4-A60C1BF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B40609-95E4-4466-8FFD-F50A6715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5A23B1-7567-49C4-8A4E-FD4B835A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08093B-C71A-4D9A-BEF7-2CE76B2A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D1E392-765F-4996-BCC0-DE9B721C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245390-AF7E-44E9-A415-5D0AF3ED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AE09C4-29F2-426F-89CF-8F91D52C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B07F7A-F2F8-4F49-BE58-002C420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F87D38-B830-4417-979A-5AC899B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D55A423-1577-4E99-8287-8620C35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CEA69A-F946-47BA-939A-76D42D60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ACFA87-991F-412C-BBAB-CEAD1370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3FEF8D-97E9-4C5A-BE4B-7C61285D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27CA125-D127-4BDD-8087-4D2C4987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1E0604-2450-4A1E-ACFC-AFE7B57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A52C94-F952-4CDE-9186-452A347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E26221-099F-4448-B516-166B7F6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B3358D-ADFE-4FE7-9733-F3A90FAF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AE65D3-BD03-4DEE-800B-13C8936C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ECBCF8-8897-492F-85DF-294A966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E5AB5F-107E-49C3-879E-93DB10E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D85BAB-A82E-47AA-A6F8-53F5CBF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8519DA-492E-4BDC-86A0-3BC3837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9537E0-4564-4532-8B7B-CB3A4A7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67ABF54-3151-45E6-9D88-F099D19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4BDFCD-62C0-43B2-AF0A-5B9EFC8B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9DD94DF-A208-4190-B6D0-1C7C41D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799F37-0744-49F5-AA1A-CE68BC7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88490F9-8B5F-4D69-A024-592C9B70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4D4213-9580-4AE7-8C92-6D39323A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0BED99-19B1-4EC3-B9CD-208CDA4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C3C85E3-3FAE-49C0-873D-9D84DEA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D55F781-E703-4CE9-937A-143B34D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F6C21E7-FF1D-4F9D-836C-5332C14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064101-E33C-45EF-AAD8-2570177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91FAFA-D01C-4F4A-931A-50025E0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2DE0BC-549C-4473-91CC-BD120183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ABD1548-054E-4837-B67F-A15DD79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BA00EE-3E3B-46F8-9388-F1BDF8E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2608083-BA51-49C3-A0ED-6634B2C9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377CF4C-65E4-4C56-B436-E52973FD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A4C40A4-C3D1-4CB0-85E1-4033A94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32FC1E6-5398-4572-9C2E-C1DE6B14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B74DA61-0243-41A2-A1A7-74A9B523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F8AA118-BFB4-4569-AD42-33AACA1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1391499-909B-4C4E-803E-D7325A5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1C116D9-0E08-4499-8781-04E0FBBF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24ACAEA-4F7B-4173-BB0A-0F0C4C6A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9FD8A7-504A-4425-B00C-7E8EB4B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AC2296-91B5-4D2C-9600-0C3CD7A8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33490CA-4BD2-4373-BC02-4B70D3E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3E4FBBE-CA20-4AA4-A978-5DDEEEA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0D46D40-70F0-4741-962E-03A4B90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B2F4C6B-7644-46B3-A2EB-14878D1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8BF768F-7AA6-4599-BECF-D9BF58A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F416277-C4DC-4B11-928B-22E6C02C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44476A6-A88C-4179-BC8A-67420D3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BC0C140-DA11-493E-B65D-A61E8AF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B60C8D7-C94F-46A3-B3A9-EB89A8B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FDCFEE3-EC5D-4A76-9D77-3FA109C8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5D1B0D0-3D63-4AB9-AEEB-849F7FC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91DD054-3EBF-4CFB-A9EE-38498D01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F7BE41C-24F7-42BF-9EFE-84787C5B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3033978-77BC-4FE1-8374-171093A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2C2C022-3767-4650-8A06-3FE4D0AC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E892583-A9EF-4FD2-A57C-222F6554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9AAC1AC-906C-4885-9762-CA5859F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2A11F75-2EEE-4E8B-BF57-DA905FEB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B92BBD6-1200-4982-AA5F-39CC33F6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66AA995-6438-43CA-862D-96E8F608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5B4D03A-5D07-4087-AA62-73556C8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D650906-727E-4E9C-BD3A-E828844F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E7D7F99-348D-4A24-9EA3-52783EFE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0120EC2-E162-4135-BC10-BA3EAB67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647815A-C262-4F1B-9CAA-44AE310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4C9EA29-E28F-47AF-B899-C080AB0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D9C57C1-B0F2-41D5-95CF-4C8D4B26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2D9C8E1-815E-4146-8B2C-1AC9F5E8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92F96EB-6B5E-4104-999A-2264AA99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9FD2B2F-AB9A-40A9-B56A-B585FA9F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DD9F063-B1EB-4954-AF84-2424A07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130919C-3C86-4D11-83FF-97A5C05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4C1EE96-564A-4128-B4B5-F036E5B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68E2A4A-1C37-40D8-A9C4-0EE5E6F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E33876A-F258-48C8-A1A4-C09F58F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1FAB439-A607-40C9-A99A-B18B0902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DCBF29F-696F-44C7-AC36-2FD0B00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A383F30-EDD8-4135-A256-57E0B2F7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FBB5C58-00B0-48FE-A9C3-9F7CA7F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DE3E999-555B-48FA-B026-872B4FC9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49CA71F-5B77-4132-AC04-719879C2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77E4B21-7D62-4C0F-AF04-7F95965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EBDB82B-AC91-435D-8D35-5CB4742E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046FCFE-F2B3-48EC-8E15-58A810F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3B39E9F-5DB6-44CF-A106-91A9DADE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F1DF872-795E-420E-8D47-E8E210D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EA5769C-915D-41A2-BC55-0883BF2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7A11530-86F4-4C04-B1F3-D1CE93B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B34C27D-1E0C-4C73-A230-81DFD99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0FF0310-F9C6-46EF-8598-E5D4C11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FC7F8FE-C499-466E-B131-30CAE509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154A40B-7CAD-4252-8E47-9AB8FC06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AD6BCB6-A08D-4BB1-BE45-6D018A6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497E3CF-04AB-440D-B6D5-CC6F670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8D8F420-AAB3-4BA7-8127-D9F60F6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6299292-DCF2-481D-9496-ACEF49A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4C4FFA1-394F-437C-BFA5-0CF835C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B41DF72-9358-49EB-B1E0-A06DB2B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7A365B3-BDF9-46D6-8EFF-E865DD04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E2E5872-F2BD-45DB-8138-87E5270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25B9E35-FCDA-4671-A735-4AB841F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94C1841-B381-419F-A003-11B664B3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F3F2B1D-5FE6-4F68-A94F-E1E07C85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EA8F578-DA0A-4B54-B9B9-59775D9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B52028D-D4D9-4420-A3B5-A1096AE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2EBD991-A0E5-41EC-B5D0-51450F1F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4F63598-6A5D-401B-9EA4-C31E3475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9DBA83B-7054-48B8-8F85-D2F3471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B9B59C6-7490-4170-BC2B-102EE90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D3BC27A-31FA-4FF9-A930-65BAEDE3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3375B8D-47A0-4309-8A01-D6FACC4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D375380-D5EA-408A-ACBB-B14C600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DAE34DD-3112-46DA-9D3C-3D40690C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A65A461-E565-46AE-8589-02D69FC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19E0B41-12D4-4C30-B9E8-1CD92EA5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0AA2E40-3DAC-40AE-9BC5-DD807A9E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7FFC6C6-49EF-4ACF-B20E-8EDB4CA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7A63D04-F6E7-407A-9B5D-EF6C545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06595A6-A5C7-41A6-93D3-C78DE41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54DCBF4-AA41-4CC3-8FB4-DCDF288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B433351-7EE9-4388-8149-2EEAB52A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880E1C6-12B7-452A-8A51-C0F490F6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0E9D619-9D33-47A0-AF2B-96C0705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1B29ADF-E907-47F6-8DED-7BA6E1B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E2EB514-7D94-4C33-8C6A-63635C3C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42C535C-D207-40EB-9312-E98B0A97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D0B90FD-E2A9-498F-BC4F-7380FE0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76B08A4-E966-4DF1-A8E5-669FFC7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50D6CEF-74F9-4B7C-AC4B-4465C73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F73A784-5F45-4148-A727-817E47DB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4B27B8B-270B-4C14-B12B-41782B9E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6F3575A-6E83-401A-8686-00C4C2C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FA1F12F-1D4E-4E2D-9EF3-9B4813B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7E85CB8-7B88-45C2-83D6-8D59CFC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AA171D2-AB43-43D3-9F8F-B45EC465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D2EDF81-1EBC-4337-8950-4BF0B501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500E13C-53A5-45A8-A8B4-6783F35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9864E12-A048-44C4-A3BE-B4282C8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17D12EE-7257-4931-A96B-17BE854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2BFF982-5A7F-417C-A037-8B741724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87EE00-0BEA-4090-ABFE-538DC37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0658B87-15FA-41B6-A0E9-C3D3B5B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14B6183-C365-4F41-9078-9CA8ED1F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48A4059-9E0F-4769-ABB7-11AC694F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61DC0FA-336B-436D-AE0B-EA96716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2C3B979-D5FC-494B-B9EA-4F26458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F7D404F-E775-4FCB-8D74-FFD3AF03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A1BD4DB-3ACF-4D09-B161-5768EEB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0E9A00B-6D80-4D63-B2F3-A1F713B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9961F71-1C81-43A1-AD87-269842B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C5F005F-E081-4D1A-AD83-17F1B6B8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60A2742-B000-4C87-AC70-5495DBB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3870F03-646C-4021-A97E-BAA267A5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785940C-7A29-4FBF-86BE-0B33C895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C320AF5-8BC8-4F2D-8537-C448FA3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AB840524-ABEB-4B37-A826-E2656CE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F005DAE-FEDD-4072-A459-72DAD6E3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0EB97B4-B225-4C99-AFD9-C9C8BC77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3D59AE5-0FD7-488B-A653-2EABD5D5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284EC85-B4E3-47FB-84FD-FA8720E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9C8A53F-4B0C-45C9-91E7-581E7F9A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D69A1BB-C897-4D21-9818-4F523450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B6C48CC-B069-41E9-A07A-DC28E409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D30375B-06EA-41D9-B9BE-EB12809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112DDEB-F930-4BEB-9AD9-7006F97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4A03009-83C2-4E0F-9E8E-8F70578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1B429D4-CAE2-4231-9A6B-ABA62006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6067003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E95A446-AEBF-4D53-A22F-336B3776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C10AD-75D3-4FDD-9BCF-AE3271A2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1DD93-4C9C-490D-BBC3-B8130CC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A3699-EABA-4CCD-A7F4-ED23FDEF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5FD97-9308-46B6-9C86-A94D494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856B6-CC27-4F71-B81F-B113ED2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79418-B649-4907-91A1-3287ED0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CC5CC-ECF1-4D39-A982-B6D3226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23D14-BC4F-4F71-A2F9-160F05E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B1553-FA67-4730-93B4-BFD54280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8FF71-0D31-4E65-AEC7-8FB43115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060DA-5C78-4D1F-9EF4-ED2ED05C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F544F-6A45-4576-95A1-80061AC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0B903-153B-4E60-A1EF-7F90595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CAF23-5871-45AA-8CB1-5CE4351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672E5-EAA2-4344-B0D8-FC0A689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97385-1463-47CC-A4C3-1A27FF04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EE348-CFC8-41D5-AAAB-72BBFF7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85A2E-49DC-4799-8642-436F2442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E8DEB-F4B5-413B-9B5A-F5BBF29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791F4-15CA-40D8-8184-0204870D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4487C-7A07-4993-B7A3-2549129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20B83-6AA5-4740-A5D8-D35B82CD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134FE-F104-4041-AAC4-3ACB998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1BDAA-D876-4258-A328-2D37A2D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8A3EB-69A4-4ECF-A3E3-3A72D6F8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EA6A9-79A4-4789-8014-20B3140B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F30B1-A0F9-42BC-AE11-F576728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620645-DB4D-404A-BAFD-20E546D9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1A41B-55F9-4041-9007-C8F8C823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AB176-3E49-496F-A7DB-DE77500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8C9A6-A565-44D5-BD48-B44D0A5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57A34-D10A-4AE4-9DC0-E43423E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2BCFD-81CB-4E35-903A-D8EA9B7E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52533-52C7-4671-A5E5-F76DBA0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9A637-F70D-4D4E-9218-4F0B8A47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01267B-A50E-4FE7-B474-32A09FD2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941614-1474-49EC-B0BC-B1614CD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052AA-EF5B-426C-9A5B-F2C029C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32E090-4E5B-412C-8DB4-4B411497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CC8932-8FCE-4507-8052-1427EA5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807EC3-1CE3-445A-A36E-D9294A0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CAF95C-3CFE-4E2F-A5A5-87FEC47B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10B26-7AA1-4DF0-AA9C-138859AE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EF00EA-7C06-4588-AC80-B3C9EE6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B1C0E5-1D42-42C6-B343-E1ADFE8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40D9AE-0F2B-4061-8852-E81C7EDB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D9C927-63DF-4062-94A0-1DD31A1A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E1433C-2A89-4624-940F-F9A33667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C8380A-3C9B-4C47-9460-A75473E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28BFD7-18E5-49A2-905E-F112ADE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C63BEC-AB1C-4B69-A849-03502769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FE0147-BC56-44D7-A2E9-0F027F2D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F336B3-F35A-4D0B-B2EE-14B0C97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B39899-AD56-4D1C-A0DF-7B5D5481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0EACC6-E7B4-4884-89BE-3FF516D8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71ACF6-B5C6-4CCC-92DC-3BC95C9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95B553-58F1-436F-BB89-4CF8B4D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F8ADB6-3376-4256-BDED-29B8772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2768DB-EA82-46BE-890B-54A65AF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6810F4-3581-4A26-926F-904184F4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01120A-4BD1-4D7B-AE02-7A8FA560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BAFDEC-A9BD-4062-BAC8-1892C74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C06885-5F8C-421D-A3A4-4E5797FB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9EBB65-AACE-4C95-957F-3BAA7EE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B1C632-2FA9-4F7B-9AA8-3FDF315A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B4CF88-1F8A-423C-9675-DF00D44C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293E1A-3E1E-4466-ADD4-B0EBFEE6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2B246B-8AF7-4D8E-868D-106C140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301FA7-1AB8-447B-845B-5D0AB18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8DEAC0-451C-4363-85EB-9768D7D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9240D0-CFEE-4A72-A61E-D91D035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F1065E-D8E5-41AF-8F13-47E29BA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5BC43A-1472-4EEB-BACF-9CE48C6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9A5CDB-9B97-48F3-8640-D124E2AB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12CE1E-A4A1-40AB-9331-E201B97B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FF9432B-4F7F-4EFB-87E7-3D51926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234816-C1F3-4394-A029-B07C9C4C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74EFFE-71AE-45EC-BA59-C3FAE60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993069-5F66-4BD5-BD3D-02C21AB4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15DE52-1AB8-4605-AD99-651A62A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DD583A-6874-4821-9ED9-9E798344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4E24CD-8D3C-4B1B-8425-6BCABDE5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2D5384-8E88-4726-AE97-5CA3152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969F73-85FE-49EE-A543-3139C62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8989AC-0900-4D87-9D9C-74C747A8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8B7443-34CA-45E6-8B2E-B0189C3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75DF9F-F7A4-4EE6-BC84-5FC54FB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FB16B4-0A17-4C21-8CFC-1E9E8D5D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D15BA6-9D50-4158-A566-05AB5558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7FCD08-B85E-4F8F-B08B-34D90814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90E18F-567A-476D-83BF-FFA7FEE5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55EC455-D77F-4565-99A2-26D92141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D5E07F0-9908-4E59-91BE-05F5F80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AE8B9B-3F48-4030-9C3E-669F730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5DFB06-EF7F-4233-BFF4-2599B5D2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619267-EBC4-4771-A568-61504270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5D724FE-8422-49B3-8E80-612B6B70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DB73A6-0986-47E2-B066-B9CB3EBA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E4B3A8E-BFBA-4C03-9A8F-809A26F9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52D690-2C12-4A69-95FC-4450DE6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855EE61-FF52-425C-B3C5-B065AA7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947709-10B8-4B56-B85B-26CF04F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F7A7ED-CFF0-4BC2-AE49-B273F42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BD105E-E0BB-4358-88C5-85C05F08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9D6AF6-F153-4DAB-891D-27AC1635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83689C5-696E-4346-8F09-8D3D7EC2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CE70FB-0AA9-48B8-9CF0-DCFF4DF0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527B16-6F09-4803-A0D8-A1EADAF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BDE9D3B-1FDB-44A4-BD7C-4D16958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5450B26-DB55-453C-9104-AF86589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55C1E70-3F03-4953-9724-6D995583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8636E6-5611-4DC6-845C-2253F7B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1251E65-29D9-45FD-87CA-8A227128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FEFDD6-7A5F-4B4F-9FFE-2A5F512B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E3D991F-261D-4524-941E-3985668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EEFC7A-374A-4D0C-8242-56A3A98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55C935C-8960-4A16-9968-71AA8E2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683C9B-E5D5-4933-8439-31358E8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9D0A366-0223-4355-B9DD-71E6677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E21DF1-C5AD-475B-9074-DA884DED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0C89C87-3456-42F2-97A4-5E14C4A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52AA36-B06B-4669-B1F5-C30FDCA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9E5F136-C9A7-41E0-B4C6-6079187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9980E94-F388-4DBD-93B0-C7534960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80EB4C-6DE4-4EAB-BEFB-C3752011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2BD8B57-46AE-42AE-9B35-12B730C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57BE94-765C-4904-81DE-C994DC18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4ED0731-584A-46CA-833F-B24025D1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A2F8A0F-0CB1-4752-BC00-2EEBE824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9339922-59C0-4EFF-85FA-2063286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734D09-75BF-453A-901B-6302785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17A54C-FDE0-4E52-96A3-BDBC350E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2B6B7F4-79F6-490C-904C-28E0A24F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FA5957A-7EAB-468E-AB99-DACA520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7DD2D32-CA71-422F-801B-9FF4573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03F60A-A08F-4D66-91FE-AFAF8B9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5C6D535-5CCE-48A2-AF1B-2A0E1E50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325309C-C35B-4100-8EA4-8DDF172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E52B473-8795-4DDA-A55F-37D8CB0B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4AEF64B-E8F2-4C46-B18F-54BC600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CEA725D-2B54-4A4E-8A8D-17E46CE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CC99653-34F3-46C4-B685-B170068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966031F-03F1-46B9-A508-ADB3CC4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AD90A5-F63D-4399-94FA-350BE95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5F51D57-2734-4CC6-84E7-82B1A36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9DBF632-2BF1-4B2F-8B9F-AEEBA73E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EFF7D05-6648-44AD-8AF3-146F5EA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752BF6D-582F-48B0-AC3F-27C7B42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4F178D2-995D-499D-90C9-A26572CB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1E81869-886C-444B-A216-A622C02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F9C9CB4-60BD-4F88-B9CE-D08769EA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AE98580-690A-412E-9DC6-CD925FB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64B62B9-1D6F-43CD-99E9-1E3B16F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3792E4B-1ED8-48E7-A700-21C6204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1ACFCF6-C47E-4ACF-BA57-C9569D2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0FA1C0B-C9FA-44A9-A38A-555F50D7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FDE2766-739B-4A7A-9617-CD09B43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FF58A6A-5D9B-417E-A0F2-D64E61D3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1068E3-3E1E-4365-B50B-0D958195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4758273-3A5B-49A2-BEA3-C3AC1D2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F3255DA-92BC-45F1-AECF-21775B0D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3232FE2-7068-4C74-B595-D72739C7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846F885-AE3D-46AE-92CB-8BA5562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1DC75FD-AC80-4924-9CCE-42F3011D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04F8EE1-7238-4B57-906B-B248FFF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63D55B1-647A-4331-B0AB-ADF50BCC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83AC33E-40E2-49BC-AE90-19AF13E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ED517AD-CE92-4E49-B3F6-9A9AC35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A731F61-7461-4146-BB7F-7B00D3E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ED82FE2-1171-40EE-93CF-13600A6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B37BF34-10F2-4BB0-960A-4C03F28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F284912-8331-4B28-8A0D-1C3235D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FEC4CD1-2B7A-448C-8F0C-438FD85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5A330E2-8BF4-4D52-9A90-974F722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91E0E8-5877-4892-8C69-0A07831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C698853-053A-4231-A193-1475CD0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F16843D-0945-4439-804E-73D53BE3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A1857AA-65F4-4959-9691-6653BA2B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045799C-B5A1-446A-A604-69629D1E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77A230E-CC29-4548-AC57-4E84D7F3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6A62251-3708-4623-87A9-315034E0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A68E661-0089-4D2B-AC76-0A97449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F009367-BB68-46FD-BCD8-BE54ED2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A9051E6-0179-40DC-9EF5-578DE0F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D7ED211-FCD6-4147-8D37-6AB5F80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9CBEC4B-80B7-4505-A266-63D3CC4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460C53E-80AA-4E2F-AC8B-B3F6E12C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234B8F5-1A8D-4F7E-8000-8A84D360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70859A0-FA01-4A99-800D-9EB3F2F8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CBA6C00-1014-48B0-BA97-E003ABE6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C0BA3BC-7EFE-48E8-B28F-9A4B5C0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31BFCA3-BA3A-46C9-AD29-DB4CBE8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DC2AC01-378E-437B-B4C5-CAD8FA14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0BD67CB-DAD8-45B0-B9C7-93FA8E90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C0FAF2D-0C0B-4219-9AF5-93097A6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62271E9-72BA-4C7C-A92B-44D5000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C28AF75-57B6-4B68-85EA-099C7734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B66E59B-77C6-4552-BD95-874A70E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BD89C21-872C-43EF-9E00-34C46C4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1C04789-027D-4FDE-916F-95B4252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A2DD72E-E79F-4455-9B71-7244CBA4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3197AF3-06F5-48F9-B1CD-2DEDE4F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EB5A22A-40F9-4BD5-8900-89965496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47CAA25-8FE1-43A8-ACB5-B7B8BB8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3362BAE-2E1C-4E9B-B799-FA7E24F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82AA095-339B-4315-84F8-5169DD9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04E2DC4-A752-47B1-BD59-C3BDB6CF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61A1A6E-3638-4F89-BE7D-F315D67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F43046E-44CA-4E39-8C70-5BF09C2E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3F33BC1-64FB-45DE-A430-FCBA758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654312D-0CC8-4FE3-AF50-705768D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B1A6687-A8E8-4580-922F-AD518944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CEE1D7C-2DB4-46B6-AEC6-250646C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C45F417-686D-4363-B7D6-AFD1703B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20FEC03-E6DE-441B-8F76-04ACC9DF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2D51B2E7-F1DD-4443-B61C-32A791F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BE88196-2DBA-4A93-A736-0FC2B7E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05A250F-AFB1-408D-9EEF-C3978E7B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620D65C-9568-4A08-9B8D-E4190E36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09D9200-45FF-4243-A503-AC9EA67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E23EAF8-A261-4352-9BEA-1FA10409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D8F5BC30-DA98-40D6-A0B4-A2C7017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74425EB-F830-48E8-B10F-723A5B3F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AB4B85A-84F6-42DA-A4DF-2C28C26B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6D9FB16-4F27-4AEB-81C7-3E18781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F3A8333-3635-468D-8137-21925DAD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8051163-017B-4F96-9357-4CDAE6D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4ECF3872-BDD7-4046-B8B3-AEAB9FB3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7FCACC0-E867-4D14-812C-12A9A18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55DAD9B-508B-4760-B81E-45AE437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9AD64FA-5ED4-4DB8-9236-854241C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B62CF73-433E-4C45-8435-4ED8229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D5DA393-B10E-4F6A-AA8D-8E42485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047C96C-3913-4D54-8567-F58B452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13B99F6-20FE-4A55-8B58-AEEABEF0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352C9106-CD64-420B-AE63-C3DECFF3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4FA5388-B5EC-402B-BEBD-611664B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A1DDEA5-661D-4DE5-AD73-99F3248A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F1789F9-C2F9-458A-A01A-35164797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B8AF4FA-A476-4B79-B55F-D3F8B5F4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90C8091-B9EF-476B-B192-894495F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F2B0665-DC23-4DC1-B4E7-D0E0D44E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20839957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879C79-042D-40FA-BC0A-1778328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7E65-ADD3-40D8-A7B1-753AB625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DA526-677B-4518-BE4A-C6D3BCDE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52795-61AF-4CAF-9831-F111796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Plan de estudio de oposicion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B3845-1695-459B-8537-06E3720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Rutina semanal sostenible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C7A5C-AA02-4D4D-AD47-4DCD029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BCC5B-B197-4EEA-9A71-93D97BF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0698-0C2B-4F72-AF7A-1833EA73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C1E33-A170-4163-A8B5-DBAE6E3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Lunes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70F00-EE38-403A-8BCD-E90E34B6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90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Tema nuevo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E5950-39E7-41C3-8ABE-223BE94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28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Lectura y esquema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F365-333B-4C26-9BA8-71412B6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85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E3703-A06B-46FC-BEFC-C4F1D86A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F2720-A5A2-4864-9378-D824FA6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8EC0A-872C-43E9-B2D3-C9E3F9F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Problemas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B910D-8A8F-4F0B-B70B-E91C04F6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90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2-3 ejercicios tipo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DE945-3E9A-4255-998F-14A6CE7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C839E-2D1E-4AE7-B668-542D5324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774FF-8EC7-4056-8E42-16C7C1D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Miercoles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1275B-F7AB-4D44-A2CA-E177A0A9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14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Memoria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C6801-6A47-470F-AF77-6C6FCEE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52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Cantar 20 minutos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BB2F8-269E-49EF-8B62-53717F1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67ED4-76DD-41F0-92DD-B11367C7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690A4-D439-4BA9-8DC6-65C272F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Jueves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41F9C-0B7E-48D4-A965-3C9D142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Repaso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73502-D890-4970-AD60-21AA3DF1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14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 antiguo + tarjetas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AB410-38BE-4AA5-9F7A-21EBDC87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71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B56D2-3114-4610-BFF3-1FEC8F2F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B4A68-5CA3-483E-865E-B83A766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Viernes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782C5-8CBB-46EE-88DB-6FAE0E19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Programacion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742A6-EF8D-43D7-AA3B-E55942AE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76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Defensa / unidad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AAA50-79AE-4321-8E71-4A2B1D0D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690DA3-9438-4C96-9A40-D9D399C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C2C2CA-3F35-4B13-8C14-F79A62F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Sabado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7E2C7-382B-4F0C-9B20-F509B937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00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Simulacro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068673-C540-45A5-98D4-DE87473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38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 o problema cronometrado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7699F-08FC-4503-8683-E558F0E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AB19F-0EAE-40B6-BB1A-47AC3A3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395428-B570-42EC-8B1A-E9CD5AC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Domingo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BF9F4-5255-42F8-A722-D5847AB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6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A0A56B-FD8E-4F20-928C-50D75BF8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00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Revision y ajuste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0E2428-14A3-4A66-978E-ED9D33CB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5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Reglas personales de constancia">
            <a:extLst xmlns:a="http://schemas.openxmlformats.org/drawingml/2006/main">
              <a:ext uri="{FF2B5EF4-FFF2-40B4-BE49-F238E27FC236}">
                <a16:creationId xmlns:a16="http://schemas.microsoft.com/office/drawing/2014/main" id="{D6939B46-C6DA-4FF3-84F6-69F9CF36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0"/>
            <a:ext cx="5676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67B351-9BF8-4E5A-BA75-4BAE444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7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Reglas personales de constancia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917AF-6E97-4B23-AB88-B16B205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5330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D4A283-0B9F-46D3-861B-2857864C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856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5B27F8-F708-4768-A2DD-0DDD0A02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0382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5818A0-7AA3-4A36-950D-0FFDF7EC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7908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21B016-02E8-4E11-AA01-39EB719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4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4090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AD78845-F726-4F7C-83B8-40EF9C6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3889C-38E7-43DB-B214-4D30187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17F92-55E8-435F-B41F-778D435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B940F-6278-4F58-943B-D2A54FA6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Registro de simulacros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167D0-451F-4D8D-AC18-5E555ACA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Tema, problema, encerrona y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8222F-6333-4095-BC67-9BE3A984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E4479-A0C7-4537-8FFB-860E1CE1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8EE8-91B8-4175-BD7E-B98A1EDB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68594-CAEF-41F4-90EF-DBF595EA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85875"/>
            <a:ext cx="609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Fecha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9EA5B-AB4E-4AA8-8B91-39374E28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811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083E3-C0F7-4777-8B2B-41FE640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285875"/>
            <a:ext cx="666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00406-61BC-4F2A-A5E3-27395108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81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2FEBC-4402-4492-8E2D-DFEEC3F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85875"/>
            <a:ext cx="1562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934CC-1D4A-4EAD-8DA9-0B055CC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81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9BCB0-FACF-4170-8052-A15AAA1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285875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43F1A-4A1F-4094-B536-BF7F6355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81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52DBE-E4B6-4506-B607-FB92AE9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85875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FF229-EB5F-4456-807A-EBB21E5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81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D0273-A190-4C60-9FA0-5F211FD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85875"/>
            <a:ext cx="1524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Accion de mejora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9EB4E-741F-4450-A603-CF8A777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5DFD4-6E48-48D9-8FD1-E973A08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240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D5311-FE6C-4CCA-A34A-99DF1985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9CCA9-1909-48E5-B588-7EB10F7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C2454-26BA-48ED-9466-A2F5FB5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24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CFA11-F77B-4F5C-8141-D962E27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240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85CB2-87D2-475F-A632-DFB78E5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6620A-5013-49D8-9D55-6211072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536C6-F1AD-4DA4-A7E9-5004ACB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66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D6DC8-1885-4ABE-A569-78678F8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E0B28-50C1-40B2-B3D4-54F3C6FF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97411-D4CD-4166-B47C-968DB609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669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9B6FF7-3A0D-4D28-9520-E86DB75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1A9B53-6ED0-4958-B06C-C2F0923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4BAE59-BA1D-4308-9A3A-F8757A4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4BDA26-E61C-463D-A4B2-43AB416D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A081A-3FC4-4E50-A21A-63BA8C8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09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6588D-2FC6-45A7-8207-CE132DC6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C4AD46-FA6A-46BC-952F-786F2FD5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D296D8-666B-4F55-A6A9-411E1BE0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E16C8-3994-4FF3-AE04-F2BBCADF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DD44EE-6168-4313-AAC7-B0CE6285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B065E-81CD-4522-A647-D836D9D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F20319-07BE-413A-9A7D-EB5018B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644711-BDCB-4F74-A116-37D3C8B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9E0F1D-C5A8-4476-8842-0039219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619BCD-181E-44AD-BC95-CFA955AB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1CBEB5-C2C0-44D9-B7D6-A50C4C7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6EBE25-ABCA-429D-A899-FD5BF02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20F062-1D78-40F4-8977-FEAA77F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956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19EE6D-D699-4306-B329-6098F35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50A234-F1AA-4242-B29F-DD72247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2D45A1-5B4B-41B2-BA4A-4F2E2F33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C0B275-2D6D-4AED-8520-38B66D1E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DD1D5A-6556-419F-86B4-F846DF6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D81CD6-9A41-415C-B7AF-8377D89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3E833B-BB1F-43BF-9203-B9DA272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A96632-CED5-4BD2-AB4C-6FF110B7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097752-EBB8-498C-9500-471E1CA5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5B6D91-2EC7-4D01-A8C8-55D1F65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9D3024-5DAF-4803-8E03-8CF02B2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BDF7B9-2B69-40B5-90E0-F6FA4757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8B83E6-3BCD-421F-BA71-5729285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43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37337E-EE71-4919-90E0-2A49F593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61970D-7761-4B2B-9426-30F41BE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58A307-FF53-4224-8FF4-5625092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0A0C37-96E9-406D-ABEA-A857B55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43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DC4EF0-34A2-4C7D-9653-D9A667BB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BC09C0-943E-4376-B5E5-DC1D4116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228105-2693-4B34-8A3E-F2A35E3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9A59F4-D9A2-41B4-AE18-7C60AE6D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1D431C-8A97-4FB9-8B2B-B8966FAB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59AA71-CE5F-4B66-B0CC-F3427009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672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03FB7D-9061-46A3-AD3F-E8AAF55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31BD9E-DCA0-4C88-BC15-0D1B6A5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577765-D39B-48EC-AEC3-B37C2F55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1A2445-FC63-443B-B8B2-8C91E00C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C5F70B-BC7E-4C06-BBD0-92E8AA7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0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001605-1455-418C-9683-CDAE1E4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0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2D7992-F283-4044-9DB5-38A8677F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10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F21F61-5FA2-4F58-9468-D9AA583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EE9147-727F-4993-AA65-4DCC9ABF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F65795-12F0-4347-95B5-A56D595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822CBB-79F4-4EFE-94C3-75F0670D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73F39C-C8CE-45B4-AAB8-B44F909E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ECD181-0A87-4F48-8882-E184C301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61784FC-6959-4457-8F0B-A2A92C79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A4F94B-09A8-4D69-87F0-7A9C9D32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2B83689-F6D9-400E-B7C5-3298C5A5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A3C73B-E10F-4C56-A805-65EB95B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95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4F8D14-1EFE-4D29-B057-D51361E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95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719685-609F-4AC0-8E4B-1A93F42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959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A926D5-06FA-42FB-A762-EFFC606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388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742CC5-2A79-49F2-BE70-AE332C33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19077C-A765-4855-8337-BB4BFBA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67BFB1-5709-4D14-9482-639EEEA7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AD1763-6F22-44FE-9CD6-5617A998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38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536138-ED59-4834-922B-E5F1B505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388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8E8FC2-6B42-428A-8370-C3BBFDCF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1E0D7C-71D2-49E9-85CE-E40726B9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817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B21C84-5ABE-40B4-899A-0BF97F8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5ED19D3-CCB1-474D-8576-809F0558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81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B4B163-DE1C-4CD5-B7CC-BC25AF08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81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81449E-DCA5-47AF-8800-1E1F4AF1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817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CC3097-522D-4A7D-8E31-E94D84C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2A06CE-DDAE-41CD-A238-C268AF0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872A79A-4D38-40A2-87ED-94D6BD4C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24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B46B25C-D566-40E6-BACF-89DD7761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24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9C67F9-A8CE-4358-8760-6BD9A82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24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767E0A-E15C-4F83-A3C4-6088D19F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3246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567D60-EBF2-4AC6-A831-B8CA6BF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FC1364-2C2E-4155-91A3-FF8522F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DBF04D-D699-4187-9588-440FDE99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667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14CDC54-591A-445B-816C-7F4086A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67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3BF3186-5B4F-41E7-ACBA-55B4BEF9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667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4DD3C2-B53B-4A13-AC7D-3FF4844B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6675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349E50-0B41-424E-AEDF-6567AB8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104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EE54FE5-0AF8-4EF5-A116-C4C26800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104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1618B1-2CAE-4597-89DD-4FA2C2DC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010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923DEB-0F2F-41F7-B5C3-9EBC3EC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010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005FA8-9053-4679-84A8-80E8CA8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010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4A3D19C-195F-4645-9FCB-6DC2874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0104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75E078B-4A8F-4B30-A165-2E29C46E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48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No busques solo nota: registra una accion concreta para que el siguiente simulacro sea mejor.</a:t>
            </a:r>
          </a:p>
        </p:txBody>
      </p:sp>
      <p:sp>
        <p:nvSpPr>
          <p:cNvPr id="123" name="Patron de errores repetidos">
            <a:extLst xmlns:a="http://schemas.openxmlformats.org/drawingml/2006/main">
              <a:ext uri="{FF2B5EF4-FFF2-40B4-BE49-F238E27FC236}">
                <a16:creationId xmlns:a16="http://schemas.microsoft.com/office/drawing/2014/main" id="{CD18184D-A45A-47F3-B162-673B4D51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0"/>
            <a:ext cx="567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EEF749A-E666-4A74-AB05-B0DFF89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867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Patron de errores repetidos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20928E-B4C4-4BE8-B4A4-12E0FB2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162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41904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4875010-50AF-43CF-85FE-5BD1444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7261D-5A5D-42F8-BA80-F0FD601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89C1-99F4-4B1C-A137-ECF5261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73CD3-D39A-4AA9-9AAC-4E8C7D7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Defensa ante tribunal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2C8BB-7569-43FE-9810-90350AC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Guion, evidencias y control del tiempo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664F9-DD7C-4A28-9E12-99E04C4D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F84B5-FFE5-498F-93BD-C7C8F584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6BFE3-3F11-42D1-AC27-8E37DF1C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F0541-38D4-49EF-8527-4310FB2A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0-2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6F1C9-07A6-4812-A58D-C782C2C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Apertura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0BE8B-1F08-47C5-B8B2-11AE2964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Contexto, idea fuerza y seguridad.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189AE-39D2-4DCB-A68A-7C3D9EC5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C8F4E-7A2E-4E20-8EDC-776261F3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2-8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C705E-10EE-4541-B8EE-066C7DC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Programacion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8BECB-3EEC-44CE-8946-045BBFDA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Coherencia curricular, evaluacion y diversidad.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B6BBC-FB7A-4F8C-B28D-1A97B51F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E4209-C342-4694-9710-DCD297B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8-18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2D9C0-E451-4D6E-94CF-DEB139C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Unidad / situacion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87BC8-643C-4C9D-A20C-BFC38E50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Secuencia, actividades, materiales y evidencias.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024CC-0B0C-4E34-A105-6F76B45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328E6-C6B1-4730-B94E-3732C5DA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18-24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69E2D-89C4-4834-8FF2-C6ADE69D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9173-48FC-4C2E-93FF-549E80C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Instrumentos, criterios, calificacion y feedback.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157C6-B359-4233-AB26-8AE53BB5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7D00A-656B-4341-A63B-1AEDB72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24-30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4C53C-91E8-4817-84A3-BD125464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94A06-DD4B-4CF6-9C53-0616C401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Sintesis, valor diferencial y preguntas previsibles.</a:t>
            </a:r>
          </a:p>
        </p:txBody>
      </p:sp>
      <p:sp>
        <p:nvSpPr>
          <p:cNvPr id="28" name="Preguntas que debo preparar">
            <a:extLst xmlns:a="http://schemas.openxmlformats.org/drawingml/2006/main">
              <a:ext uri="{FF2B5EF4-FFF2-40B4-BE49-F238E27FC236}">
                <a16:creationId xmlns:a16="http://schemas.microsoft.com/office/drawing/2014/main" id="{1DEBAB40-1DCF-4E63-BE74-66E54358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05600"/>
            <a:ext cx="567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692EC-1B70-4562-B609-8570D8A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91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Preguntas que debo preparar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49258-B3F3-4999-8412-3C1393EF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852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7353A-00D3-40E2-9A61-6B3C7E0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9140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171C5-0DBF-48AB-AAEF-E865A0B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7428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CE871C-CDF2-4CB8-B46D-D4B6968F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5716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EB8A47-C4DE-4183-92D1-D133F4A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400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60101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4B3CCA6-36F1-45BB-9C7D-F6D38AD3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BE4C2-3437-49EE-B38C-867DC84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ACBCC-7FA5-4943-B83A-77CE55C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2CA19-F3AA-48AA-AE4A-490A5897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Programación y defensa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BA058-6978-4529-867D-900C8E7B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Control de producto final de la oposición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4E604-E940-4C9F-932B-CF91063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79256-C7BE-4D31-844D-748A226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D90AB-82E9-4896-BD31-70CABCE7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0E57B-7C1A-47CA-8FF0-DA4B321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81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Marco normativo actualizado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449C-4CEF-4D1E-A7A2-381D3E00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20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BA895-D72C-4960-88B5-5D70AEF7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34B41-9821-494A-91F5-617459B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Contextualización del centro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050FF-174B-48F5-9B9C-DF707B2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92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3FC7F-6A05-4A19-B4A7-698DC6D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C5C19-B801-4B00-B789-7F32D413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Competencias y saberes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1F26C-DD0D-46B2-83DC-574D786A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64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2B915-E2A2-4342-9447-E1B1F5B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2DED2-3B77-42A8-8415-A348170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Criterios de evaluación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E9DDF-E0D1-41F5-9C3A-31A35DC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36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80934-F6A0-49CA-8419-CD27E21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2DA56-A02D-4527-B74D-BF2463E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Situaciones de aprendizaje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683FA-8079-4805-843B-2647060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08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EDF18-B606-4A67-B406-468D42AC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D7FD4-FFF3-4662-81AB-982ED0CF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Atención a la diversidad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2AE07-F32E-4503-B6EA-02F07E23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80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E1200-9CE2-48CE-972D-98C1F61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4E8EB-1AC3-42D3-B93F-3E85A1C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Instrumentos de evaluación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77A13-CC51-4316-B6BF-3009645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52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24B27-4AB1-4F24-8859-EC5AAB1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2A034-D318-438D-99FE-AA8F1F3E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Temporalización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C79F9-6790-4BC3-87F4-08F18F8B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24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0862F-6CA9-44A6-98B4-8B2C2201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E4F427-A9A3-4309-9015-FBFA7D6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Bibliografía y anexos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512F0D-6F46-4E91-8E9F-EC30BD50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96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1D661E-DC97-4C35-B1EF-D6CB17B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410A79-26BA-4ADC-9C8D-285010F2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Defensa ensayada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B73FDF-51D6-4C04-8D42-DDC226B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68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8" name="Argumentos que quiero defender sí o sí">
            <a:extLst xmlns:a="http://schemas.openxmlformats.org/drawingml/2006/main">
              <a:ext uri="{FF2B5EF4-FFF2-40B4-BE49-F238E27FC236}">
                <a16:creationId xmlns:a16="http://schemas.microsoft.com/office/drawing/2014/main" id="{1A5A3178-9964-4BB2-9614-DFE2E04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5676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DC5574-81F0-449C-A43A-0C5196F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817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Argumentos que quiero defender sí o sí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834060-89C4-48DF-81EA-06D5EAD1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161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95F718-947C-4F3D-8AFF-46D427C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161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D409E4-00B8-4A1F-A723-4857B27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61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6C63EE-69C2-424A-9F85-5BB9F40E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16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4996A-87C9-443B-BC1B-B185AE1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62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A0E419-6063-4D07-A43D-93BDCC4C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162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59321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D6D5F95-ADB3-42EA-AA82-F6E1FEB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9E1B-E90C-4DF9-BA52-F5C24333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56146-406A-4870-9365-72A8384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13911-CC1C-4AD8-8608-E71F925E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4CF58-838E-4B58-AE89-D181FEA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1E569-E0B0-42C9-80DB-2A13DC4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006EA-AA73-423D-AE8A-23D2048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BC872-46FA-41ED-A60D-FA34145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A1CF-E5CF-49F3-AE02-8A5B96D7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CAD13-1DA4-45DD-9064-ABC0F54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0A7CA-A18E-4771-AFB9-7F888AC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FBC24-68E4-4A60-9968-50EAFEB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D885B-E385-4892-92E3-C7A7A30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DA743-C5B2-4C1A-A0E1-CA55215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62B98-D9AB-48E4-837F-C5FDFFD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4C56B-B84D-4B1D-A458-A22278F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E5652-DD41-4BE6-92F9-BE576CE1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9336E-A393-4F0C-B591-7DD0A27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7F99C-E87E-4D29-BC4B-95B1C32A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AFB53-4C49-47AE-AD63-15C357F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CCDE1-D1C3-4043-98FC-DC6391B6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CD771-229E-4F53-8109-62E6F83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CBAAE-C972-40CB-90C7-E65E998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296EE-8705-4AC2-B813-E8933F0A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CC3E8-0B0C-41C4-A08B-C3FB5F1A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F989F-8045-498F-A86D-C63B741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8744D-B026-4DAC-BDDA-8BDDB89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04422-D530-42AA-99FB-CB27B867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0E3DE-FDF8-4100-8F0C-8E7940C3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E0570-0932-491C-B721-6A24364E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3FEAF8-EAC8-498B-B29F-4C4DD520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299E9-3745-4AB0-819E-5F2D300C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75910-CA98-4115-B727-E36BA47F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7F2393-E70B-4D58-A068-67E0CE99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EBB68-17CE-4247-BFCE-341B8CB3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BA950-790F-4E68-BF01-F39B8F9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FC8C1-61C6-4776-9D84-09E7073C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83678-972D-40C0-85AD-F84B455B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BFF1CD-B789-4B79-B076-85A9FCD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010430-83DE-41FE-9276-2DD4F2C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820EA9-906D-4B55-BAAB-B84C6AA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5A7B49-80A2-42A5-AF69-C780E3E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1B67A-94DC-437D-813A-61D9F9C3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280291-94AA-4611-9E3D-CE0D6E59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14481D-43D5-4C45-BC38-DBAF964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2CC574-19E6-4CC3-B3C8-6622CF55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85195E-7903-4FEE-A5CD-A8493FD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0EF8AC-4230-43B4-8081-29DEEF7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E26C7D-C176-46DB-8431-BAEA952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ECAC29-965C-4E6E-9D59-947C158F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7E15F6-6A56-4166-B510-D903E77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D8FF4B-FEBD-448E-A10E-324D186B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45C728-BF01-408F-83D8-78E6156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90F417-608B-449E-93E9-4E583628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0929E8-874C-48ED-B1A6-B550EF7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DA9D55-3C33-4394-8EF9-C61C7AD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CC24A3-7560-4563-A82F-4FE5CF9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FEBBD7-2D79-4F6B-B48A-6F10E01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1CD3B7-F146-4EDE-B69F-C708DA5C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230104-C627-4712-9BD5-ECD8DB21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0FD08E-4C8A-48FE-AF68-91BC8FC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858AAC-0048-42F0-B993-3AC4C959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B5B8AC-CB86-4555-8322-A0246A1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B2D62A-3A8A-4E0D-8F0D-943B4F4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ACDBE1-9088-4C31-BFBD-4308714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BC2085-80EA-470A-BD37-4506841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6090C5-C54A-42EF-8E57-117ACB8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97074F-2007-4E30-8276-44BE354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ADE942-AD82-40BD-A29C-1CEA86E9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6D8C1E-B3DF-4394-AAEC-79813DB9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7A0282-6822-4610-B96F-98A0E6B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5E8210-72DD-4940-9610-4CBBD792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686976-2743-44A3-9ECB-2399241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68056C-4822-4EEA-8E34-90C0B90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A56A2F-4960-4F98-940B-A9B4EB1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2CC53B-6797-4ED5-AAC8-3276AA3C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E11326-7278-4C0C-9C63-6DD6CAD0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C1B296-D17E-4C5C-BDBD-19F7B840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1CC3C5-CBDD-4F12-80A2-45E950C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EE0422-361B-49B5-96CF-D3D9C37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05841A-8062-460B-9053-CB065549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1889B2-BD36-4314-A223-C9D5243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6816B1-50C5-4E3D-BCF2-889FE38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B08ABE-1335-47DC-8661-79C8C904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9CD80F-C651-4C48-BA93-540FCBE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69FADC-9DAE-42D9-89E3-A784B68A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0EB637-0B76-47A8-B5D7-E08D8E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85F808-E494-4942-96E0-FAFC6735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19C3A0-D83B-49A3-97AE-A6416A14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DF7531-75F1-4280-B450-143EA00C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404E06-5043-4EDA-A879-D87A3FDF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05C8361-C6B0-4AAC-8FBC-85774C0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F3D77C-B080-4F31-988A-124FA10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1216BED-814E-4291-AEC9-91BB3D05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4886AD1-88F5-477D-AC43-46D008B7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B0F956-CDC7-424C-85AB-8C0CA2A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4526E5-B552-4508-975B-598C8EE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6FADB7-A5A2-45C3-8D51-01381B2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A687A3-7951-441C-86A5-4340A92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D705DB-2BF6-488F-9E69-D9B0904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84E01C6-B062-48DB-9509-82634E0C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A1A23F-0C56-424D-B419-2FB2A37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66B78C9-7FAC-45B6-B5B3-414EBFB7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B1B2CA-BAD5-4289-BEFB-5096D0A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CDD2D1-0CD1-40FD-BD25-F77D66E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68CF85-1FDE-4858-88F4-965327DB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D6E198F-7119-46FC-A706-8A211DD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23F47F8-663D-4FDA-A723-BF82336F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678F6F-C9AF-458E-813F-98735F4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5DF902E-317E-448D-931E-9730A196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5E2B60-4629-4C3F-8FBB-0C3C66F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D6D95F-569A-4670-A294-246B494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8D2418C-82EC-4F0F-85D5-2464D8A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62CA883-E8DF-48EE-A5D5-35E1B4F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278606-189E-42E9-9D9B-2D07E16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A65660-1A43-4BF6-863D-CF6F241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E825D4B-41EC-4229-B771-FA1D1CDD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58A995-3992-45C7-A66A-9E599B2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6664AC-A730-42DA-9FDE-AC4FEB00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04CF8B-64BC-4C5E-AFF7-7E9177A7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F36A2B9-FB94-487A-88A3-0DDFBE93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B60156A-4E4C-49A8-AA7C-C71A7D0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AD7B0C-A46D-4E07-B337-ABFF7175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38CDC4-173D-4651-9534-0CE6D00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A0380E9-2B00-4C97-A547-00572D7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6FF07B-AC68-40FE-814F-55BD224B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D5F3198-336C-4DBE-85FF-1ADC71E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A69E9C1-08C1-4291-A10B-BB76CE6C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AFDC72-AFA7-4E04-AF45-0D17EAD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A63B09A-C73C-4120-ACC2-7FB131C5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3E8C8AB-1924-4CC4-A66C-9ECBEA94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6B99B77-4ACC-4C95-B51B-F6F0F83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DE55245-A19F-4475-8A0A-082B3347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73E0295-E360-41EC-9D5A-E103EA78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938A239-0F02-4DFB-82D5-8DD80E93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AE56DF0-41FE-4197-BB7E-9F36A1A6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BA8C691-AFCD-4A80-9FF6-617CDC57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69F3CC4-DD85-4277-81B5-287A3749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CD16699-E4F8-4842-B9DE-769AB37A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8103F78-FF91-4BC4-BFB4-37AC830E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F0D8B08-F111-4EDE-9507-C8B09D0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29A9855-14CC-4F6B-A397-4BC94BB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CAA4165-0FFB-4AC5-A3C5-673FCFB0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C02CDE1-2D66-489B-9DB9-DBFB2EB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4664429-906B-4662-8142-ACC4CB81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3407942-EFDE-4DF7-B1D7-5C2A94C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A2AB74F-B408-4010-A8F8-06892858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2FA133E-FFDC-42F9-9D07-AE194C9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B1C70F3-B4B6-4E00-8B4E-15C573E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570A307-697B-41CC-A6E0-5E979443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2E7CF63-C3F4-4964-A124-8F677D6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A3118CF-87BF-49D6-884F-9BA42EBB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9431AD6-31C5-44CD-823A-7A3F7FD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AB47215-5318-48E7-BABC-811C8C8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97E68A3-08A6-4C4D-836D-FC85389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94958D9-E48F-4430-9504-79228EA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B897FD6-2BF9-4A1C-B130-6BE9E0F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D55C86B-060F-4D1A-9E8C-9289EBC1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4A57967-9E46-4E49-8006-D18DC8B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4FB33EA-2350-42DB-AC38-BC57E4C5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3A1F1BA-168E-4B30-96DD-0DEAB332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DB5220C-9AD1-4205-8436-7EE9EF46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A177ACF-C1F0-4A97-A6BE-EB6486B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8A81106-CEDE-4E3E-A465-50276A8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36E033F-C9EF-4C80-B837-E0079C2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DDFCBD1-AE6D-4A5B-85BE-62CB6CB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0344CDC-C638-49F2-8FDB-3EE028F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43F697A-8E4E-41A8-AC12-C2D01DDA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A34CBCC-4296-4CA5-975B-D0929108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9235D1D-CC62-41BF-8548-B71832CE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2FFA4F9-E215-4C7D-AC34-B44E893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DE82AB2-F394-4CBC-89FC-88F4A6F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ADF929B-B80C-4B31-B665-81822B2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8DB34AA-A1C0-4D00-8FE0-A472D58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A72EC6E-2794-46DB-8AEF-D08008D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EC4DF55-EE33-4FAC-9302-1B66F9A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55E1670-4E10-478C-9AA3-890E931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8CE2E71-EF2D-4A73-B92E-3BC0A3F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795944D-C5B9-420D-BE76-45A13745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8AA13FE-522C-4658-92AD-BAE4BC4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1CA3B8C-225B-4BED-9315-4AEAA5D7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6512B78-88E7-4421-81E4-B603CFE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071E05B-64ED-4B7E-88EB-1F59860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6013B54-ADA1-4668-B209-545CC15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D6B88C2-A1F1-4F0A-992C-38E6FF3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DA6F68D-C4C4-4FAF-93CB-73F7DDE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F4D6AF4-2747-4D53-93D3-2D7A256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1E3DB27-0023-407F-9C6A-5FBB2D8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85D9E94-C7B0-4607-A7CA-A92B060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41C8F20-12EE-4D2C-8A53-3AC7372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23722B3-ECAD-45A2-B192-CB4AE8EA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98EF6E4-C7E2-4129-87D1-4D4E78F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FF9B2D0-B625-45BA-8B5F-882E13A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DFA2F97-4871-4B42-A3EA-3E11B6DA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61217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3CFD747-B0DB-44FE-BD20-77A86D12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BB9D8-8839-4D09-B3A9-CE8460DA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9F45B-FE28-4030-8254-77D8CC6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C6E6C-505D-48C0-A74A-B96451D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4B28E-8087-461F-9FE5-C0B5508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F6B62-240E-4BBB-8D86-7060F7EC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39B10-0AE4-433A-8BEE-ADAA1498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B530C-9299-46BB-8DCB-17222CA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03389-1E36-4A34-B83F-296D74E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A62C5-1C68-48D4-91CB-724E41F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ACDDB-AE71-413D-9CBE-D349654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92570-94C9-4AA2-8ADF-D0DAF2A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A68B1-B491-4483-9140-BA93235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A4C73-2559-4280-80BF-17A5760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A01D0-C9E8-41A7-A182-9C3CCF02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9EBAA-F1C4-46AB-9228-8B0A051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0A776-BF91-4CB6-9F3D-59AE5A9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68107-76B0-42FB-AFC8-5B10C97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07100-7CCC-4E83-9874-D946347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2E097-47C7-4EF2-BFE0-D980CE0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939D9-E596-4638-A16F-D378F10A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4C2DC-DA50-46A9-8602-C28D97E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8FC33-1F94-4CA3-ACA0-1795B0F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3379E-E1E2-4C0E-B0C9-526A427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6B297-576E-4732-A25D-3249085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B9027-EDAE-4FB8-8103-6BC5EEE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850CB-74B7-436D-BB42-4F0917B4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67ABD-F857-476D-898E-47C5D73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BA6D16-7174-4ABD-9810-2AD37E01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C4F41-CBB4-4848-ACA8-91F2C8E3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4F61B-4133-4F9C-94ED-530C153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F0AD1-95BA-42B7-B5E1-0823CD8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E9211E-05BC-4413-BA1B-5F9BB554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C9E211-65F9-4373-AAAD-5DE680B1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7C66A-AF53-42E3-B957-55CC808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8F8BB7-25C4-426E-A7EB-54774F5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6DD9AE-B527-4720-8A1C-2573D684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08D225-68B7-4FB1-9DF0-7C7A5545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CC41DF-92B1-49D8-9C70-B7DF106E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A543A3-81FA-461A-848D-103C6FB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8B6D7-DC9A-4FF5-8C52-8040BFF0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680148-DB68-4D34-9D5F-86FC230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4F420B-31FA-468F-A126-082F0CF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4026DA-C732-450C-93C7-5DFA66F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8DC56F-E7CD-4F47-B1B3-4BC57C56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5C3BB2-7868-4F71-B2E3-1A62B225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F03094-C986-41E9-B25C-A6C53464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718A3D-76F0-42CD-9A90-76B53DD7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3E939A-3E81-4E5B-AB1A-9B5CAC9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1AA6B9-70B3-460A-8462-8D8C147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F08CA3-F03A-4A59-8FC4-ACC8FC0E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770269-2F7E-4271-B606-36925BAB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C3647E-F8F7-4395-863B-D8EBB3F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099612-1CB1-4B49-81DE-740A12AB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563E0B-A477-4B30-8AB1-26CC048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68194D-DEA1-4998-B703-348931D8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B1564E-57A4-46C3-AFD0-476934A4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67C5DC-221A-4F2C-8343-523E242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49876A-55E6-44C0-ABB8-30969081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F22A60-5BA7-43F9-93C6-8B2F204A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B48C5B-B20E-4CE5-A820-9C22A01C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F234C2-0BA9-49DF-BE3C-E738810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7B824E-B33C-45CB-BFB0-AE5E17A1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17026A-043B-42EE-9A4E-6EB8F87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BA429E-1A79-485F-A386-A421355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7AE455-BB7B-4525-9846-6C1196CE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A92244-85B5-460F-A0DB-BD7F145B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52D405-A73C-4BEE-9678-D731FDE8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339733-5BEF-409A-9EEF-7ED0C650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468F0A-1E27-42BB-A458-9F471063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05B7E8-E2F4-4184-B26A-FB7C60B6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545CE4-CA06-4DA3-9242-9B33809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DF4569-3BC4-4208-AA5D-93E0517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380CE5-4FD1-4887-AA63-7416D33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8A9F02-4250-4A62-9839-98C95C6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FAFCC8-221E-4FA5-9A83-24069039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6E1D5C-8256-4827-B4A2-06084DB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67F33F-03B1-4D28-9B39-F34DE472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EDA3E6-05B4-4518-AB70-A1470FC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E2905F-88F3-477B-8EA1-56BB985C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669B6F-D7EF-4530-91FF-925B909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AF7B09-5166-4E4C-ABFC-0ED83412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AF60E5-4FF3-42A1-A6A5-C819042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658ED74-BA99-417B-B378-66E2AD5B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9EDD88-FF6E-479F-84C8-C081A0BB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D06D2A-2159-4290-9FA1-BFDA1A61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F98F11-A4DE-484B-9AB1-AEEFCF3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664DDA0-CC27-4650-8134-3CC54DEF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413BED-BEDF-42B5-8F4E-6F51496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A30218-95CB-4468-BD58-46819987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94BA4C-24B0-4FEF-AC3D-34E46E3E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B9A4BA-34D0-478D-88B9-7988749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9BE4201-886D-4442-A660-6F122758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60B7D1-8A63-4C7C-9699-2A85DB5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FF1BF7-8724-4BD0-9141-235756C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155C4E-1ED6-487A-90A1-E5D02314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54CE820-BE17-4924-941C-ECA0BE7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516427-2D49-4142-8078-6F61E75B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BBDD89-5CAA-47EC-9819-6C91EC86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792FCDC-A982-441F-84DA-9B88AAE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6B1855-DEFE-4EAA-BC5C-2FF44E0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E8C2D9E-27E2-4AF0-858E-2683EDD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73E46B-A598-439C-A007-228E8AD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B2B5AF-0091-4973-B4CB-ED158D0B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167F1AA-B8AF-451B-9B9D-30AF49AD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249F7C9-C8A7-4614-B16E-624586F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C7BC2E7-83D9-495F-87E8-1A303800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6D2325E-232C-491D-81C7-9E353D3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77DF21-E04B-4FEC-BE3C-58856804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213CC62-E399-4A53-BDF2-15A597A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7E2251-C2FE-40EA-9AAE-AFBB6BC1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562CCF-3D9C-40EF-A762-541BA4C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85FA13D-A643-44CB-929B-0BDD310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3BBEA6-A6A2-451A-9257-8ED31C78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195B6E-9D60-4779-89DC-93DFF61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6147B6-8896-4E6B-A84E-4ECB40C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81D264-30F6-4E3E-AB16-29BFF2F8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15080D9-67A3-47C6-9FA6-5D6A3BA9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A79BDC-FBA1-46E9-8168-2AF3070F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9FAE429-9274-4F69-B85F-44E9FC6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EEB1761-6A15-4B69-8796-0B4A398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A3F52D3-9356-4A02-9D88-A9B94CB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B1E536D-9A49-4CE2-996C-20A635C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292254A-505C-4D5C-8018-73AC336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E0E0688-C5B3-41BA-9D11-03BF3E41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6ECF94C-B1A0-4E0B-AE57-E51D06B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88584D3-023E-4B1D-8A7B-FAE0BAEC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576B0E-06F8-42DB-92D4-AD9A0DBD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9A1F83E-27FF-4CD3-9263-59E6430A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6393FDD-EFA8-4D06-9D89-BC21AD3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85A2D9-1472-4222-A624-38C9571F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1704147-F655-49D7-A9A1-2681AED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480ADAE-A111-4C48-A769-A513920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6163D3B-54DD-45B1-B475-257EEBCC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861B020-3393-4934-97C4-607BBA0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5947035-3DEE-4F07-9ED6-4CDAE3D0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FD10489-D51D-4FD8-82C8-20A0265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63A92F9-9A4B-4592-926F-F5C72A7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40E96CC-05AC-4C69-8F76-99B8E067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F7D5368-9CA1-4F6B-8B9F-566C5C3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2A2CCBA-5CCA-4626-8245-E76773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0B8BA46-6683-4BBA-AB93-1EF2FEC2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9953C59-A579-4E08-AE73-4A002E1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5921EAC-2399-474A-BF74-EDF406A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38A444D-9399-4D9D-A58A-E4C3926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4DDF229-01CF-4923-BE77-E72AFA5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875DEE3-0141-407D-8807-A452BEE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0984E6D-9028-495C-8D5A-6381EAC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1DC9796-E5B7-4915-955A-5E137BB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68B665F-927A-4F86-BBCA-5A7BA24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998F71D-7AB9-4FC7-81EB-0A09C4FA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5CBD5E2-18B6-4535-973E-54AB4A2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8008F8A-1E06-423D-B16A-BED3EB1A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D0FE3FA-D47B-4978-BA38-22B2DD30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A17F4C4-AD54-4FE0-8181-3A482DB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14007A1-AF30-47CD-80C9-25701B3B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0B03E4B-1A31-4088-ABD0-B17C23A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4CDE5BB-30BA-4237-9E24-E1A2BA4E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AE351F4-14FD-47AC-A429-F15109F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28D889B-F86D-4924-B834-728D15B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32E57D4-106B-416C-A690-7F10530F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1174BE6-8645-4CA5-8FF8-F51512F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529B338-E61C-4C9A-92D5-C6E639E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051475A-8885-4291-87A9-45712622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ED62868-9490-4F33-8A15-5D71F936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639EEAE-8E16-43E8-8EE9-261CF7A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237F7D1-F7C6-4B77-931E-685554FB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F6EC95B-2ED5-4A0B-9B82-889D5E75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878630A-05E1-46A8-8071-3EB044E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55317FA-5402-4BC4-907B-8628757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A4245D6-9F40-4998-A1FF-7BE9553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E141F0B-27FF-424F-AD87-D5F654E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5475683-6873-4447-9D3F-3454A896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3FFF109-AF29-467C-83FC-6BCB519A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D3D80CD-711B-4F6F-A65B-ACEA8DA9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FCE3D7F-EDDA-4F0D-81D9-40EEA547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CBB4609-6CAC-4931-8EA8-F13DA5B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2B4EB9F-7D41-4299-A69D-60F326D0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0D22DED-CF49-48C3-B0E4-E835FEF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6F8B4C6-5588-4702-B2CC-7F8A90D2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BA7E226-4226-4CCF-A28C-158B9FC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B76E016-0469-4183-9570-80A5BE7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D9D7D57-AD2B-40B0-B89E-05766048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F675251-5D41-4098-916E-4062C94F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6221C5A-D88E-4B76-8D19-A1250CB3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ADEA726-D255-4CC9-B854-A362BA1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2F6B63B-C558-4D1C-8C3C-D77E28C0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C764F5C-E925-4009-B30C-B63E910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73298BB-8E14-4FC2-86BD-A150EB1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FCD8B83-0DF6-4249-B72A-17BF0869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37834B6-E6DF-46B4-9751-8A2DBB42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9A6CC0B-ADD3-4671-9096-DD07AF8E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9E3068F-EB35-45D9-8FD6-D3382DE6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FA3642B-955B-4F41-A73B-E262C3ED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6882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AD3579F-C187-4CA0-86AF-1D6283A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4D21B-B623-439E-A78D-A57E420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A912C-3327-455E-8404-D179977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CFD15-4AF5-4A1C-83D2-D544D851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6391B-BCC5-4B54-981B-AE1B202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9E3B-609E-4EB0-9FB1-A840ED84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73054-0FA1-445E-9640-00B5EFD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93F26-D697-4271-9EA2-21E5D91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AB0FC-40A9-4F18-9BF4-E21EF71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17A67-7E9A-4747-8E11-8460508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B61E-8462-49F4-B5D9-BC578BAD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0E7F7-135B-40D2-907D-335E6247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6193E-C27A-4F27-8058-7ACD4D4E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B8574-6C90-472B-957F-A93B8F55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00F92-D95E-4FB3-8182-1894939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12785-586C-4222-B8CE-CAF09A12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13D59-B699-44EB-8983-427D1441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CB02F-1999-417F-999D-2A23D710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B36CD-B782-4A13-88FD-A6DA714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7C345-6675-4553-8CCF-467E1E75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E05E7-8FB0-4614-9EB0-0C3603C3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EF0BE-1735-4763-AC25-833A1930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FE4A0-7C1E-4971-A164-DD730E39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01E0D-B9CE-44DC-BBA5-0BF71FB0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75549-1C2B-4479-AA0B-119CA75D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37B9F-5C1A-40F0-8A38-014F981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ED3BF-80C7-4858-9CD3-43C76D9F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1E2F3-7C88-4C06-A48A-499EB0EE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805DB-B394-44DB-ADDB-179D4F3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9933D-2A81-4FA7-A503-4E3B54BB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4C027-217C-46DA-A683-9841D32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EC5907-0418-4BE4-853B-78BD18E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6A53E-93A8-47EE-8654-0C1B5E3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D460F-33FA-45BE-B3DE-52FCC67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55CFD9-F668-415B-A1D4-01BA067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BAE72-2F92-4659-8CCB-9451EEB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86660-A766-4F55-B223-B44AD3F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93C900-50AB-4D41-91B0-9C98CF52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E7AE50-AB8E-4729-A20C-C873B9F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57A0F8-A2CE-410E-AA56-FA7D5EE6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28F4B4-FBD0-46D5-8491-0101FF21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2BF695-9B7F-423A-A2F5-2D81FF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6FAE63-2D09-4DE3-8593-F49724B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80A66E-8DB7-475C-8C1B-0D91581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A47C1-6175-4158-84B0-39E5366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04D315-F66C-41BB-835A-EABC444A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D9A985-99C3-4793-9E44-4BC956DA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15450B-BFC0-4449-AEFB-22374CF8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8BDF17-7139-4F54-9E41-53E5DAD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3B63B4-350F-4ACE-BC0E-E9B629C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C48792-468A-4E0A-84FE-0737EA03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121A20-F90D-4B13-8CFB-966D028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26886F-9A87-476E-9DC0-54DCA74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8F26A4-2DDD-4E58-AF14-9A0913E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1FD279-3346-455A-BE29-BE7CE66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9CDBC5-1914-4CD2-815C-DD09858C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001220-2173-45D5-8F97-DA697B2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5ED9FE-D811-47C0-9B5E-B518FF9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747F30-06BF-4964-804D-6076364B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0E3DE5-5BFF-48C3-872E-7F605CEF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B80FB7-85B7-46A7-AAEF-760BF03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44765F-D0FB-4F8E-BD80-AB5DB1E9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A7A265-421F-4314-B9AA-3D471A1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4AFA86-960F-407B-BE25-83EC4CA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6A4C9C-3B4F-4094-A8E3-F45332AC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5BFF50-AF2D-4D7C-8C1B-00A61B57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1F7899-D069-4D9C-AABA-A91B296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083FF9-508B-4F3F-BFC5-C0A6E50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C8468B-462E-4995-ACC8-B1F346D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66A2EA-6A18-46D6-B6E9-C9FB7A3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7B4805-55B2-4220-9E95-D28F8B9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6DFDFA-59AE-4E56-8765-CF34F64D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B2D089-814B-480C-AB8C-4C959FD8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EFD23B-8D74-4AD3-8388-D53E5B43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CC0B45-FC7A-454A-A3A5-AA739AC1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AFBD1F-F8C1-4081-8502-A1E4AFE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61B8FA5-8EBF-47F6-BA16-96613A8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702043-8235-4AF9-929F-8FCF3DEC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4C9E94-2F4B-4140-9031-09BE48D8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143429-C049-44F4-AD65-8DFEBFF5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3CA85E-4265-4068-974D-FD33F24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600BDF-E3EB-4B5C-A619-8774C99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EDD44F-942A-493A-8A7C-D047087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902BA6-3576-4607-AFC0-9AC100F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4163865-8E9C-4C9E-B62A-3B57AED3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D45DC8B-548B-4738-BE49-9D2746E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D6C278-F2E6-4549-A359-57DC6B2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7358EA-3AE2-4677-9BEB-5946349E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8E1332-3802-40E8-8B91-479ED1D9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3A6B11-E007-440E-BD36-1E4350B7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F44B50-875A-43F3-BF83-516DEACF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6FE2DE4-4FC7-40E1-95C6-020364F5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F02B1A-0012-4923-B458-940E725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5AAAD3-CCE8-4FDE-9F19-9B05A874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57BACE-FCE4-48FA-B70B-0DFA3B1D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1937B0-7F7D-439E-A0C0-A24749F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165461-A2C1-41C0-871B-74934CA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14E36A-138D-4979-9FC5-C1FE0671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060420B-CCEA-4157-B938-B9CAC02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AB9FF2-0169-482D-A0E2-9B33CFF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DA21A0F-4311-4351-A2D5-C41C39A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B46D4B-A821-4E72-B167-BB6B3EE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19AFE8-6F98-4FBF-B6E6-AFB745EC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944183-635B-4B64-92E5-6C6103D0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7B058C-442B-4C20-9FD9-BD61746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AA51ECC-FCBD-456E-B6A1-9BDBD9F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18DDD7-B721-4327-8699-6341E552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7662BDF-6225-4DF0-B620-541FA8E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6C51F32-6C25-49FE-98CB-B893FB3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B3AEB5-8233-43E9-AEA3-B3A891FB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E55B57-F5C5-4F87-849B-06839DD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83B5430-A394-4E66-BEDC-DAACB592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F870692-D0AD-47DA-9A4B-61C5F7BD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4BE5940-BD09-4A27-B4F3-4D3E9D8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467926-844C-48AB-8DDD-27AB3F9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336B39-F6C8-4D2E-9526-A373AA68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46B490-C3F1-46AE-9400-6E99B1F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B0545D-300F-4FCD-BF28-AEE6BEDC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C8ABAD-4223-40D4-A308-5F0662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A81CABE-B472-4FAD-B864-74AC33F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D0BC02-1C0E-4FEC-A173-C7B6446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AC366DD-ABDE-4C9D-9274-3BA061B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3129A69-FEC8-4086-A79E-907DE64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AADD639-2A09-42A4-84CF-844F7A2B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8A9E14-23BD-4DED-874E-0DE9A8BC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9327705-9105-4BA9-9DF9-3BB47CEF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9337D0D-1F81-49A6-9E35-874A4258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D166EBC-A784-4B72-B893-081943B6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26AF22E-14EB-4209-AC07-3473387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37A9B2-6C9A-4E01-A210-7F902007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F3B40F-0631-42F7-94C1-83EC2B6E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5DBC423-7E67-434D-9687-FD1EAAA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28F03DB-BBC1-4C9D-BD4A-39C58096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E3B3FCB-C931-455C-8483-E843D1E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0737F9-5AA7-4D43-84D5-5DBF2C30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B14412-B89E-4B08-8C24-5C24869D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9648F36-F82B-4052-BAF1-F2BBB8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737B8D-05E4-4D10-808F-6289074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A442568-9C21-4526-905E-EE8ED35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B5915B1-264E-4B5B-8716-1A87A0B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497627C-9DA3-4AB4-9D98-B1773A91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701F57-E968-45A9-982A-4CE799B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E69BE01-8E17-40E0-A881-0BE8DA70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B01DC85-C9A3-406D-A38B-C5110F9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62C1BED-6F58-4627-BC30-80953C6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52A4EAB-BC64-4DBC-8844-CE7273B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8F3E503-8833-4F34-A6A3-A5BFBD6F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A878F80-F8C2-4660-8451-3167FB6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AB15A7A-DB9B-4877-AB23-1A0AE63F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BDE6C4D-6F76-43FC-A9C8-635FF04C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E67F543-4923-427A-A8CC-564C7280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A194E2C-6D5B-469D-AB4F-DA3BDFDA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533681B-C582-4736-9977-42CFD5F2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1BCE1AE-D529-48BB-A542-FF474840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88ECBE-94DE-42A1-934C-D2232C9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798DC05-7C06-4D05-9C8A-2FFA693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29E4C1E-52B4-41E9-B7EA-093EF471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A117A08-8BE4-4DC4-8E78-FD410CD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B2C3B19-14A2-476A-8E32-07AA2E68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BAE9755-17E0-482D-9731-3D8E9371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16CC5B6-F6AC-4022-B0D8-C7ED9F1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69C0809-0063-4946-96F1-8D3BE100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C114574-4174-4100-91C0-D35C101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900A737-D3BF-47CE-A5B3-1160CF03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85F5942-38EC-431E-96BA-D4E5F2B2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BC59B55-AF6F-40BB-8C20-87F20116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10CAFAF-F7A0-4BB3-B857-7C20DEF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B3D1CBD-819A-4B38-8155-B339C715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C9EC7B1-8233-4191-BE3C-654630FF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249D28D-6FA2-4C79-820C-C8F5FDE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FCB62C3-52C1-47B4-AD02-F474449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DB33279-27C7-431C-8AE7-B8151010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CB5C15D-1D19-4D1D-B37D-0F78AEF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E253E51-83DA-4FAC-B281-2C4AE5E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6A591FB-A61C-4371-BE8B-2A95C1CA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C3F48CA-50A8-43EC-BB87-E44934C2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A09239B-18F7-4474-BB0F-D90FD63C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9CFBBDB-441B-45F6-830A-C1663E5A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F475BCB-1E46-4014-92FD-77F37638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C777F91-AA2B-4BC8-9ECF-E0ECC5A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76B28BD-82A2-4080-8706-B3F4A1B1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F3C6787-F814-49B4-9850-EBBE0E3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A42E05B-E992-4950-A173-0699BEDA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CFD0826-0412-40FF-A73F-1DC39B7D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DB239A1-3FDE-4092-8DF5-5CC4A550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2DD8ED-453D-4ECB-A51F-BF34DCF1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BA02AAF-0E0E-42EF-A9C8-EAF2685D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F0006E7-6A5A-4E13-B1C8-6754B0C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910E56F-D477-4AD0-AC3D-FD3E00C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04C827-0DF9-4391-BEA7-FF5E977C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B187CD0-1343-49BD-9785-F282094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42FBA81-83E5-45A1-B3C6-06A154F1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FE63FC7-5C54-4714-BF1B-B6A406C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9FE2E9F-CA47-462C-AAE9-D947D9AF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15784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9A4C48A-3B77-47A8-B943-C33CE7F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E9F8F-01E5-47FB-95D3-60C15F4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2B64D-C941-4358-95EA-216B47B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A7D29-B1A8-4A90-BBA0-C82798D6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3AC19-FDBA-4C23-A488-DBDF7A08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E9255-8DC2-428A-97BE-A752D0B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BC58A-BB22-4C36-BE88-E1F7EF9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FD754-3CCA-4608-A013-020C3D9A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2C57-3DD6-428C-9E15-420A5DEF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4C3C6-FFBF-416E-B690-9445D8B5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BAF95-62E3-4780-BAD8-B61FE5BF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A5E1F-B3B8-48D9-BCC2-59A3904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AF2E9-27FF-4913-8777-E3831DA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77705-374C-435B-8BBE-8430A19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444FA-FAD8-40BD-BB45-3106FDEF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6EBCE-CD66-4CB1-848F-15D0336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743E3-75CF-44B4-91E3-C0ABC4F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54644-FC3E-4FC7-9093-06B2487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141A2-7BC1-4E2C-B987-CD976A6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B8A08-1F7C-42A2-8E4E-A7680D5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C3DDA-122D-47F8-BE2E-F8D46B39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9D523-5624-4567-915E-3E672D5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66E890-12D4-4E5E-841C-5ED27A18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79285-D56A-4E3A-9DF9-BFF0AAE8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1D84A-BABD-4EF5-91E2-48E1A59A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F8412-6564-43EB-8F39-1A787AD1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D079F-51CB-488F-A497-CFB2A7A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610E7-04D7-4580-ADEC-4F109A67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01146-668C-4184-8CB6-8C58BD6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5684E-839C-4DFC-8C25-E2936E7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94BA8-8BCC-4593-A068-C1B995F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6A7FA-62CF-442E-B5D8-1499835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64D25-22CE-4624-B542-9D3FFBC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04C37-EAE1-4C92-984A-EA83107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4BA456-6012-41C8-9127-90D34FA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F30EAC-EF0B-46F9-AD15-C78AC5D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2E8314-79C9-4A57-99AB-68A6645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BCDB0-8422-45B1-9CD8-C4BC4DE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D0B8D-3A64-4AEA-B3A4-1637DA63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3BD4D3-512B-48B0-93ED-DE7B495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AF35F9-E6D8-4DEB-BDFA-982EEAD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930EE5-0314-4C73-B678-5BA9EFB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555F41-587D-404B-A47E-567A999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DBC748-5861-4BBB-8346-533A39A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231A15-AF49-40F4-A798-F14DE66F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C20902-6E3A-4177-B5EF-2BFCEE05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919A1F-A3E9-4D5C-B72B-34FDD2ED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288347-8D03-4567-A53B-578808D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0E2C4-9E87-4C85-AEA5-38786F85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0AAFB6-E8E1-487E-86EF-47B88512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9ECC13-C7D0-4F71-8F4C-FD8B3621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EA3A18-9CFE-477E-8108-01247AD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D93572-1E2F-4974-9053-5D1BFEF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7CAC34-EB04-4EEF-B004-7408914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667D45-1194-45CF-BF1D-D13AFAD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F76904-CA36-4A2A-9099-1BF4B8C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3748C0-C8FB-4B5F-AA5D-1E766D5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18E2D2-3A55-40DF-AA54-9C04353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3953F6-34B6-4519-AFE3-39961372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A8C755-CF75-442A-9173-40BFBBAF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918825-9072-4B38-891E-B064D3B0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EF24A5-0C5B-45DC-8A32-2A16C9B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C0BFE4-E0D6-4127-B1BB-DA112DF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B45773-4D01-4267-8776-53F4A910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AAA10E-FFB4-4B99-9496-F479500C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340B70-69B3-4A07-839E-D280B02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1D1D12-016A-4D8E-8B9B-6052B472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099F4E-4A4F-4A8E-95E3-459D354E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D6D1C9-2688-46CA-B2D1-78382D7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CC02B8-8C7C-4546-BD54-B97B6E1F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6E17431-7CAC-4B70-AE75-93A8BB8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EC75C6-C11A-4897-B372-1A338B2E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C95C3C-2895-4C25-BCB9-4F4C57E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A90F1B-3BF7-4602-B9B5-93B6BD7B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6ADE38-A4F9-4E2E-87C7-2599C37F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DB13C7E-2248-4360-B39C-B44317F5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1F6BC7-42E8-4D8E-BC71-D25A5A25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C00105-C7A0-4713-97A1-DF88752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7F2824-4B4D-47F9-B92F-5D01DBB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67A103-4A30-439E-9913-87DE5897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CACAE4-B250-423B-8EC3-860591A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C414F1-B2CF-478D-A679-12C0628C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6F8D3E-C7FC-40C8-BAC6-1065AEB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2B330B-9C45-459B-9A74-8C7B5FD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3BC994-D0EC-4ABA-9B43-9EC4AEC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131E3C-B23D-4FBB-B574-B5DAB194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E90375-5FD8-4693-B4F6-369C153F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510F2C-1BBB-402B-AD58-0EBE1BE0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F14650-B405-4050-9F26-4114BB10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AFF408-C527-4EC7-BA9B-9AD7AA50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C3816C-30FF-45FE-BE40-9E728AA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476615-FE75-43DE-9D8A-66EA5E4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A015CB0-DB18-41F4-BAF4-61D653F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C70EFB-AAC4-4327-9348-C611479A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5B79C64-3BCB-4DD4-8FE5-02CE325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063C93-181A-4BBE-BDA5-70019978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D8B94A-3DBB-4468-833F-BEF307ED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FA650E-035C-4F7C-9B52-910FA97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353889-52DC-4CE6-8D43-092FAB4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C0815CC-A8F2-44AE-A181-42908198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68DF82-BF71-4B56-8951-67372D6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EE82D2-B18C-4B6D-9842-EC3D3EB0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D6B700-7161-4A42-837E-449DC0E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13F3D8-1833-4757-865A-3C8396C6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1A42C0-A1A8-4322-8BCA-0198E2B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3BE2603-039C-479F-88FE-D938F9FC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0CB22B-A386-4B85-93BC-D4B9263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B17A75-2286-4B47-BDDE-8CA9FEE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17DF2E-DF04-4F58-A832-6A8EEFD4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078D200-56DF-4197-A823-26CE88A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E7516F-BB97-4E7E-9344-763C963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C04ABA-514B-42AD-988E-55ACE4D2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BDDC1E7-23BA-45F9-A7AE-A1F7340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C4AB7C-FB0E-4A09-AD39-7EBB6FE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B958E0-36B8-4A57-BF03-31ACFB4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2B56921-E9D8-4734-AFD2-17FC4E8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5CEDE9D-8EE0-4A99-B572-CC84AA8C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5075A04-8707-404E-82D4-79118BF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0093BCD-D797-46AE-8333-A816961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69B38D1-709D-4F7E-A0E3-187B8781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FF3F46-B70E-4309-B447-7AF22CD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7313D4C-DD8B-4580-83E4-8682515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580853-8BE2-4B22-A388-EE49431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24DD2FE-4B63-4348-8463-498C532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5997773-C5A8-4A1B-BE13-A72EC1C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91AD4C7-8652-47B2-9077-B1AF7091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C57086E-5D04-4FE9-A851-14BA74EA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4B4C070-BEC5-440E-9D8C-EC96DC3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E5FC9F1-3213-4B99-91D0-A3F170D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0D811AF-1E70-4CAD-B0BE-A8E536F5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AA8AAD-42BC-43CF-82A2-529B514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674AAE6-AFBD-4293-8AB8-C2EB1DE0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07BD8AB-635A-4FDE-92FA-C142B53C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AA17549-795B-477F-9F9A-8D636B8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E61CA2-4672-4F14-8F63-DAB15E6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94B44B6-C3D2-4F25-A113-F9BDB9E2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73D8829-4A87-40DF-92D6-FF6EFC95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B77CCDE-5803-4967-A994-0A13C7FA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37FAEE1-2242-44D0-A0BB-1056E70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E6DD483-020D-4952-8689-77EBA3A2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F8EB9BF-59CF-4878-9170-296B005D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56C40FA-75F0-4D99-A4F5-E0F0B445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D38F80A-E618-4831-9E9D-18CBF56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DABEDD-31DA-4C9A-9C75-B089171E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B8B3746-D4C6-4138-BFC3-31B71CD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C54D80A-0ADB-46C0-92E3-E3E5404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64DAA0A-4BA4-4E81-8521-C49F2A5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0687E6-DF7E-439C-B26A-E8B52AC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F5D8C68-6D1C-4572-BB3A-2D7759C3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42FEE7F-B503-470A-88D0-16F9D56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827380B-50B8-4BCB-92FC-7B2A2C1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DCFB9B2-6CEB-4266-BCC3-C44B3C5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609F569-B84B-4BEA-A7A9-4E367CB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6B7C342-3F3C-4455-96E3-1DB8702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02C1EF1-B740-470D-8B0C-8B31520E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E30D3C4-486F-4236-BB91-CA7D2B8F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501E24F-C1A4-4C6A-9B3D-DE1B80D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09B8045-4FB0-4E3E-A26D-B1392924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1C0D95D-BD17-4897-A678-F70E11FC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0474813-1DD8-4CC9-8EE0-FB2C41A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EBE7508-C559-49CE-9EA0-26FAD0B1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CBA2717-786F-402F-8FB6-61D9179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B8ACC71-E9E7-437F-8ECA-1F3EF82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8D18FF8-F1DE-46ED-9A43-8380DE75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730E2B6-B5FC-4F65-A169-164118F3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2B89459-7A92-4F8E-9BF1-7E364DCD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25A3ED3-260E-463A-AC5F-F394EAC8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A2212B5-9064-47B3-AC55-AD95D26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976BEED-EB5E-4169-92B6-788366AD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A738509-0A40-4959-B8DE-63B5F34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9CD2C52-5EA9-403A-984E-A5FD7771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B506D4F-9FB8-4322-B0D3-C8B8536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654C14A-B541-47E1-93B8-7B4826A5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6473FBB-711F-4FBE-9A0F-3409C41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7A65842-1B1D-478F-B31D-CC64A9EC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1B6FF2C-CF7D-47AF-A3B6-840F3A5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BDBBE4E-092D-4F3F-AA64-801BF69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3EB705E-82DC-4013-8B26-B35B1C8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3295CFC-128B-47E8-9925-E776051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73C21BE-9343-43A9-A4A7-05A42FA2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6FEDEA7-F435-4189-802D-9EDDB4EA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61E9CC0-4F3D-40D3-918F-EA62E13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2DB744E-9CC2-4018-85FA-D5465DA4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EC4508B-76E9-4CDD-9AF2-DC8506D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EAD1BF6-05ED-437D-A1AD-15744196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F764C14-CC45-482D-B229-0A9044E0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5CB06B2-50A1-41B7-86B7-998A805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0831A14-8A16-4CBA-B3DE-07256074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FF2A62D-5A29-43E8-A5FA-B87447A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EF48750-B0AC-4EAB-99A0-4207823C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F9E2B08-3CB7-4743-9129-6631897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75966A4-C760-4B7A-8CEB-B084F15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BF54C73-4B75-457B-884E-212D435A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929CF9F-B815-4510-8A2B-8A57999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88241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B5BD65D-612A-43CC-A509-5DF446F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2F116-7197-4D6C-80A4-1E641AB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9D6F0-A6EB-46F9-B546-A1130C7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DE185-79BF-4795-9608-5E5CB04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50876-3853-470E-A6DB-05F157F5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948B6-5F01-4B1A-A03E-BB5C09F3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E165B-B041-47B9-AE8F-06A9CF5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26329-3CDF-47CE-A362-B57B95E0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C2FB5-456A-4816-B461-BA4EF028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99F9A-BDB2-4538-B087-4E8A928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33CC4-F395-4082-9291-069C3191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9B33D-12D5-4128-835C-2EF606D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A016A-A739-49B4-ABED-8F32F24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99206-AFA9-40B7-ADA4-FDE715D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287C1-1BD7-4368-855C-FE88A60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283B7-2920-47A3-8E17-228D617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604FC-A880-4344-8EB9-FF6599CA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2875D-2236-42A6-A42C-708DC832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0E1F0-FCEF-4BBA-B8AC-53893CF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1A876-6B7B-4741-B92C-E03AE544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DCA98-D36C-4F9D-8396-BCDD4D0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45F4A-5F1F-4E8F-8B76-ED634EF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DFFF7-5E60-42D8-9D25-72E69468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070C2-F91D-400C-9D49-D9CF49CE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1F61B-E7F3-4B29-89AE-DD44246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8CDD3-B5FB-4872-B895-DE87522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EB783-7FAD-4934-9133-E4AD4B2F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9002F-C1DA-4247-8409-FE48FE7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46909-889E-4D23-981E-98762061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826B20-42D4-4543-860B-FFD18AE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6238D-4E79-4A7F-84B1-C35BDFE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39C9A-2BBB-4DAF-9D82-A8146A18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A9448E-A2E4-4724-A94C-8BE676C6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1D7B86-17BC-46A7-8CB8-201A792F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3B53B4-1D6E-4390-B1F0-F40B9CE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4F3258-848E-41F0-BE69-B7ACD4E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F4303-920A-43E9-B620-11BE443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62DF6-7DF5-4E27-983B-1B21C769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16F031-52E4-46E8-B49D-B168065F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C6AD74-2504-4A54-B6BD-3909271B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5AB834-DA92-4B36-8609-780FD00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2180F9-CDCD-41D9-9A59-7CFC495A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E55CD2-8203-4EF1-BAF9-FED9773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C5E23A-900D-4059-B307-A730974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84E010-B16A-43A7-B509-963C052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F30F76-C95B-4A1B-B361-18F8F63F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144160-D19E-4F2A-AE4B-0889A9D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2EA534-670D-4DF3-AD9A-33D7CED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0657E6-6892-41E0-A8E9-DFC7B93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C5A631-EC5F-4725-A19B-CD59767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E530A0-4489-46FD-B2B6-54A9F950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7D1C0F-493D-411D-9DEA-0AA7F512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D1BAF3-A94C-4A9C-851E-9FC1E4CB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C1CCD1-1FF7-4953-817F-31EA76B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EFF76A-5B14-46BB-93BB-48280BBB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3C90AD-6A6F-4CB1-BA4F-6816BEE9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6A6181-3AE7-4B36-9326-A86F537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BC7CD6-0DC4-4A53-B90A-2A3960EC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EFA338-1065-4F01-8E53-C5252D40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83AC10-1496-4C44-91D6-8550862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1F99C8-35B2-4D90-BE05-988B9DD7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6A0889-05A3-4F8A-88D1-82D88F62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C6292B-4B4E-4C99-9083-A6A5C4E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E3FA5D-C85C-4E0F-BF92-AD6DC23F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F05ECD-0774-42F9-A4B3-89017882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47ACBB-7253-43A4-9257-806BB16F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03FF3A-04E3-43AE-9FCB-4464364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46763E-C14D-4EFA-94F2-5654790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FF89D5-2F4F-418A-BFC8-EEC324A8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F14181-F1E3-4951-A647-C518CAA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164798-19AC-4843-8C23-E6C2547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630566-BBF2-4701-BB27-B205314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A90B27-D15E-4B32-8822-797D9FBE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CD20F0-D944-4692-BF63-7E89FAC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426072-29F6-4A23-9E1F-9A67F7E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516D31-52AB-4BF4-AA4A-E770A7E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64B652-8185-4271-ABF0-C1E8DBB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64D164-1AA0-47B8-9638-02BE7F92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631390-E168-4050-B6A8-EC40A235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E8BD78-F073-4AD6-BA31-9B2BF92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F94D515-3F0C-4E90-AFE2-3B245CC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82CF1B-55E8-4084-A7DB-B9D53F45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495630-8EC7-47F1-8967-8B191661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2FF94AF-5F09-41E9-A3BC-9FB7563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3215E1-8F0D-4A2F-B46F-F822F68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0AA7BB-6374-466F-BE1B-9603000A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85B9FF-BF1D-4D68-B71C-05E8033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046B4D-650F-4E4E-8A12-622EA526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B2583B-6BFD-414B-97EC-BD5B07C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853C6F-9CAA-4DD4-AED8-DB378D4B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67739FA-0C85-4D55-99C5-A995098A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57AEB13-E2CA-4BA0-B33F-10E653C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017EF1-BFD6-4EEB-824A-588FA254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DB7CED-A2A1-4B49-91B3-376AF02B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7E0EA75-3DAB-49B9-82FF-A1AA497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F71CEBD-1471-43EF-A06A-A629C1E5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794E114-CF5A-4958-9A28-5A6512CD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E08967B-AE73-46F7-9560-486E34B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9CBA5B-8197-4885-99C3-759A6281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4EB54D-1DB5-47AA-BA61-40A29E8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A194FF-27E4-4457-AACD-71F50FF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5FB4DB-CB9D-42A9-AA86-9560EDE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2473EB-0F34-44F9-974C-AAA7A6D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09343C-4E3D-4677-A20C-443D240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56E353-E3F0-4668-883A-75723C42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9B489A-5C9C-456D-9C00-A2C59F9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711657-C5E7-4AAA-ABC5-A7BCC74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88126E0-5553-4F51-880F-C4151B0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776B71-BD0A-482F-95B7-08225F5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4D7D5C-B2D1-48AC-97B4-A0A7A261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1FE83D-72C6-4473-A47A-18E2B7F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FA2051-D2FB-4959-B719-FEB5F76E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A852791-DD67-414B-BF10-8FDBB1A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2712AF-B770-4991-A2EF-D8C46E0B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92B934-AA5D-43EB-860F-3395DECE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39F800-614F-4286-9F69-4D7221F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B98D4F-7B16-4405-8F81-BE2F437B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BC72060-E4CC-4287-B7BD-0D6C77E2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EA21E7-0796-412A-A104-7AD16154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775BF0A-97E7-46A2-8013-7B669864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5AF78F-DC20-410B-97E6-1610E5D1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C8DE714-4EE9-4B8B-9426-1C0F016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E211F7-A307-4870-AA3F-C0C1A9D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2CEABE3-633B-46C8-B831-12CC6E84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E22C14-BB28-490E-A43F-F5386122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E9C4414-9C66-4828-9AD6-F163800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B329D27-5C17-4A34-81B9-3365361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F1908B-5DF5-411B-A939-2DE8E9AA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DA0A87A-AB86-4C0A-BE29-8051907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83BE2C-95EB-43B1-AD62-D76AE249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34A3D9F-6206-4214-856C-EF63186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45ACF8D-5B9F-4274-9F22-AFA6CF0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CE432D5-C715-4E15-A63B-63DF877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EA7103C-B7D9-4753-A87A-22C0569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5BA6C28-CD7B-4BB9-884A-B07DBFCC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1B57AD4-6EE6-4C4A-BC92-5E46EA7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DBD837-D8AF-4C64-9E16-E5D9D3E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15023A3-DAEC-49B3-9648-2EFE7F73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11BC6C5-B0F5-4C9C-9FFD-0BB56AEE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D65032D-A83D-49D8-B27A-01048E7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C7EE9D6-3486-46DF-9116-7C06C99C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8B6A305-EE67-4508-9178-7106F8AF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E423152-D2E4-4E42-BEFB-079BB04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A2EBB34-DDB0-4AE3-B3D3-0F01E36F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03FE51C-C3BB-43EF-B043-03CE6DCD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48D70AB-9814-4DCB-BD9A-6326902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8F07E04-00B0-48F8-A27A-BF4950C7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A932DAC-AF19-49E6-BDB2-5467F9E4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1FB1399-6097-4570-B995-9E8936AB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ABA17FA-36EF-4D56-8ADB-AFA86205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41DF926-1CE3-4C7A-93B8-B0BC7AB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58857A1-DB28-49CF-B076-8F75568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EB4AA4C-EB18-45EA-BCE5-0B9594F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6517993-BFDD-4C81-9B2B-10D05FC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F95570-607E-4F32-BC3B-DADA6D7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F46EA86-EC21-4C31-BDB4-E85B47D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1DA715-71BD-40F0-A908-DF63778E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0D32A72-446E-416E-9E6B-1031B48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B53263D-FDE0-4593-88C5-60F1BDE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5A383A8-B966-4AE6-9DC4-C19816BB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643EDBD-AED6-4192-A6C4-7800C24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78467A5-8192-432E-A3C6-39DF491F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C560F49-C928-4980-887E-20A4B04E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A2DC4AC-0B31-43D6-8E5B-9639211D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A7C419D-67C9-44F3-9735-EE7FD3F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C1D83E6-ADEE-4C70-AB69-C41AFBC3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B169527-33C8-4880-AB9D-F398CA9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1E1E7CB-9864-417F-ACF5-877EB61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89D574C-16B2-4E33-A1E6-69C6BBBE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E2E437C-03FE-4ACF-A460-92643BD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7063DBB-C273-4783-B02B-C1ED9E62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A610088-F980-4EDD-9AEB-0199462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0D860C3-EA52-4025-8CB9-BE8718C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9AFE123-BAB6-4F26-947E-A30537B3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B805BA2-D20B-4986-8D1A-C92892E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1627C71-7E6E-4AD2-8BEE-533FEC4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7702E10-D424-4C5B-AD3C-AB04086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9EA0CF7-0DC3-4CC8-BCD3-396F21F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5C2C3EF-F9D7-4F71-9B91-99384956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A40B596-1951-433F-8854-4FD4BDF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D33BF77-736C-4B7F-9CA4-8E9F0639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10CBE12-3601-4172-AA0D-701AD593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A204AD2-7BA8-4996-A7FE-BDA5E0C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C395CBB-8464-42EB-9CA0-5A96827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E204199-20C0-45D1-9F27-63D99FD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9A3F327-81F3-4A51-A405-7C5575E3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4E8FE52-F3DF-4689-BB3F-6BFFF48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DD5BF76-E5F5-4D88-B0F3-D5FE33E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83994DF-16D1-42CD-8BDD-C03F3A8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75DE2D9-EC9D-4839-9C48-80B19164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5913564-5A89-453C-A0C2-7E3735C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076D600-D066-4427-8E0D-0F0B1CF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9380101-5D12-4E7A-8FB6-63C1173F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C0D6766-91C0-43AA-AA33-DC4635C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23162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F8BF732-3BA6-4C40-A5BA-0C723B7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F312C-3ED0-4A34-A0AA-ED70D4A2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231A9-CECC-4918-BACB-EC51FAF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2EABD-4E21-447C-861D-90405CA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FC9B-2AD0-4F23-9D43-995A4CB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3691-0D68-40BE-9C28-2DB87ADF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03CE3-9FD6-4154-ABA8-2C95B3F1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6AA3-1FF1-4FF2-BC6A-4EA93AD1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3EA65-F4ED-40A3-8228-8AD1F5AB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13048-8BAF-4308-B28F-192ED38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9686B-793F-4162-BA7E-EC9025A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41FB9-B7D7-4381-857B-C3C729E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1AC40-FA13-4B36-9055-0074F5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14938-AD2C-445F-A457-1ADD878D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67E4C-0B2B-46CD-A6E4-E6CDF11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B7FE6-414B-41FA-AAE4-0C7B095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5DEC1-CA38-4445-A2AD-7A99022C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F1EAB-57BA-4A11-8763-918F8E9F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CD80C-20C8-4692-95AF-AD2E5CB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37728-DBB9-478E-BC95-0A3C65B2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932E1-FB32-4B0E-85B8-7E3E84D5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D089E-1A9C-4C29-95F2-3F9C733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2842D-D62E-4FC9-AD06-E9A86E8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26F1D-326E-49C8-AEC0-29C2E14C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10976-3DBA-47D0-B2F6-AAC600E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D5CE0-BC07-47F8-BBC2-0D47FF3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FC8C4-60DA-4DDE-8B6B-00B9B96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0242C-1A33-459A-9DEC-F55216C0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76BAA-1D15-47EE-9169-DED3EBE0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AE5A5-939C-48CD-B235-4967404D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45CCA-9529-476E-9794-58615E71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F6E66-7E1F-4E3F-BEE3-3D52586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5B78A6-49A6-4BAF-8956-CA466E4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86540-13DD-44ED-90C2-52607395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FDEDC-3454-4102-BC75-2DFA7DF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6CD08E-DC75-40D6-A2E5-0B7A3C10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6A9E5F-E5A6-4BE1-87D8-7EBEECDC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F36755-AF40-407E-AF48-D75A694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350F98-D062-46D8-94DF-3813CC4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3B0079-658A-435E-8CBF-6BBC218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A4E8BE-C4F2-4E33-AE80-040C4BEF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D503FD-FA3C-41C5-BE33-580AA1C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D1E682-3031-43E2-84C8-638E2BE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12048D-D0DA-475C-81D5-213656C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6A2736-A3A2-472D-9D5F-A973CC72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BBDB5E-2D7C-43E4-9AAE-9352BFBE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58ACB3-F2EA-415E-A5E3-50729813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36D1A9-CFA3-4D0E-BCBC-91656E3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521E4B-0391-4F5D-8D38-7CD9C3F8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405A7C-0B02-46CD-BEBA-8766A73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B3A6CC-E51E-44ED-9EAD-27D02A72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CE5BC-994E-463F-8FD3-221E09EA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E56094-5699-4A00-9E6E-B5DC50F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91BC43-2A8C-41BE-9591-00903A7C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43F0B8-5CFA-4EDB-B7E3-6E1691F9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799640-5CBC-4845-B55F-032E97EA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69A400-F1AD-4E1F-9D14-7F277E6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AD519A-5491-4392-BEC5-DC62DAD6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8358BD-E73E-4964-9BB7-67DC2F0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632B71-0E09-4575-8B8E-B5532DC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9A5896-A1AD-4754-BBAD-DF83A43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3B3050-DDE1-4D29-9F83-6F3EF58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5BE456-BF0C-47D8-AF6E-29159B08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BC7B8C-1F50-451F-8E4F-B3C2EB89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110B13-E59A-4CB6-88DC-4E8373E8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54C1AF-CEA4-4F01-9D13-76CEDA72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E71E2D-8205-467D-831C-3FE817F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93C037-F8E6-455F-BA45-D9ED708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390096-EF5A-4977-8978-D8F636FF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EBB25C-B814-4C47-B10C-6E9475D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747DE8-AFBC-4F70-9031-8A603808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17AD7F-873C-4DFA-BC12-955E4929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492AF0-739E-4274-91CE-3C91339D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29ED51-3C62-4B6E-825E-181A8F2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820042-DFC6-4D05-9F3B-F4A9D99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44F87E-405D-41FA-97E6-5F097957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5D5D26-24F7-42AB-85A8-410494C6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D5F48D-6E23-40FE-9445-EB71B3B4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581046-6313-4814-8F62-DE0135F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069F64-8C86-4F13-A0F3-0330718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6DE664-7719-47C7-9526-0A1671BD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864ADC-810E-4FDD-AA04-4A9BA1C1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BC4C0C7-CAFA-4C30-AB2B-9E7684A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91A98AE-FF04-4F2B-9022-1D763832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97AC03-0724-461C-8054-1DA7725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D140EB-D7E8-46EA-A64A-12BAFB9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C4275D-B106-4AB2-B2E3-A6B2B95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14A2A7-C365-496B-92EF-569D873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D74E1C-23F4-46C8-A2B8-E3F7B72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55F2F8-0960-4FFF-841C-45FF17E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F0B864-053C-4F33-AA96-E17BCC1B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E31F54-AE57-4EF5-838D-B79831AF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F39ECA6-0B3F-44EB-A8C0-8DE75B4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37EEFA-5ED9-4079-ADF8-2B1064C2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0573E1-C3AF-4EFA-AB9F-F4BCD1CF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45E8508-1E78-4256-98C0-D2FBC50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3AF39A-12BD-4AD9-8C15-B02D4D5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EF0AE1-CEA2-4269-8C90-39C7394E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456C89-2BA5-4B4A-9523-286BB77A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E1C7D9-8CEF-4213-9BA1-9703AE06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6AA6A9-EEEE-493D-8BDF-68A7D89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9B17578-1A1C-431B-801C-669A646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FB19A69-8083-48A1-86BD-E2C8F75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5632B9-2980-4CB1-A76F-3EECF39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0E38DE-71DC-4CC2-B514-D14CE3F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D3D3B0-B74D-4286-8BA2-C027D12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3260D4-AA34-43A7-B12D-E66E8891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6486AF3-57D3-4630-A2D2-EC71165A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D05E04-73CB-4919-9246-DDE8B37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57E813-DD4C-4892-B9DA-752654F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5589B98-D671-44F1-9F9F-F7E06F2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85A98A-FE84-468E-9ED9-2D6E898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174316-4552-4D26-8A7F-47D85C04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BEA47CE-81C3-4027-B9F3-DC66BF5C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D753B6-4F1B-417E-8FD7-12C6765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14F1673-A4C2-4A4F-ABED-CA3B25A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16B45BF-1308-4AF0-8324-B7EA708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9104A1-BFA0-43D0-A3CE-FE0D4274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04A744B-E1A3-47A2-A0C7-63889B5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B72D2D-D340-4560-8A75-18D483C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5BC9408-80C3-4E73-9CB3-F81E1A1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697609-38AF-44D6-B004-4999A3D6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C147528-7334-4237-BA01-9863B8B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2DABC01-5A19-499B-8AD7-43AEEE2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B6185F0-75C9-40B4-B98E-DC2A9D3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C64833-67DC-47E7-9618-C835CA9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F9D746E-D2DA-412A-8E5A-65AE669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904F49A-C9D8-4E9B-A45B-DAE7EF6E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665FC86-187D-4F56-B8E2-BA0C189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1CCFA20-2363-48E9-B8F8-ECF62E1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7155B1F-0719-4ABD-A136-60A8918F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AF1BB45-25E7-402D-8CB9-ECC67BD9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0E87305-FDF5-4460-A6A3-BF8F25D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D14E575-3DC4-4603-ADE4-3F86F35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EE077D6-8389-4363-BF2D-AE1A63C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B5F484-029B-4900-8AB4-96BE90F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D9967D0-64DC-42F5-BBB0-D00B070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48A19D4-662A-4111-9365-6917FB27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AF88002-1E44-4193-8E39-6E54615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0D2BA31-ED9F-4E7C-9C07-694C5E4A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436074-78AC-49AA-B8D2-7C5B8D96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6FDE6B0-523E-44E6-8491-4FC0BA1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3FDD0F-7661-454B-8C4D-2AE78D1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8C4C358-42B3-45D2-A3B1-532AD11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E7776CB-F7FE-45F9-B157-61C9D1F5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F7D835F-252B-4B6F-B774-147FCD9E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031EC6D-3F61-4D09-89CC-34603421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0963431-421E-450C-BA65-A446A1E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FD4E6E2-3A0E-4A69-93C9-68B87819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255938B-33CF-4F43-BF78-24AA9E5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A706E63-89CB-409D-8654-34A30792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D13DED1-EF9A-43D3-ADFF-6128357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A6FCD84-3BB2-4380-AF30-2762379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D3ACC1C-0F94-4482-8BA7-27A29BD1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34A2A5F-D6A0-4008-AAB4-5E654E1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43544E6-6881-489E-8D96-84EDB50B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282F273-268B-4BBD-8A22-847D3518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CF596F9-99E3-4E42-BE4B-009ED1E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672E0D3-6DB3-4CEB-BF0A-0A36699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53CEC5-BF45-4563-A494-A5D083F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9D3615E-C361-410D-9E9B-FA61C03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0B033E5-DCA1-44B9-874C-22A1E847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C9CB925-6ECE-45DA-9BE8-88BD6F6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992745D-C765-482A-977A-99B3BD3A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FF316E8-E3FA-49C5-B533-E28814B2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E93B166-E4DB-479F-98C9-432D5D4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C2FA20C-5AA0-4A48-B165-123BE162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ABE14EB-E03A-4951-B7F0-20C2622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F91E4F0-66C6-42B8-82E3-D7A12CFB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3E4C282-C518-4DE3-A41C-329B6E2A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F6A10D3-DAE1-4A39-A9B5-6849BD5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4DCDE5B-EB0A-4B23-B3FE-1BF6ABB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1A91CDC-A097-4D3E-BF71-4C797BF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224787A-71C5-48CB-8CC3-CDC749CC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F936A76-A51B-489D-84E4-B8467D30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B3D292-7B25-4A59-90F2-E5D66343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3558A55-7C25-4ECE-A21D-62359BE8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12A0615-982B-4C31-A38F-F931D1D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DBDADB1-DD18-4868-B284-58C2CE7C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F4577E7-EE42-400A-A754-C7D02CE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21CF1A9-66FC-4F46-849E-450CA78A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FA9B6E0-0B92-42D0-A5CC-08838A89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70F39CD-0FF2-462B-A7E7-D6581A6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1CB5DF3-815E-493E-821A-D699073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5DD5B6D-0FE7-4350-807D-F402B2ED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4972C69-33B0-4810-988F-A4835B2E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7B148CD-3FC8-488F-B160-453D5D88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E13CD38-7CA6-4649-AC5A-CBC8FC49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FD0C7D9-88AE-458C-8832-CCC15036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7C16859-CA85-48F5-8EEA-A190D034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CAB828B-FB20-4141-B915-DD0C8268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E49CD50-9B22-4183-8FD2-475AB064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0AE584E-7F47-43F5-A44B-123C6578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B087F61-56CC-4E77-B6D2-4B327C5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44271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880EC35-3BD9-4F78-8AD5-8BD52E5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13A3B-4A21-4D1B-A6D0-2E54ABE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7138-25E1-41CC-A4BD-0713C93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772B7-5930-4740-9218-579B604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EF101-5815-41F7-938A-B987566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0251-FC1F-4C1F-A829-332B452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ABBE6-D3D6-42B7-ABD3-69D9044A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52286-0C85-4BD7-BFC3-4714EF13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B58C5-19B7-4C7E-86C1-5A5EA90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D9B02-7E34-4CE8-9546-86A9E49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2286C-6A57-4393-938B-A38AA32C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AD22C-092F-4A33-B50D-F6833335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AF1BC-E176-4988-B696-F4C66A1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607C3-52D2-47CD-BF19-FB4529C3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A3F69-C10F-49A2-B987-308F284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19852-BBB2-4F2E-99A1-0A615B5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B3FCE-B9B4-439A-88A0-9CA949AF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9AE02-C1EC-41F1-A4EE-AA83535C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2276F-2E1E-42C2-9316-AC8E139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88848-2E4B-494A-ABF0-8169C58C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19C51-4EEE-4316-81E5-E44C5285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9DA1F-BA3F-4F6D-A019-B92E7AC9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A27F5-2B4B-4A22-B672-88D53A9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15809-B839-43FB-BC5E-D3E7B195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111DE-06A8-459D-95B4-D163595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85CB5-4D1B-435E-9392-55FE29F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6D3C9-8D4F-4554-991E-AB8CE19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1F9CC-E343-48B5-9977-55CB2A17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CDBFB-68A6-4B69-B0B3-4BA83691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DC1262-631E-41D5-8C3A-07C6C04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C1485-9AC6-4B62-BD36-D616A745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D0B8F-7FBB-491E-876A-B84EFA65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16EFD6-AAB4-427F-AACF-013E3091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C19C1-BF60-4683-BFE2-48623C8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113B87-B236-49B1-8C9D-08E4E5C1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8A18C-88CA-4D14-9364-8BF5CA1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8FC79-8AAD-4386-AD54-C2FF93D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C06DB9-E826-4622-AB37-60AD7F86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910D14-0579-4170-891D-1EE7A769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0B9BD-2603-4DD2-9DB6-E11D973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479EDA-7558-4288-B301-631F151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8A5EF6-3214-4775-A2C5-C719E5A1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D9DD7B-EC36-43FB-A62B-EC930AA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8556D2-8E88-49E3-A47B-23DA285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F0EA6D-E88B-41D3-BC0F-57C3B748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114F5-F632-4E15-A2B9-8A6E1728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9C6F9C-8597-43E5-878E-DA46425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5C5AB8-43A6-4165-BA1C-468DC23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262450-363A-4866-B582-CD7E278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A51C18-5747-4DC7-89D2-8EE3AE9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EAC1C-F392-4291-B49D-D3A05AA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8A2B47-FF02-449C-9C85-8C50635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8D12BE-018E-4B1B-9C11-0589F02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E92A9C-D662-4350-B05D-52DED207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09F208-3002-4C20-AB1D-1DFB338B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B1E185-B26E-41D4-AD33-566E3F3E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F48A03-0FAF-4CA3-AD6C-7D96C76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BD11F1-F7A2-4D51-804A-2009B9CA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5F8C53-AB3C-484B-9F8D-A4A5C64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26DC61-2432-429E-88CF-7310355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E286B0-7FBC-413B-ADCD-3F9413C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1DCD42-4ED6-4956-950A-9AA1EABA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0D8E5D-9EF0-4F97-BCC5-C4E962DF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6DFE6E-825B-4109-B083-5FE1E6F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4B15F4-2BA7-4E82-B43B-B793B1D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DE59F6-C013-480E-97DE-1976B5B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8D946F-EA4D-4918-B2EF-B16BD8FD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AAABC1-4481-4E77-864E-6CC2BC0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A9DC39-9C41-408C-A4F6-582819C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04D359-461C-4025-8A23-C5B4B48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C89FEB-ABDA-4367-99C7-264D0EFE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5072EF4-CF9A-46E3-8A69-1A17EDB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559684-050B-4ECA-98EE-A243D7F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2CC7A4-ED2F-49A2-86CA-B328119F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6AA3E0-5CE5-4EB3-B7B7-D747C836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DE8C68-6D90-47D9-90B3-DE6C3A0C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9D5EB5-21E0-45DB-AC9F-A587B574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7ED816-1789-447F-8CA4-3C3274C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309085-E978-47C2-A12E-52D661E0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54977B-65F0-4F52-86BB-B77F094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8ACC2F-5FBF-40B5-81DF-6EF2F1E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253C31-43B8-41B4-84A1-E189C27A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3E4851-343C-473B-86F1-6DBF21C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52D95A-EAD4-4D53-8308-89E71C8F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F43D35-1645-474D-9514-C2F1BF5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8EB5F2D-5DB4-49DA-97DC-1AD4EAF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820D00-1016-44CB-8BF9-4F5AE73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E8A978-4A99-495A-A85A-51099665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0F362F7-CA0A-418B-8AF0-F573566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D31D96-260C-404F-804A-70C21358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F913277-DAE7-4084-ABD3-D389E9E6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4FAE38-97C8-4B69-999A-1C811A71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1B905-808E-45E5-886F-C852B98E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72473E-3FD2-476B-8920-2819429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42679D-3446-4D52-9EAA-FFD13A4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63F5A4-05CC-4D34-A67C-0DCDDEA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C96E64D-B315-4C2C-BD0E-403EAC24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2E1DD7D-1097-4579-B647-4E13B63E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CA49348-6B5A-41B1-9D6D-03BDC8D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CCCE4B-F329-4243-BE0C-2B4E9B2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017B104-57C6-4CEC-9EF8-368D6B4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6EE81A2-BDDF-4C49-81C1-BD0A6C2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70CD1E9-1441-4D29-AB28-51CCBB4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7EF2BD-8443-4573-AE59-0C205F8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D0893EE-847A-4D97-BE14-F540CB2A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B01A8D-4870-49E0-B3DB-82B3568C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35A5C1-EDB2-4DFC-9331-C5A1F743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7381A3B-7793-465C-A779-9941F27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436A9D9-E2CC-47C0-9DD8-978FCBD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8F9D2FE-19CC-4FC4-BFC2-4C45719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67237B2-94D0-4920-9FF9-7A17CA9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3619AF-B71B-451D-B7A9-6874556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AA70E1-0930-446F-BB17-5911B15A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6D67F7-35C9-41FD-ABF1-DDB0257B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9B54F95-2F09-466A-96F9-66D721DF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E5E3FA-DA79-4303-864A-F7615B0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1101393-3E21-4CAD-8BD2-3E65F39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8DA6801-EB43-40B8-A5C4-F9BFD50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BA01039-4413-47B3-958D-510C863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0F61662-6279-4F5B-A54E-1036FFEA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A10EAA2-0372-4350-89A1-41CA3A3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7375C4-698A-4F92-835D-1B0F756A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289466-9EC1-40C9-97EC-5D3CB9C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DC5387-4646-4C9E-864D-87D55812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DF4354E-EAD0-4F21-93D1-C69E1F3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D409D0-7620-4CD6-BAB2-5F7529B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D410B5D-F410-4D21-A3DE-5C99D348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2DA745-F06C-41F1-9592-61030E3D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9B96B3-08F5-4A5A-BB80-004A22DC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7CC4E42-ABEF-42B0-87B3-C577E69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820A4AC-3A35-4118-80CA-E7EF1C9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E9CC54-61A8-4661-8866-343A78F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BACF17-BDD2-4FE9-85C9-E96EAFC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AC82DE5-D768-46AE-AF72-FA54BBF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BB953A6-16F9-42B7-9E07-4713B870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1341BED-66EE-40BE-B1A8-60A4DCC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FCAD1CB-542C-4E00-B9DA-724693B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F46BF1-B979-4956-97A0-760C2A87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A5F1635-335B-4177-95F0-9AA249B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D1AAABE-EE8A-4F71-A55F-7AA638E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27794F8-6A1D-4175-A57B-CA81C4F2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71E9FC1-85E2-4C38-86B0-CC34134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917A585-4132-4A9A-BAB1-4AC384C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A3C277B-2EBF-47BF-8287-E85DA5E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E04388D-4C89-4683-B912-EDE8F2BF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472C7C6-51AC-4297-84E3-1F0832B6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BE900E8-3268-4785-9A3B-48E6E817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C72C5AD-C698-47D9-9FB3-17D01B91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B3BAD6F-C90D-4901-BDEF-F1E3030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7EF3383-9867-4288-B725-C71033D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36435E1-C8B1-4A6F-BDC2-2C60EEA7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29C8F0D-BF6D-4732-A2F9-AA06EDAD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6FD8694-62E8-4DBC-8454-9064B3EB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3A2EF9B-9BB3-4E19-B20A-65B249E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9FCA51A-3282-4EDE-A2E0-F7297AD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63B6CDF-39E0-4037-AE8F-1F676A8C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0B9B3F9-22D3-4F5C-9C4F-606F9A5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12A970F-B005-4F03-A347-3D26397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7D5AE3-AAA5-4D41-8E9C-A11D983F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1ED1D06-4099-452C-B30E-93DC70D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134A41E-5DED-4B96-B3CE-1131D20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3A29E23-1A08-4214-99BD-1676CD0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20EF51A-483D-4DF0-9E37-D5A785B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666B82E-B6B9-42E0-9D30-A81E377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20A3EF-C83E-42F8-B59E-37DAE44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F386672-0CA0-487E-BA52-CED6CC6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F8488C9-0F20-4ABD-8C7C-BBD1226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D7D79C6-5F08-462A-BC7D-938C2E2C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85F0EC2-A697-41E0-BC9D-0B1450D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86DB43B-35FB-4AD3-9867-FCDBECF2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974F806-861E-4CF5-8A20-66C6482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7B70297-69B8-43F8-97C9-71A05B2E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A0535B1-6049-42D0-96D9-5553370D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DAE5B3E-6350-4362-90AC-0D63ED4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A0B90E4-C9B4-4E52-82AA-CF0B215F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E7EC834-3BC3-4DEB-9116-B1525B9E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F4BA048-ADC8-4049-B7C2-357E35D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5FEE6984-EC52-436A-BFBC-F7027FA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4790829-E7AB-4C61-909B-537C6DD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B73F5F6-0AD1-4CAE-8763-54A20C3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3FDE533-C296-4B1A-BD9D-5C4DC50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32ABF56-5059-4CF2-A7BF-D038BB3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65A04B2-449B-4784-9521-55C5579B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B4DAC77-FBD2-4864-93CB-0C2EFD22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CDB244D-D184-473D-985F-E234EBA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DCE8E14-46F0-419F-9D66-35A88D5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91F7381-B2A4-43C6-9EC1-59B79A5B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95E255D-B8FD-47A3-B9C7-8449875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1782306-0295-44D2-899D-B9169E1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648255D-513A-4E1A-A0B1-F3A7F476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B60EA01-65E3-49CC-991B-77F19809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1FCD42C-F62E-4F8D-BF66-DFFCAB8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104DBBE-DF3E-4234-BE1F-A81BF77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CF502A8-36CC-451C-A4CE-399DC0E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28495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BD4B991-D54B-4BAB-ADA1-29DD277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A15DE-601E-475A-A596-38B7A723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AE97E-1A42-4479-884C-6F8CD02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7C003-D2F7-4B81-83A9-B5F942B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3472-4E08-459A-B3EE-38ABD0F5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DC82-F9B3-41C6-80A0-192BC42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07799-E060-4260-9395-A7A5302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AB899-5BDF-4827-82C2-A7E205C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5F6AE-EEB7-4159-8562-846D30B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5545-AC14-473D-8871-9390DB8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6FFE-0FBB-4217-B1EC-7DAB240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12B47-5961-4584-A837-24EE9AB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6C073-3A67-4365-915D-A9921DB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195E9-558A-42BA-AF0C-0E2322BA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9327C-5C7F-4C17-AAC1-31312C0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52269-5997-48B7-BC19-F822B1C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5A6FF-2CC2-4354-8BB6-B0FECBF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6D6E9-9FBE-4326-9887-0EAE1A06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DC6F2-C606-44AC-A998-CA59A44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BEAFE-4C55-4CD9-A30E-9D4BEC0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A9712-85EE-481A-9857-8953BB1F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B0439-0FB2-4B61-9FFF-33ECB50B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558B3-83C8-4298-B7F6-36055E9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90B8E-D96A-4171-853A-204A5A49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D25BF-CD56-4DE1-9D22-A89F5830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72562-1E82-4740-ABAC-47CCC79D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D6070-9102-4BD8-A2DF-2D48131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2FA79-947B-48C5-B657-3B15E5EE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9D7B0-2A05-443E-9B96-80B98BE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969F0-AB2F-4060-BB7F-D02445BB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92B2F-9EB6-48AA-8320-2D18465F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23C1F-2F53-4CEF-9050-4A52267A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6C5E6-D1F8-4268-9551-12136085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62F3EF-35DB-41A6-B328-D89A291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1EA48-B0BB-48C5-BBD4-FEBFB905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90187-AC81-4C12-A37B-DB7B2F7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D11094-2535-491A-B7EC-C74C5CF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0FA836-0C29-48E1-AE70-8B52B424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AC9D0-1F8D-40E4-A9F2-07AF5B9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006893-F3D1-4E1B-B7DE-A7BA82F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B3DCD0-A953-4D35-A64D-409B9A8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A832D2-7C03-42C1-B2FA-1648ACDA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133192-45EC-475B-A3B0-7D8BCB03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E4148F-29DA-4737-9695-0658800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8056B7-AAD9-47B7-9D85-9454A9A9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E294BF-93CC-4BE2-AE1D-955EF3A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007CFB-F463-42A2-AF36-D11E3DFD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DFC1CD-D3BC-4849-BBE4-3294D56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18C41E-E0E6-4354-89CC-D13C662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451164-2043-4ECC-9C8A-ECF2CDF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B05539-C96D-4873-BE32-637F89C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1A0E93-DD95-47E5-B1FE-1E011EDB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ED7C38-10CB-4342-810C-4B4D5650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3B14D3-3281-41D5-B5E3-D066014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DD78E0-E8F5-4C1E-ADC7-BB42444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5CBE9D-AB5C-4AA3-8599-7ABC9C5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226B18-46F3-4245-941A-922473FA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C583A9-FE25-4769-B265-E92824A8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0C5D9F-3D2C-402E-B53E-934FCC77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072A82-5B4D-47C4-8974-1654A66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593D2E-BA92-4D56-8E02-47B8C08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1DA547-2116-4FD3-ADE3-60E7243E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1DADA1-6568-47AB-BBAF-9C156EDB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624D79-0A37-46CF-B17D-BA76B961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AF5074-3EED-42F5-A8F1-68A8485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99D627-7267-4B5F-B959-E1BACF6D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298128-C027-4C40-B17C-9DFB7AC2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448D8E-54F9-4555-94D9-FE6FFDA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A2EF3E-BD4A-4B2C-8F65-E943DD0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391E0D-9340-479D-BA28-DABFE08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D845EA-1B85-41A2-A16D-77A9E39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38E594-788A-48AA-B132-CA868AF1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BBCBB5-52D2-4754-892F-A2950D7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3895910-25C6-4C65-932A-694D9292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A6DC05-8939-4869-8878-082324CA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7F55BB-691B-4104-8504-CC380ED0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7534F49-5AF6-410B-84D4-03A85C54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DB936F-D76C-49F7-8065-9EA2EB11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AA1C74-23ED-4D26-AB19-17026927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663721-B676-48DC-933E-7804839D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D39ACC-9144-43E0-811E-33C564BB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619D6B-4D1C-4CCC-A456-581C5DE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0538ED-1C8B-4303-AF90-F432032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A77CE1-7331-401F-A362-50DAFCA0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F4CB18-AC0F-48BB-AC72-447B563F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F0C1883-2A2D-4082-BD3D-FC8E4D0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1F1D36-56D1-4FCC-84C8-5AA1B9B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0D0213D-CDA7-4145-9F5E-58A7DBE3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2B6311-535E-4081-A197-642D6B3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028F7D-6BAB-4882-B5CE-F2FDAD8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5DACA79-A5D7-4B76-8496-578EEEB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0F34EDA-2F94-4C18-97FA-D95B422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8A877C-B07E-423F-8847-07FA021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326086-654E-42A4-BC88-E0991135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EE25472-573E-479A-A85F-DD709DF5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6EBD713-530E-4649-BBD5-1CAEE9F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ECB238-9D1B-4B86-ACD3-5D321D49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6D576B-41EE-4BA2-9570-D347E01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5F8181-5959-4E72-98D8-F574DC9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04E6E7-725F-47D9-89AC-66765783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492503-3887-4B34-8656-CAC2AD28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91EB98-9468-4C02-84FC-EE3E1CC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29DFF6-0CE8-43BC-A55F-493F90E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34C3C9-A3CB-4E6E-B036-F649A5F5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356DCF-BB6A-4955-A90C-40BC96A3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1BFCB78-E3F2-4446-8469-52FB8F1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F845B72-D04F-4CD3-BFA7-9BADEE2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A573DB-3153-4A45-B475-00D876C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44FB64-F0A6-4571-9DAC-7A7DAD1B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5317DC-2513-4A9C-9E8E-17F89A5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E0DE5E0-FFBF-4A5F-82C9-3A24898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995889-E7CC-413D-9C2D-8D9C610D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7CAB254-5E11-4B52-A6D0-042E52E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23E6665-8BC5-4750-9CF0-35EA7CC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059667-1E00-4E28-AAF4-6D2B1AC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2E0A36-AB96-4BD4-A4CB-7C6F682E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D7531A-07D9-4B3F-AB09-ED6A9E7A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436F9B-5661-4165-BCC1-C96C8D79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282DC4E-9DD7-4C4E-AE5B-52F4AAA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9824240-D64E-4628-A0E2-85D53C8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32667E-A2AC-42C8-B809-DA087945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B2A20E-5E66-46D6-BA3A-F9D650B5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58B6AA-47B7-41B9-B5B2-812740A7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D837A53-6664-4683-80FC-FA47AF0E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DB5F78F-CA98-4B85-A18A-D19156D1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EE24F9C-60FF-44B5-8268-6F084A34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964257F-66DA-41A3-9757-2EC35C5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62B225A-9025-42F8-8AC1-12297CF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AE4E1A-FD91-491F-9047-0B3CDB9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4F1EF0F-AF61-4E06-81EE-500EA7E5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91C761-3306-439D-830C-7FB806F5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321F82C-A9A2-4C45-9BA8-63FAE8C1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21B12CE-55FB-4755-ADBA-A9A8ED3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34B8CCF-72AB-4063-BF16-F54BA613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DFA10F-298F-48AB-A3A4-EA0B972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6854FD0-873F-4CB5-9C5D-FFCAA8E1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6040699-D6EB-47E9-8F00-8BF49F4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CF06F7D-E897-4C99-A6FB-793F3C5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F5246D0-C684-40D6-8A35-31FCE10E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8FBF34B-5B1A-47A9-8C8B-32736C3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14FCAD3-1E9E-41B5-BF36-4B7B40CF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3B81210-D092-4232-8469-4121AE3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D88E7BF-C03A-498A-BA39-A857E4FB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9FB3F6D-1C84-463B-87BF-77A6238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0A5DF69-C747-4CCC-B5F8-8099E2D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CC7A0B9-A92D-40D6-AD5C-B653A8B0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56806BB-3543-4C23-8D55-57B80E20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8850A62-A065-48DB-B7D0-20951E9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5F7D29-9564-4F39-9B60-BDE67020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73218E6-0276-40C3-8186-54654B5A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D89566A-D9BE-41A2-BFCB-445680F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6C21E70-3F62-435C-95FC-FB07C2D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6E9AE7D-69B8-4C2E-A2BF-20A3F05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67C9984-FA35-4390-B4EA-E5B7652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E518FEC-7F99-4B9B-A868-1BAB47A6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D2BA745-3098-48FB-8A87-F5B7B10E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37512D8-738D-40D1-A636-904AC10E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9309509-2C63-423A-B0AD-D513201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8DA9C97-0C7C-4DF4-83F3-4B512AA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3DC98F0-F0FE-45E3-8238-B6A2935C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9F6559A-C7E5-4EFF-9164-606BD4EE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489C1A5-5E45-41A6-8014-4DC0ED4B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EBFF149-322C-45DD-8CA5-25BCD5BD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2850D14-A378-49CF-B409-21BEE7C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3E0D3E6-669C-4649-973C-E9DDF37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10BD3E3-B64E-4082-9A76-0A4B1189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EE43568-5FCD-4DF4-B982-20AEB01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B821E99-4E4B-49BE-B072-3533059E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6B6535F-1EAA-4CB9-9E36-3F8D3C83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17293D2-31D3-4857-991F-80CDD44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7FCC355-CF7A-4AAC-B535-B9211952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3552633-BDF3-4F49-8124-1E500495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0963312-A880-4DA1-86B7-8D236F10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7B245A5-C7CE-4FFE-ADFA-A9B6B87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4E3D5B5-E5D1-4B81-8A31-C1F1215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62D9D96-7856-4FC7-A21C-6C65D3A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92C33F7-1D24-4B6E-A4C9-AD05465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1A7351B-1359-417D-ADC6-86A0D0E8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12A7589-402A-48C1-8839-1580C81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499168B-FCB4-41FC-8AEF-7F179757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8B2CF3F-AA28-407B-907F-D67DA2B9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A6EE091-A065-435D-9131-A3F010B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11C9848-0BE5-4E3A-ACEF-9B421A2C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FDCDABD-380D-4647-A89E-92C307B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F81CFBA-4B08-4E2A-B05F-3B4E797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70182CD-463D-4795-80BB-78AFF62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841C9FC-DF14-4761-8085-BED9CEF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88A08B4-6769-4AB6-A73F-6B34781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FDD55DA-B5F3-4A84-85FE-4B4B7CC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BCAAE64-0C6C-44E9-A47B-2280F00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BA46981-A03D-4BBC-9ADA-75872D9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6F45561-312C-4465-87D4-E752EA66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3BF9F40-0AA4-4CBB-91A3-037625DB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3BB05FE-0A2D-4724-96BE-87458AF3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86228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D41D9AD-E5A6-476E-8B5C-7EB17E96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E92EB-69AD-4248-BEDD-52663596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6808F-78F6-4009-81AD-632068B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55F73-AA24-4219-804B-FA2CFFF7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78C75-9DFE-4A7B-8B18-F6D5862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B3CD7-776B-4C3B-9870-8C6D855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2DDB7-2798-4B10-BA35-933CDBF9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27916-2CC2-41FE-99DD-6B1CA26A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C3612-B843-4A5B-9583-A0B8BAA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75C0E-A711-4F2A-8895-85BF21B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2C27-F4D0-4A8B-B9F4-D8C340CA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329A6-DA19-4437-BBF9-4A15FCAD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FB0F2-AE97-466E-B318-1AEBBCA9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14FB1-038A-4369-88C2-8D94244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72F68-2D66-40AA-9B36-32AE4ED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604DF-B1C1-4B2B-9367-EFB7487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15C0F-D563-4330-9BF0-EF0EFD0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96F8A-3584-4E85-A69A-25A302D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DEBB5-5B63-4040-A224-498E986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5A9ED-3853-4053-AED4-CFDAF5D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C364C-749A-438A-B27B-7E1F03D9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56F10-0B44-43DF-A72C-023125C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CD8CA-1646-47A9-81D7-708E8A9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025D4-C91A-4357-9891-9FF120A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289EA-5347-4E83-86DC-D3370AD0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C15E6-2C81-4670-9F25-5CB9271E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6EB99-5800-4B5E-BB17-8E60284A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4D0DF-03C6-4AD5-80EE-B6B3BE45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5ABD1-E542-4A0B-8326-8B3544A4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C2720-27B4-41C1-B821-2AFBA13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CAAD5-B0E3-48E8-9CE3-C6FA00D7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653596-6135-4B79-8519-6B25D3EE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64375C-E96E-4C3E-886B-1EF9CAE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61E61-9BE6-4F16-886A-2F3F1777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F13F40-1A03-4D98-B065-AEBACC2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E31FC-99B4-4494-94AA-48AE79F2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4364E8-6273-4618-A873-CA3DBD7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07F390-4BBD-4750-BDF9-C46251C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DE5DDB-27DD-4F9F-92A1-8306696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2811F2-ADF9-4486-9581-09450956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CC7E6B-7CDD-4699-B3A2-FF2BECA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6CB476-E2B3-4DB4-9A07-C517B4B0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9AD933-9F43-42AB-A45E-CA06CF1C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6F7FD3-D529-4B6E-8A3F-73311A2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92624-4404-4347-9837-701A070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B2E6C4-BC0B-467D-80E5-1CFFD2F5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789E8951-E8B1-42AB-8C8A-8B1634E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34BA43-DF5E-40BD-ACDD-11DF379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323D17-CF8D-4835-8EEB-76A3F9DA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AD79D7-59AE-4D6F-8CE0-B7770F0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7D1CCF-5C32-44E3-A554-7EE43A9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F423D4-5525-402C-81B1-0900641B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CCF6E2-A141-46A7-8BBB-E85171F1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86B35C-4F2D-494E-A815-6C6C13E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EF137B-0905-4C80-B997-F99A13FE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C5443869-868C-420D-8439-3932FEC2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D76585-0738-4337-B905-A7A2125F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674868-1290-489D-8122-76D37704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867548-3AC6-416B-A296-50252A9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54312C-418D-4BAE-A188-D6B0C13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56AF3E-5612-4A39-A4C7-04BB8A2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6BDE21-0306-4A31-8CB6-85F45EC6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7CB15D19-9BCC-4B98-8DCB-56BD2FE1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DFE1D6-6430-4BA5-871E-F8AAE75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65E5AF-DBC3-4805-8B9E-2028A86A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AD5393-2480-452C-9B1B-51D3757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FD20A-95E7-40EF-94BE-65568F1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91BD82-8325-40BF-AC46-089E7008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DCD027-C266-4025-A2FE-10D3E3B0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7D7C9BB3-21E3-4F5F-AD22-2F36A3B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7BA3A0-8257-431B-8A26-5784A6A6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1804C2-50DB-4A3A-8CC9-557A1AD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7E61F8-93B8-4CA9-8DCD-1489FEBE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40D40C-C426-450A-A219-A838C8F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349982-E941-43AF-A896-1EDC0B1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CCB444-9EB0-4C09-86F0-78ADDD4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6A3ECE-7B14-4898-89CC-436821A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D8FF14-596A-421F-888D-CE238F6E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C197F391-ED10-4678-B7DA-14C3F77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259B3C-1CA8-4197-A603-263FC24E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07877BC-F41F-457C-A78E-AFA971D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6C9E67-684B-4FC9-B595-941C2A9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12511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628CB15-96CD-4164-A7CF-1F9B4456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2B4B7-506B-42C3-A5C9-47B7BA54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9C09F-4E3B-4D2F-9CDC-CB45590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0E163-F05F-4621-BA3F-08E4781F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D158-CAE8-4C42-801B-E19C7F4C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C0722-3097-4840-BABF-503BF7E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C3C63-B339-4102-9989-4E55CCE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5E412-FBEC-4A78-AF3A-E53DC6B3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D9F38-A10B-4AE3-8775-DFE8A3C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22DAD-1E7F-42B5-A463-D6A3764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D1E81-8A09-41C8-AFFC-497C4E03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CD1BC-6824-4894-A052-8F4DE10C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C123C-6877-4677-B5DC-D050CE1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7C2F0-106F-4337-9EF2-CE168107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C0C4-233F-4429-A3C3-C628D69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9DC2C-98E0-44E4-BD3C-62A9618C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1BCD0-B272-4923-9AE4-41DF2F6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AC68D-3EB4-49CC-8E58-191A725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EC600-80B2-4CC6-8B09-DB69967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8D3F9-7B77-47FC-8FC1-13928A6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60C99-161C-423F-B822-96870B27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2DDE8-9AC3-4778-968D-DDDF4D3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DD8BF-E62C-4EB8-AB6F-DA62123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30FE3-276B-4A7E-9447-0F8B6B2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2EB02-2D54-4EE1-B7FA-D9DDFDA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1E26A-9B1A-451D-89AA-B765EB0F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86D04-9B80-4EB2-90FD-D8634A1D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D3FB0-B49F-4B5A-A079-10B4C1EE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FC22E-66BD-4B5E-A878-585D750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D6599-093D-4888-8124-8692FC38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835E6-7172-4207-8F1E-4F93AE5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743DC-A41D-4BED-B9B4-430FEBE3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A8D6B5-036F-4216-BBBD-76A61DB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32626-322F-4FDC-A62F-BF43AF05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F2C7E-ACA2-4588-882D-C8B0812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F2181D-5E00-42B4-8693-34267A7B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610BE-C7E4-4210-863C-3FB7EDB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D5C2C5-F712-417F-97C5-9FDEC4AB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5C5AC4-328C-4CB6-AC96-D60DE463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D97B52-B57E-4AAC-B9BB-83E5102A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154D4D-7DD0-4C87-9523-8384396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FA90A-0698-499F-A345-6406221D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704EF9-92B4-4F82-9D49-B812BA60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40441F-EFB6-4ADD-95C0-9CD4A095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EE7E6C-CC55-4745-B201-5A6CA01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3B62C4-16B4-45BD-8915-D9EA725C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BD3F9C-ED09-4B1C-AF83-A2A2C00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9D768B66-D332-4ED9-8356-F1DDD344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347B4D-A8D3-4B88-A827-D77B802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A363FE-E67A-451C-BC35-9CEA455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774919-E706-41BE-86A0-FF9906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846AAB-9371-4B2C-AF60-9D94C37F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857E84-7042-4ADD-8E54-8613C43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54483D-87D9-4793-88B5-E66178E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4FEE5A-CA6A-4619-BE46-E41587B4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B7326A-0EAF-4A29-9AE8-C143AC8F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6BD44489-DCB8-4EF6-B407-7726B33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47728A-7D71-43F8-952F-00C150D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E3D416-AE36-4696-90B6-8A6BBB73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84403B-8103-4889-8FF9-30FBC402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94F572-7E19-4FDA-91B8-AED50F48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7FE04F-022F-491B-B0B2-726D1B9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0222B8-6BC0-46FE-A6D8-73BC4A52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BE7A4034-B6F5-4EF8-96AD-ECF19F43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0FDA21-D7DC-4D4A-883A-44E83B3E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E03F05-492E-4EEF-B037-5EBB07EC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F2E576-3C72-4E29-998E-887BAAD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A1CB70-9832-44D1-89C6-7EB0AA9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6DADF0-1C4A-4F78-98A5-7B479C0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20E073-10DF-40AB-82B9-9818387E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A34FB9D1-C073-4831-A814-1BC8556D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F22C5C-7122-4BC7-83A6-BE37D4E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A15A0E-D5A4-4E5B-A21E-A5AA536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727C3F-1F54-42BB-8A5F-854FA76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244D10-67AA-413A-BC13-265B863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C40FB7-D550-48DC-89EB-B073763C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186882-27CD-481D-A444-1B8557C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AAA41A-F03D-4928-90ED-1B4E7FC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0515F4-5D9E-405A-B3BE-B8D40E5E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DBC79D1F-9F9C-4A15-A885-CE21D47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6C0F06-2E66-461D-BBAD-1F0F704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1BC40F-C7F6-47FF-AE61-D92FECB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ED22B4-7ABD-420E-809E-05CB6DC0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28138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09A3A7-97DB-4E2E-9CCD-4529BD9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4274F-8C1C-4010-8E28-F09AB81F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2AAAD-1BB4-454A-80AE-3F7AE6C3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207D0-2F5B-4B81-B240-E32572A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5AC0B-1254-4315-9FE2-B3C3465C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663CC-3ECA-4C67-9EB2-FFDFAD5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EEC04-7999-42C5-9E09-638502C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C90F1-602F-4B9E-8812-0BBC935A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8B0BB-FA99-40DC-BB83-2B1668D0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873BF-E88C-44F8-B749-69354E3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847A6-937A-4B1D-ACEF-293F3E01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59C2F-91D6-4A0E-B250-79DBCF66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F0B4-CF12-4BC9-8EDD-7C1ACAE7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DBACD-1CAC-463B-B3F1-A384311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EF671-A17D-4E8D-9EF2-BEDB786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F7CDB-C4A1-4600-A817-6B05D621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DF49F-BF1F-4EBF-A87A-C5058317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604C0-82EF-43B5-B725-E6D832F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7B153-984B-4985-AF1C-9BF872F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056F5-3660-402F-A19B-945CEC2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64140-D2E7-42B4-82A6-986C0220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34BC1-514B-47B1-B958-6F4CE5B3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82BF6-0F72-49FF-8C2E-E419D421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F22A6-7A46-4F91-8C78-6C0B7D51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37837-90C4-4F36-B4E7-A041338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793A8-5B67-4B18-B747-CC34A0E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777FD-1B1D-4008-8940-9CAE7A8D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C9744-E2CE-498F-A52E-8C877AFB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9F403-7E2E-43F9-9FC0-FDDC3937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ECE7F-7A1B-475D-A8F1-5CB2EB9D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32D493-919A-42BF-8E46-7B734B22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62E19C-1A5A-469F-BB04-E40930B4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438AB-2CDE-47E5-A791-6F79D14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39A21-749C-4961-BC0C-0A65F16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CA8C2D-5B90-4111-BEA7-6FF2DF6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A70A73-EA29-4C3C-9F7A-2187A85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A9F917-1A5C-4460-B547-11C55DE5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F3905D-697D-42DB-92EF-AC57DA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593795-5267-429A-AB6E-218EEFE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1C87B0-7072-4BC0-AC0C-519604C1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406F28-33AA-4872-A4A2-F0D4298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92C0CF-648F-488D-B97E-FD07A1B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086E1E-18AE-4404-961C-5E12DC8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55789D-46F5-4C5B-8F21-56264D1D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B24980-4F3F-4D17-91C4-87B1B30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0D1812-82E8-4D6B-BCF4-DDF9163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B0561115-65E4-4349-89B7-91E087A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4F2C7B-9AAF-4F79-B896-D297549F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26E5A7-EC6A-4E48-B354-D2E3E49E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98D066-6991-44B5-BF73-C28D3B14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40D5A6-0533-4731-95F8-93C891A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F81C5A-8F2A-4CE0-BEA3-833C11F2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841292-887E-4655-8CA8-15DAE4AA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79BA74-F247-497A-8E4B-81DB8FE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9AE13D-8FEA-4466-91FD-E739ECE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2E3CF849-22FC-4065-BC86-BBD93768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626EED-D2EB-45C2-B796-AC0170C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5A121A-ED8C-4CCC-A9DE-7D12788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51C7D7-67CF-4AC7-9E2A-2158C7B6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224B15-4303-4FF9-B60C-90C1474B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4921ED-0E16-41E8-8CFA-84690ED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661928-42B6-4CA4-AAEC-C1CF2DE0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D1328621-B000-4AAD-81EB-6DB8083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AD8922-2DD7-4948-BBCA-DEACF4E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D3B1EE-6EF5-411C-B57A-3E1DDD06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E73DD0-04BF-4097-A335-8BEB2534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38549B-03CC-4B3D-925A-7A218190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2B9BEF-1C1B-4041-9D55-F822E34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CF7118-56BB-435F-8FBA-EC57CA9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58B3222B-CE25-42A9-AF10-F9976C39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75ACBE-967F-474C-A590-49B9FFC5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267010-7ACA-46B3-B29A-DC818B44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8E1D2B-0B2A-4BD7-8526-070AA35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E20964-D0E1-40FB-BBC6-BD2A165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30C48A-A94F-4ACE-B2FF-D8C6DED5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F16799-C866-4A06-BD51-68AD25F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F41C59-63DA-4744-8F2A-04B00789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29A170-5D09-491D-9EED-67C31A41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C3F30462-BC67-4987-ACD9-8A12ED5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8EF25DA-2A60-4390-87B6-456898A4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74D894-F242-44EE-BB54-8873343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35588C-05FC-4FE1-9EBF-9C3CA8B1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4562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D044F49-F286-4B8F-AE7D-EB3E65E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4E50E-6D53-4891-9919-9ECAFD87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EB427-4DB1-45BD-BC89-ADC6DB4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9703-4174-4B8A-9929-C6DD457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171E2-F9D5-46A2-8573-60946BD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F5B21-14F2-4422-80B5-45AC9B1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025C8-2746-4E86-8AEA-54C43B8C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6A1AC-7D9D-4E27-BFAB-1541042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B71B-4AC7-425E-9056-0FE07896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23008-E1F3-4787-A462-3B6250A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E077A-190A-4149-9B17-C593EA80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AC105-16D4-439E-9B1E-0C02769B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14496-138E-4026-8CB2-5476DB4B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78CF7-03B2-4D90-AB61-18806B39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D3A57-74C6-47B3-A1D8-F652CE1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FA7A5-35B6-4A15-B611-AF76FA0E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AD152-833E-4C96-9D6A-C68E393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76280-CAA8-4FF3-BDEA-0D4F57A9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2255C-A31B-4847-B07A-D63BFE1F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96F6E-F2D3-4B10-83A2-CB98AC0D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5069C-4313-40A3-9B77-1C3B459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FB446-78DD-47C2-9AD9-E300174E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CD1A3-BBB7-4FA9-B870-409B8F4E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AE515-0C29-45AA-B238-1B751C7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71646-4A41-4942-A32F-3A456E3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3C66C-FFAD-4CA2-BD8D-52F489B9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104AF0-8BBE-452E-900E-8FC8C0DD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36F98-79E8-47E8-A82D-93DAB05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677E5-BC2A-4F5B-948B-7AB88F6B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72385-6D2F-4DE4-ADF3-9A009F3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0D4D2-3201-497F-9630-90134702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5C1B6D-9C72-422F-B126-3A1F7A30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C754D-418D-423E-9145-8EA3B35B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ED0CD-D6C6-43C5-9A82-D1FF917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28DC69-2048-4869-BC6B-A2E62A7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5F7E39-15DC-4063-A977-86FD0599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3B062-025C-4154-B805-79C2E260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E93FAC-DEE1-438D-BF98-FDFE4B60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7B5825-86AA-4AC0-A8FC-3B7BC15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03E8B4-EECB-4935-9A22-688F66CC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4A751C-256B-469E-ABCD-5D77F72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0391D8-DAF1-4323-81E1-B1C88837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AAB65C-139F-4E1D-93F3-3272558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154274-340E-4366-A263-2CF5E001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5979B4-0E77-40D3-BF6D-864FD4FC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4743CF-87A4-4A25-B537-4405068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CE6B99-76EC-4B9F-99E1-1EA791A8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F29C1CA8-CD26-4159-9BC1-664EF625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25FD29-07AD-4122-AC26-C29183E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A8E691-B012-4375-9C65-C5551E4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D2B428-5381-4642-B8CA-43A0110B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302BEC-3205-455C-A935-A2EC0ADC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8CE302-4F0C-4B13-99E3-065E45E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90A9A3-40D5-4013-9E47-75C8A1E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9D1E84-3508-4515-8B16-0E62315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AD98DF-2773-4006-911F-334A5FE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D5B33CBF-B523-4460-AE6F-589038D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E5A2A0-25C7-4F07-B272-7A5A046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46ADCA-55D3-49AA-A7AF-138A587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3908D1-717A-4E81-9F72-E47AEF8A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C84206-B64D-42F1-8846-73EFFB05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7D3E72-A12A-4CFE-9AC1-ED710F02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A0672E-A3FD-4DC7-8EE1-673B747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3DCF478A-7552-4E1B-8A3D-913E588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840556-2213-41CB-923F-51565E7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824F30-6397-4632-8634-2DD1996F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526C00-CA98-44ED-AD0C-DE672E0A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FE56AD-94D1-4555-81C9-61F083B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09DF4D-685D-4D55-9807-7285C95A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09A3FE-66FD-4F08-99FC-6F4C993B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D901D87E-D66D-4A2A-A219-2315FB9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518C60-501C-4B39-A7D2-E971CAD4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287EE4-C611-494E-A0FF-5F543626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280431-7639-483B-992D-801854C4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33A2AB-2697-4CCB-98B9-749EECB7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062222-5B01-4ECF-81E2-0CAED68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28A133-68F9-498A-9A7D-E9B4BEF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35C85A-5569-47EF-B81C-D191603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4E5C1B-B835-43E6-BEBD-3E8D049C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FE34808B-C8AF-4CC8-8A4F-E225B5A9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7E87FA-F60A-4997-963F-D297FF4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9C0BC7-8B53-435C-9EF9-89696BB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B846E5-0969-4C9C-8F2C-D9C6D9E8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82158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AACA1E7-A73B-4DD5-9D46-076BD3B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AA78B-4089-4485-AE55-CBE6E71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6EB8-C5A6-4810-8CF8-F6FAFA2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510D1-E121-46C0-B091-D404CA5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42B34-8C06-4D46-B111-DAEAB12B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DEA94-F751-4D52-89D3-51196CEE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AD65-C14A-45CC-857E-26925A4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E9C0E-D2DC-4106-AC1F-ED9E758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46B0F-951A-4367-B4B4-CD64A163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6C1F6-9E16-49EE-BB03-5958BCB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C6A38-CBEB-41C3-8F8A-85327D1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6E5F6-3043-4272-A131-DE2BBD07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D5344-038C-4A26-B63A-78906B92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B540F-D32A-4F5E-9D99-42BBEA99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E270B-538E-4692-9F90-091DA12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F417A-659F-434A-B485-AA64A20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26F99-135F-42CF-B969-CEA440E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9666F-554A-4181-83EF-4870E7F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6A584-D8AB-4859-868F-F3F3ABEF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5E554-F9F4-4CFA-BE03-B84C21C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B012C-3765-4D36-92DA-58CF4E2F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CF9FD-E63C-494E-85A7-EAD9AD9C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64852-3C84-4ADF-8AAC-29F3E769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0A2BC-C966-4E78-883F-DE245A7B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4D021-ECB4-47D8-BA38-4D96DC4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7815E-A811-4F50-ADA6-14F576E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C9954-D7E0-4908-84D1-B8B25A5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7E2533-D010-402A-8281-F20BB87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2093C-BB96-404F-8AFB-7EC61E6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3733C-B4B1-4BAA-A50A-BB8A9E13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8B652-7C2A-4E36-A315-699A2C0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82EFA-8B25-475D-A993-484F8E3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48D86-40C9-4643-B3F6-231F301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13C276-7637-4C2F-B4CE-3D55EEE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BF45BD-D653-478D-ADB5-FDE5DD1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88EA2B-E8D8-4BB7-BA5D-B5E15D4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9910BF-72FB-4DDA-89BD-0722E947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7E6DE7-6D54-4DFE-989F-0390243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E5C4CA-B7E3-4A17-9BED-EB5EB00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ECFC9E-9C30-4036-A69E-2254893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9EFFD8-781D-4DD1-9262-A1C3F25A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770E47-A1ED-482F-8DD4-BDEB989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E9842-A91E-4A15-8280-1AB316D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7A8744-2880-4AB6-B545-9DFCD31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C7709D-1DF1-4F56-B17E-CB52EF8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5D162-D7B5-4D3A-A150-DA3DA56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DFAF22-DCA3-4E87-9DD9-67503A2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4E1204BB-B073-4983-B090-C0EC5B37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65E3E2-934F-4165-856C-434585A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A8C80B-5DA1-44BF-A3EB-8B81C088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BEDB3C-965E-4FAB-8EA4-A49D9E74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AD255A-F444-4D82-AC50-BDC5792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85DFD1-5F43-458E-BC51-2217310F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33B0EF-E16A-4BB5-8185-365857AD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B439E2-1318-4AD7-A884-380C319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77F49E-22D9-43B9-A8CF-CB67354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699F1579-B527-4D23-BD00-F1B6BA5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7AF0CC-F0F8-4DA3-8F01-5B58462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62EBB2-D8B2-4FC9-A47E-5A9F7F6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6734C3-62E3-42E9-8805-11D7CE5D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E31903-C0CA-4F0E-8E08-F622ED21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9A9872-09A2-4C66-B8FE-8D95DC32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E8CB36-EF45-4892-80B6-1885CBF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0E0F314F-A170-4501-BD2C-B75A690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A5E810-31B3-4981-9E74-4C326639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879C18-D986-406B-8A64-D48F9F5D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EC60BB-9BF3-4AE3-9A3D-E5046A8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72C6AF-34B6-4B81-863F-40CE476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F5F268-B8A5-4708-9973-4C42487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FD7FDEB-E0BF-4BD0-8878-019A105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2A0B394D-C48E-4E6F-A0D8-2549F3B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C46657-A11A-4561-BB56-D0FD64D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56C279-26DD-4583-825C-BE5B20D2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C28C44-A32F-4820-96D2-B8B795FD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CF2107-25F5-4133-ACD0-964D5B26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23D4E2-64EA-4B26-8870-FB3B6FF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4FE564-930C-48A8-B2EC-B13AB76E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C415E8-79A6-476C-AB5F-3BEAD887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681AB5-D893-4F9F-B344-6D49D1D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11699F2C-665B-402E-8315-01C94B6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07BD27-E0A1-4C8E-BDEA-73A60803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73625A-B005-4E5E-AB7A-A9BBA9C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83F597-159B-41B3-8353-AB6C2E2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03747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C1E365D-AA4E-4953-AE08-F04885A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2DE46-5B56-4861-A6D6-5327F800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4CDBE-FB25-4EF9-8E15-EBC048C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A1688-377F-4ECC-B4E3-D585C884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A97A-E70B-4480-A444-D203B5FA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5E11F-7375-47EC-B8C1-20C5AEC9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2628D-A3FD-40A2-8D09-A520D86E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5487C-59B7-4F53-9F8E-F404A3F4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FA5B5-A67A-44B9-882F-EEC8CED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F8B9D-237E-4B3D-8A18-6BEE535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C7485-46E8-41A7-B441-DAF65003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1CC0F-BF7C-4077-9E1C-DE74E935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87519-4FED-4661-8F6A-6777F27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CA36D-1990-4ABE-8087-09DBA6F6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D5C2C-99A4-488C-8BA0-2BABEBE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C5EBE-9576-4B1E-83E6-3D800D8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80F7C-B08E-4A9E-8CB6-E0578A6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8E191-754D-4BD2-8107-B0160F7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4F1E5-A594-4A29-9216-552359F5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701C3-FA88-4FA9-BE91-332167F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B3DAF-A94E-4673-B551-DD2DBD7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2FB3D-B1CC-4D5D-85D0-1DB6C61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823AE-0017-4AF5-B5FB-A1D88A3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457B6-0B99-4410-9CBA-95B8F6E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445F4-5B53-43D7-B12B-721D5F1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829F7-79DF-4D9E-993D-CFFF254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F26C3-C125-4C87-971C-2A1EFC79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4038D-B881-41CF-8444-17A11C3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93DF9-9B6C-4204-A044-AA02CE9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20D8C-DBB0-44B1-B315-897FFAA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92816-6FF6-4B2E-9D3E-3EFFC70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97A8E-E54A-42B5-BDF8-6A811542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AE5B2-537D-4395-BB2B-FFA3CEF1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71B7F5-36C8-4A1B-AFFB-B91F0A35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E2B54-A98B-4D49-A608-C21C5ED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C16361-5033-4590-A9D9-11A30D7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CAD906-D17D-47D4-86F9-EF9F102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61659-0B53-43AB-91F0-6F80013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54DF8-A6EB-4DA5-BBA8-1274235A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424777-B333-4E6A-9019-75779C1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ABD2E4-FE86-4CB3-93FC-8C94B0F9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37A3D1-A98F-4A8F-A8BF-C7499580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DDB7E-8408-40D4-8609-238353B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C84BC0-3749-4F9C-9830-9552B4D6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44ED2AC9-91FF-48E8-9CA3-D15FF41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238840-EFD3-4943-AE5E-41170812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FDAE22-0575-4590-A2BE-447AF6E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7F1304-DF82-4772-9E28-6953FA4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A95C0F-5B4A-4532-8E9E-A3EFEDC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3B0ECE-9047-4A08-8A7F-1A48F59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903EF7-B3E3-44D5-9970-ED35125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AB5B8A-E101-4BEC-815B-FC01E52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5B1B63-E031-4C5C-B035-EBC69E2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C030D391-20F3-49D0-B2B8-30D1AEE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D62D5E-593D-4A1D-8D3F-3DDB3BE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F3E5B1-87B5-4DFF-B859-2E1B7CA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67DA9F-5F61-4CAD-86FA-7E468EFD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44479D-C0AD-432A-9A33-B43431E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83A974-3CCA-48C8-A595-3184FE3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AD28E8-B5BB-43E9-94D5-13197AFB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Oposición">
            <a:extLst xmlns:a="http://schemas.openxmlformats.org/drawingml/2006/main">
              <a:ext uri="{FF2B5EF4-FFF2-40B4-BE49-F238E27FC236}">
                <a16:creationId xmlns:a16="http://schemas.microsoft.com/office/drawing/2014/main" id="{B3479148-7ED9-405F-BEDC-F0651A62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4D72FE-3835-4205-843C-B217A27E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E36ABC-0FB8-4F2A-837F-B5FBB4B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E0AEA0-C61D-4883-B421-91E062E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4DE43B-8091-476B-9999-987EB06D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F86A5B-33CE-4FB5-AD86-34BB3D8B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BBF1548-259A-44D3-9CC5-ECB7122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1A8CA0F3-71B4-4803-A982-BE03A49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B519B3-7937-48B1-B785-05A6DF2E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81008F-7BA7-417E-86AF-7F08C64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A62E01-845D-4BE0-A5FC-18F2DF8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848425-78C0-4219-BF31-B47231CB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B08D7B-D9C4-4EC8-BB27-FE98189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375E5E-9C2D-4E9B-AA87-2218D89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79131C-776B-4851-907E-49CE5A7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90A29E-65EB-409F-B34C-23D8732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37B4DF36-3344-4FC6-8421-D36C3638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FCBF69-32D4-4875-B7DF-B603D88B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EC2568-DFFE-4399-B105-0B10BB9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3E126E-73A7-49B4-B99A-E42259F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41204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008E284-7C7C-48C7-A3B9-BA5477B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204D-5458-4E00-AF3D-87255107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2EED-FD6D-447E-AD34-379AAD3E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95812-0356-4431-90A5-7D37965D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16AFE-3D96-43DA-BF38-DE7F1ADA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9C878-5A8E-4599-BFC3-A1000EA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39B74-F85A-4D1F-95C4-EAFE6C3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913EB-3CCD-4A1E-8F9C-4649C321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4FB6D-6B8C-4694-B40A-0D1FF9E9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0D0A-6E85-4603-AB3C-22CBDF74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7F702-95B2-4B9F-9B01-0351946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E2739-6C50-4B65-80C5-3821236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8D511-285A-44D5-8F2D-ADC7C77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54522-F989-433D-A7A4-B76CF1F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60354-6BC5-4C95-9498-06EBA9A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32D92-1261-4EEC-A507-B39E1AA3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0E0F7-6D33-409E-AFDB-621741D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DFCDC-52E1-4F37-B91C-BA4E9E0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9550E-1D5A-4E93-9FE2-258A14A8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04C95-36DD-43FB-BF38-01153C8D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781BB-9DCE-4D47-9CDD-C6AC0E68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DDC3C-AED6-42B3-9B15-14C3EEA8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BF634-3757-483A-BD94-8AC5A74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4CCFF-F544-4001-88F8-30211AAC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213BE-540C-426F-B2D7-9FFF5100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9A8ED-D4F0-4B9D-ACFA-5C24B72C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AE99E-0313-4945-AC09-5C0DB3C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D903F-2AE9-4B0B-BBFD-28A5E4B0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9DBBB-0039-4F24-B706-950B1EF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7DBAB-AF15-47DA-8D74-63BF398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1E77A-CC29-45A3-8020-FF974381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78125-65F6-439C-A61B-152B1FAD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4F189-E8EF-45D8-9E1D-00841DE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09BD2F-61EF-4476-A669-6C3C3A3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89806F-CE05-4043-B80C-ED80962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220825-06EB-47C8-9A31-9070F87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2A91C-72D2-4166-A400-4F223B90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9D77B-E057-4C6E-AEF1-4D0B7AC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0DE89F-F9C9-4593-AA58-A325F20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51C46-6883-4EE7-B500-92C470DB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CB105D-FDEE-4022-8F26-1EB1B6B9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91841B-BCEA-49E8-B5C3-C5690B02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2D3031-D807-45A3-A24D-4A5083AF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EE9C1B-7A24-4BB7-BB07-EEBFCB1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7401FF-ACA0-451E-8603-52E864D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178A17-7108-4DFE-A82F-443BD5EE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3FDB40-F0F2-4687-81F1-55C2094F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732D37A0-C326-4260-AC53-705DA8A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2F9EE9-9F72-4C5A-B458-3DDDDE5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F2B70-E12D-446B-A0A6-369094EB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ED7460-7ACE-40EE-AF91-295433A7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CF7025-561D-4FB9-A1E2-BDED09D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CA7D1D-433D-4096-8875-67719E2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AE2B3D-3B24-40B7-A35A-5164F46C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C76DC1-95AF-474A-AEFF-BBC7B9F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16F5C6-F394-4391-A134-75DBF13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25166E7E-C347-4EB8-AA10-9EB84625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3DE3FE-6DC5-4736-A878-84B8B5A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758DEE-F7CE-4BCB-BBAD-8BC22DD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2F53F0-8349-4D86-90E1-E2BEEC2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F2196A-7EC1-43E4-AB8F-B777FB3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B82F6-19D3-4C52-BE44-9D7246AE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791F31-DB65-4728-88B1-37EB416C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C0797EE6-39CB-4FAD-8D32-BE582147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DDF854-2AFE-4C96-8E44-DB78283B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DDB1DB-3B0C-4DE8-9B96-042CBCD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0A427C-6694-4381-91D3-0384F584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883C01-69BD-4D4A-AB71-4DFE3F04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9C0C33-4078-4C28-B9B2-012863D2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18DE81-38AE-456D-916D-7D85D411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121D0A3D-5F39-48FA-98BF-08970A47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C78EDF-CA9C-430D-9665-CF72D61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B8D4E6-D136-49F9-B6DE-6D40795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EC9B53-EC11-4054-8EEA-6D316CD6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B394B7-E33A-40EF-8602-F855A3B6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278B362-067E-4838-864B-EFB99F62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45292C-CE2C-45B7-8367-547F51E8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2A0A6C-C335-4C20-BDB4-B5E1736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6BD34B-0ABB-463C-A69C-14266BDA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7D0C79F8-D05C-4BBB-A755-27B40C0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9B8109-2AAC-4FEC-B08E-F1763AC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5EB7B4-1572-4910-A3CD-6D8E1FB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650F19-5793-4D76-BE71-2A859EB0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77825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BE88BAD-C2EF-43DE-9654-5CE33CBC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2085A-C30E-47C1-9780-A84D1AF3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54A1C-B473-4034-B9B8-3419B6E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791CB-76B6-47B1-9433-5B93D31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50726-D878-4641-95D1-9E248AD2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4FFD0-B854-436A-AA6F-D3FFFEC8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BE287-0574-419D-9E89-ECB1CA3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EF7E-1F24-40CE-ADF5-B864B53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EFF50-5B91-4921-A1BC-67E54704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1A6E0-B463-4AD1-A661-A122325B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2AF22-18BA-47E6-A71B-A21E36E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8011A-09EC-481D-9DD4-48BD3B67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9081F-95E7-4CB2-B9C4-140A519B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A8B18-99D5-4DF5-8ED1-023434B7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19981-7494-40C6-A990-2D926B4B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B5321-A573-4DF9-9C30-89AB3DC7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4FA03-906C-4B31-81B0-7301A62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5DF36-E95B-4DA4-BC22-87539BF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D977E-C3D4-46EC-94FF-446E369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D2313-59D1-4246-9867-9CA296B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61211-7C73-45F7-9F51-CA74B9C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DDA1F-6A26-4897-81D0-83D5E37D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1A628-5374-45B0-BA0D-0C31915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E510B-7EF7-46E7-AF1A-6AD42071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D7033-D6DA-44D1-8459-697B8CAF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4500F-5D1C-488E-A3E5-A169F5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37896-5992-449C-A4E5-C98EDDC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B078A-C862-4527-A5A8-74A5AF29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1E6FB-B2B5-4766-A118-C8A82078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1B295-A7DA-4A74-B31B-6927764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FABF7-D34B-4C33-889B-8A9954F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FBF8F-44D3-4226-BE69-15C87EC3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F9B86-FA37-48E2-9FEA-9CC96B1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E9841D-AB92-46C9-9ECC-03E20F10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F5F63E-8779-40D9-8A49-6DA2566B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A1A1D1-1970-46B8-A76C-FC234A2B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6FA2C9-88B3-45E2-ACF2-20DD4CC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97D1CB-B7EE-4EAA-B76A-60259A35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E57446-56B8-4B28-AD88-B186FEF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8CC16E-EF36-40EF-AF00-C7D2B7A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1F40D-0D62-4628-BBAD-2A8B6894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C981FB-CCA2-41A9-AA0D-E60D2C8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F8D61D-6882-4941-B535-B277562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F86854-EE4C-48D7-B516-F58B349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E3F81-05DE-44E5-82EC-FC32B19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0B6AC7-236A-40B0-AA68-6F2D0C69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A494A827-A600-4FB5-ADC3-6A76DFAB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764E38-E419-4F26-8ED7-6DC9E0D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7E4086-39EB-4212-A204-FE60F29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80985D-17B3-4DD9-8705-DAD2838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843C25-EF2B-4745-A192-12D5C73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80C06D-B5A2-406A-A909-5E598775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F4035B-E50C-4FEB-AFDD-C5DB3E3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C5CD6E-021E-400B-B2B3-9341A6FA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FDBBBB-CF46-45BE-918B-E92BDA79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F7D42E1B-28BE-4063-AF82-E969CA4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906048-8BED-407B-93C7-562C6EC3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13C84F-ACF3-4473-88FB-9DAFE07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D0DEF3-2592-41E8-883C-8B77BC3A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B8C662-E01C-46C6-BCE1-93B15EF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D3B2D7-B16C-4627-ABBB-1A585D7C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F5603A-9262-489A-96AD-DC8A873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914AE6F0-31A7-4AAC-AD7E-23D6F07A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E11D43-747D-4BA9-9D3A-7B262D8F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E53A2E-6BA1-4B8A-BFBD-697AD95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286368-5F52-45C9-845B-B735E03C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4DD104-6375-46AD-B160-5AD67D0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A2FCEC-ECCF-41CA-B05C-7072BBB1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02F615-BEB5-4057-B81E-8423278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D9A19A8E-C03C-4E43-AF15-2406F74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294759-B769-4E38-865E-9C68216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427F5F-E9AE-47FE-9245-80F8CBE1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385177-E921-4C86-9A04-D2973CE8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767031-0569-4595-9753-B9AFFB2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B23839-79CE-4F52-9BB6-47E7A32E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496502-1544-4A45-A29F-880883E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AB9075-6A07-45DE-8CA2-0B63BD3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C78D75-A352-47D5-9488-F80489E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FF8267DC-8AD1-4CDC-886A-94BD566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F413D1-72F1-4324-AFDF-01A3ABAD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16F719-63FC-4E21-9735-0B8AC00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A324C1-54E0-4FC0-BB3C-AE1ED2C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9839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CE8A387-C609-4E3A-9733-88D6B50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30796-9136-4009-834B-2F23AAC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7A24B-FF99-433A-A8A0-6A863D8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11BF2-E037-41B9-A33F-5147E9A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0D382-161E-4CA2-87C2-24031633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63A41-4D19-4CF6-A6C0-96ABABE1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DDADD-5DA8-494A-8724-99C5AFB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26B63-46EE-4047-89BA-68DFE66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A3FCF-62E8-41E2-B918-6072680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BB0B9-4963-4303-BD97-EE19F73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AB801-7A38-411D-AB56-2F7821D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B7CC8-2077-4144-A9A9-DC9D8B3A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54066-4B40-4DA7-B671-02759A82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5E9B6-6BE9-4578-865E-69C7DB5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21FB0-4B87-4AB4-9106-6EE35DA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763D6-0E36-40B6-9B54-4FAAE38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D887D-64E7-4E39-B934-0DE95F13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7169E-3D2B-45E1-BE36-E204185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69E6E-A6B6-4EFB-B359-3F3EDC6C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B7A91-F926-45EA-BAA9-375FC1C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239C9-B130-4C7D-96F5-4FBA71A7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45F97-1189-4920-AABB-D4A178B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35B38-05E2-46EB-9E30-CA2C1C3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557DC-3C21-46B4-9C5B-1278D272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2A408-9999-4684-8521-10E81BE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DD35A-10C1-4D42-AB68-D9132DC2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F20A3-41DC-4B0E-85FC-600FB7A3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40803-FA03-41BA-8776-D1FBED0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D7AAC-97BE-4FB5-89F8-895D9D4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0B130-C6B2-4120-94DF-221A76F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4C75A-B45E-4304-8692-BE4ECE9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C1C13-ABC7-4EE4-85A3-3FB0770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6E95B-B067-424B-AAD1-E7D3F6F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68395A-C9F8-4BDB-8175-BB9F9CF6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83D7E-2F15-4015-AA29-7325DDC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128397-4B9D-4DAF-A215-F49C809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22D39-5585-4769-B3EA-3C25E4D4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6F422-6CF9-4536-900A-EBC9D21F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DA3674-5DD1-4A75-999C-36725C8A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D54CE5-0486-49B4-8EB0-C1CFD3A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F4BB30-4415-4678-8A0E-8F62E651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0BF0EA-A882-4F70-92A3-42DDCAF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22E053-5FF9-4B7A-84B7-3EA04410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D2F198-63EA-493E-994C-A80C336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76E8B1-24B7-4105-BB6E-A3D3DD66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3B84F3-8FD4-4161-AFD6-6736CD3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01C610-DA05-4426-999F-B08D8C3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9B368535-E05A-4D21-8D46-2005ABBD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136D0B-BD38-422D-BCFF-A0A2EB79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8F3DF3-1DA1-4985-A918-72D0324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1134AB-2759-49AE-8743-0B394A9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3F0551-E028-44E0-AD6D-847F536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DD754E-6206-4260-ABDA-30F86D6C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D31D69-A853-46CA-9B22-237A0D6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3731A6-DBCF-4F20-B6EF-0737A6F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3D48AC-64C0-4ACA-9BD5-5295DD1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AA5D1497-2A74-4CEB-89BE-22226298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08A5DB-206C-4A89-976A-D0D2509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12CE41-E180-4823-9C2D-7D785DE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F1F044-F776-4366-A85F-DFB5744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EAC54B-880D-4F41-B8AD-95C572C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86125A-DB49-461B-A66F-1080A536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49A055-4978-4737-9520-CB6CDA22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C0BD2206-BCB4-42C7-9B78-706A8389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718038-F372-4F17-8AB9-A2BE9290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AEFA4B-3B4D-419F-851B-A5F1590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B6414E-87C6-4B76-A64F-D62CAEBF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1559A8-5D2F-447E-8A8F-67F01D1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FCCEC3-C77C-445F-9682-793AB43D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0A95D1-80DA-4D76-AB04-9367254D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CD8BB30C-1441-41C9-9B65-9603F19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01E8CC2-ED24-4CF1-8696-C237BBC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EEEA6D-ECFA-49C4-8033-FA77A19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984F8E-5245-4DBB-A949-84B0296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2AB87D-872C-4795-85DE-530AD19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76DD45-4DE9-4CA1-8D79-B8A65EDB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E38B57-3307-4955-BA7C-6283C2D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72B59B-842C-493A-BFA8-BA13C12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0F7592-1EBF-4CB5-A37E-B2B97B85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EBEA6503-8028-46F5-B0DB-36E28776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B919F7-D77F-4894-B4CF-261DF175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B047F6-B5F4-4554-9337-5435DAE1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DC35530-8389-4391-A33C-77DD499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99451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8E423A1-E189-44E1-8320-566B5C6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CEA8E-E338-4E79-8E97-05E19155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D03E0-0A50-4EA4-88C0-0F10FE8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E3310-A4C0-4538-8A73-0B7509C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0F994-A514-4B1F-8FE8-E63CF05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6E69-EEE0-4FB2-A061-4B9D41FD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F2B99-BC16-445C-993E-C5B525E6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1BFD-EFCD-4A61-9C93-A54B481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5D11B-1137-4481-B870-480DBD7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9AA25-E0FF-47AB-BA6E-644C4BE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3B61A-7556-44ED-A71C-A1483F10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BBEB3-9011-47C7-A843-7AB36CD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CB6BC-4F1A-42D4-89C2-D5F2CA0D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D585F-8253-4028-9484-FD1182EF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11958-6680-471F-85FA-8954D07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43505-8442-4FB4-9B9E-69259A67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7C513-4B83-4A0F-99FF-B4477B4D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A8DEF-97AC-484D-A7BF-81A854DA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28AA4-A83D-49E2-B36D-3A98ABBC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EC103-092C-44A0-8D87-D273F0A8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FFC7B-D936-48FB-A36C-E99E33B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CB4A8-985E-4BE1-A1A5-5062E9C0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513F7-CC7E-41A3-BF91-911B3B45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EEB2F-BE42-488A-B50C-986B1F5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1DC95-8699-4BB7-9F75-533CED1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22A99-4F51-4A15-BB5B-450F9A6C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45E61-C111-4A1C-A7CF-57712B8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8DCF1-230F-4658-BE6C-4ED1593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46704-82DC-43ED-9A3F-AE9A03A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F3389-3B3F-4A1A-B072-258C900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61F8C8-6928-4377-AA6E-76DA348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B0C22-6794-4DCC-B1A8-9E7C7B55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99E5A7-09D9-420A-9ED1-20FB220A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982AE-4B36-4934-85CA-218C8EE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84C276-5F02-4C53-A1CD-45678BBE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C8FB06-E40E-4E17-9F2F-C095118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B8E48F-BE1E-4404-8AE1-7BDDD92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CD5526-79F0-4C73-955E-FE0D4CD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63391E-22B7-49DF-AB5B-CA0195C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C59A7-569E-4749-AD82-C671F98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0E0B79-9BE9-4168-8EDC-238AD91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68FE8-D5D2-428D-A94B-DC0BA79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8F9DC-49E1-40CF-9FDB-42603A8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4D56EB-ADAD-495D-A411-56EE258A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A0E791-BF3A-4FE3-BCBA-E19446D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54F257-89FF-4F8D-B628-81DC81E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EE2CB6EF-6C8F-47AB-A513-4051879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32A829-E8FB-4D94-A519-7ABD2EA6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0DCC26-9076-43B4-896E-8C61B4F4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B64ED0-4941-4AA4-944D-52CB46A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6E8A7A-CD7C-4D2C-8D2B-7080C57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3AA9EA-6CE9-4658-B6DE-FEF1DD06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EFE878-2A11-49C3-A5C0-28FFE3F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0A8D7F-7793-4D0C-9123-ECF63464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559959-BD90-4024-8943-F7FD21FD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0E6A06F8-60BF-4584-ACD5-8BF63338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A063BB-D6E9-42E3-80A4-AA821A15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68CE6C-9B64-40DA-B518-AAF0EFE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7FBD9B-4682-4C76-AF23-3E1DC366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F746B7-58A3-44CC-A1C5-3DE19EE1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D2B11B-1501-4C7E-9B4F-B166F64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6448B2-01AB-4767-A703-FFE2EA1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7D52AFB5-CE33-4537-941D-E6EC11C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01629B-4766-441B-AC0F-88EAE19A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7A2831-375F-4E29-90FD-C3B3F8F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D664C5-46F3-4F96-A74F-B42FDFC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D82984-703B-4995-93AE-2102E33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D63BE6-0DAB-4048-B0DE-D8BFFF1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940636-0387-41F4-974E-25E50A6C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5A701E11-88DC-41B1-9183-938BE75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E25A6C-02AD-45A4-86FF-AEB580A2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5DA951-D99D-47EE-BECF-F069F1EA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761F63-BAAE-452F-9353-61E95C9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CF9E8A-CBDD-4866-B23D-0EAF03C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D9D78B-46C9-4FD1-976A-68EF090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0642EFC-3B85-45A4-8D19-D1EA53E9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14F6D1-1792-48C1-B152-5CB04E4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FDD6FA-A753-48C6-8BF0-21F8DA0E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2877A397-B8EF-44D2-89CC-E3249C9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D392FD-8478-4286-B7DD-25BC058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E6A7E4-10B5-4D78-88A3-709382E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FC93F61-49C5-464A-83BE-D5CC9035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2593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EF371D4-496D-4B35-81B9-786FF5A7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BC7D3-F3CC-4702-8ADB-3213CEAE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C20E7-E7B1-4DF2-B614-9D3DC8E0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1EC47-CF23-49A1-AC7F-F08E6F1E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2B68F-A0F9-4ED4-B435-1427F726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8097A-ECB4-4FB6-91A8-663D1461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FE1DE-BEAB-49EC-A436-1EAC509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17456-3218-43A2-9966-8F02891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2CAA2-CD97-44BE-83EA-DD08BC15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90DDF-80E2-4CE1-B378-CCD81118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0F792-148F-49E5-8CA0-A05DDB4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F556-BBE1-4851-8D8C-856EF78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2F787-5E2A-40F1-B28A-35F81FAE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E5C63-5F12-4307-8FDD-7DEC386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68C8B-545D-4586-81CA-5FA345AC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0BB72-27ED-4910-B8A6-2FAA8FB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65A40-A731-48DD-B1B1-B711654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D6A37-6656-4AE3-94BB-F7D0984E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FD559-D2D2-4C71-A276-FAA2B3A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0B274-0B68-4A35-BC3A-E7691164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E596D-4C0A-4F5A-867E-E0D74DD0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3B5FE-65D2-48C1-929C-D2D5204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4530B-AF72-498B-B072-68219CF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5AA90-6D45-4B0A-8FD7-5D7CB65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10A5E-4AD2-4A8C-8746-4C4C4516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C7221-3F4D-4658-9D0A-22C5F5FC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0038A-A2E5-4816-88F2-1B3437E4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02A11E-1105-43DE-9178-ABCF92B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AAA21-8145-4532-A556-A5130AC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ACC81-408E-45DC-913B-ED93590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82E44-9BC7-4D4B-85AB-D05B127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1C216-640E-4BC1-95E5-4516713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91DA8-93E1-43AB-A6F1-C57BCB85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8700B-7310-4945-8AC0-9AB0C2F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9553F-F3BF-4791-89B6-ACE91B3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3F3394-BA6B-45B8-B3F9-7C4BA3D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6DF196-F02F-4F74-A4BD-08FF58CC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DEA37E-D480-4A5F-A715-6074E26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5C9B4-D9A0-4DD2-A1A2-6B93BD20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0F30C-2F5C-473A-9084-AC10287F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FF40FB-AEB6-438F-B690-77ED555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FA0D47-D400-49E1-9F51-7B056CA9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ABFE64-38F5-4354-B104-8C9C9079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07EDBD-09F5-43A3-8B74-2E15AB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4142A2-64A0-42B6-9D7A-2DB53755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1D60B5-BDF1-4B0E-B0B9-5FBA9142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98BC9E-FF1B-474E-B414-41357527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003B3C30-CE1D-4F0B-8FFB-2BB73072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BBFB2E-445E-44D6-A709-4DEF148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572994-EC37-4153-8E2B-C7E01292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9A1509-D37C-4619-8494-C6AD0A86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E7A301-FB7F-409B-8C2D-25372E9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2CC54-C430-4CC1-AFA1-F1B5E5D6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583E41-DDB5-48E5-9C57-B88A4FF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DFB175-14A6-451C-AB1D-162377EB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79CC28-BE17-48D2-B9F0-CC333AC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BFBCFDA7-1F54-4882-AF9B-FD9423A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0B6D0D-FB78-47C1-B40D-A826C199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3852F8-A203-4BBB-B1AF-0F8432EA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D46251-59C7-4D7C-AA05-EC0AF3F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0D80DB-7455-4329-A8E3-4DFC707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321941-8418-4285-A02B-CE044C01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A3A204-993F-4F21-A5AD-F84BE04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8F8D0508-23A4-49E1-A949-6014500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FEA0D7-FC3F-471C-B116-40829677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E83900-74CE-4593-82F9-415A0893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E0A3BC-D160-4EDF-96C9-E35C9ED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0878DF-40EC-405E-9135-1D4D858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0923B4-781F-481B-B9D1-1E6A2C0D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52FEE1-FD24-45E4-A6C4-A5B10C5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4C77A339-9C3C-41D8-B7E1-56C2BAA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99B152-0BA0-4D69-8794-A466A61E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52DE76-DC72-4C49-BC49-1944FFCF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26C8C0-2407-4E80-BC86-1FB33D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52B2D6-4E83-45D5-9EB8-D565607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3F4AF3-D2E9-4B1E-BD11-54CA976A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DBB4EF-DBD6-4799-A05B-4D3A66F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02EF4F-5165-463B-8FE2-D0DC44AD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A42E2E-8C44-4A90-8EB3-E7774363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23FA721B-AAE8-4671-8368-B408A8A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84ECC1-A5D3-457B-B066-F4864DD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530314-67B4-4AC6-BFB6-1F47D98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68F01F-DC15-4739-AEEA-EE02B9F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9067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A6BF6FA-91C0-4CAE-994B-5DBF3A1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96CB7-2AB1-4CD6-95E0-E52E4BC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EE4C-CC64-4598-9FEF-D470294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B88FE-C2FF-4B06-9CD4-00731601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C54E6-CD98-4A6E-A6D6-404B5669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8827C-4B9F-4C43-9FAE-68E889A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BB2ED-33EC-43E4-8755-0FD56DC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57A76-D87B-4FBD-A3AB-D9149B3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FF4A6-E716-4C9B-A238-F9E8938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E29F-CC03-499A-975B-AF93F6E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90857-4B14-41FE-93C1-C669A8A4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92996-3D7B-485E-8A2E-6286E601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6767B-F733-4B45-8A54-921E565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B113F-75C0-4CD2-BEB4-892080B1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13F71-9513-4574-BC72-75B50C83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FE5E1-EC89-43BC-A263-6C9B009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E90AA-06A3-4DB5-9D58-2505D07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E7672-2233-4356-B283-9B66182F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D3592-1005-4FE6-9CE1-287F6C54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6F661-FA81-4737-942C-0F07676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52554-A733-4EFD-9F35-FC6BC0E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29027-E064-408A-A674-2007036A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4D823-BE93-4240-B414-D7B659F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CFA90-B762-4EB6-8622-0721F11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631CF-AFF4-4784-9E44-A8C15B88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BACCD-5ACA-4D5C-B1D2-F7897E8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CAEC31-BFA5-441C-877C-7AE1E23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733B6-21FA-40B0-817C-4CCEB5F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F4BBF-43A8-4E6A-8ED7-E64381A1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B1973-4A36-4520-8284-F02E3DD5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342B6-3C60-4AFC-9245-FB54B76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1FB01-8475-4AC4-868D-D087AC3A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A8B8C-CEAD-4485-8690-F509FC29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1D7BD2-62B1-4A01-84E2-4681E366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5EFAE-83BA-4899-A0D4-40FDF41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76F1E5-3F0F-4A38-AEEF-A84558AB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D7FBC-866C-4EB9-B8A7-09E4FC3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7030D-28F7-419C-AF38-C1E61A13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D17CA5-C90C-4807-AE9E-33713763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EAB3CB-C389-475C-8FDA-1C1E7A3B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B6940E-1401-4799-B496-3870661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B6049C-D63B-422B-9D9A-123C7DDB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1AA75C-69DF-4032-AC5A-0BC3DA7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C5D9F-0ADB-4F22-8234-F4AF3DC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83BC04-5C6F-4624-9854-C84EA2B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F91AE-D956-4FC1-8F22-CC52750D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98B20C-0B5C-4F37-BA3E-E04207A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C2F48BA9-914B-475D-A914-0605465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A183D3-82E8-4ECE-981A-3BEF159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45E765-223A-40A7-8C29-EAA88B9F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AB7F35-4AB7-4A3D-BFCA-30D7A980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77D13B-9553-47E5-9FE8-01E7187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B1A3A4-8D7E-4F13-AD4D-1E3D356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6569FB-55BD-42A1-AA67-DB44D23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D5A321-3C71-423F-87EF-033E590A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01C408-D04B-409C-9587-449044FA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6ABADA7D-E6C1-461F-9D93-4E0AFCF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98BE3C-9C2E-4CE6-9CFC-20867094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C10855-03A2-4E1D-AAA4-58F329B8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D8B05E-EE4D-4248-8F92-27E13F23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C7433D-02E7-48EB-B710-96A770ED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7F33EE-A893-4F7B-930D-F9EB72C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46CDF6-B5A0-4982-995C-41EDD22E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80C19641-1AC3-413A-80C7-073A417D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BEE6BF-6CF9-467A-BE20-59B25FCD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14553E-41B0-4E60-AFDF-BF13B61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B3D4A0-5226-4493-BA52-1EED4E02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74C854-F554-4886-85CE-AD7DC00A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AB76AD-7234-4485-B5B1-F37C5A2F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A7BC33-B829-4F14-91F1-BAFAA90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FEDDEC64-C820-4C45-8235-7903035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438DFD-4888-4CD6-9D31-F602189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180EB7-2777-4F31-8FE6-8F172E44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EDDA33-F722-4163-9C83-A9B5225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A6DAEC-EB43-4893-9B81-98ED414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474C1A-0DBE-432A-B471-A4D6E08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693E16-07D8-466B-8B55-AECC4B3B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2BE047E-B1E5-4958-8CF4-BCA7A80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C7E42B3-1332-4584-9A7C-FA53ECC6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45B8BF1F-EECB-4F96-B142-FFFE8C54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5D4AE9-87A8-4974-9906-13EAD34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78FAFE-03C4-48A3-8D5D-D898C1CC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3C5F78-CE44-4C2E-8F8B-55EA09B3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5470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FAB557-FCF0-407B-8BC3-8B4DA19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7BD55-973E-48A1-9EE1-EDD93AF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97820-2C49-4FAF-A4EB-B2E71EC4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9112-4F60-4380-A6E7-FB677DE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367B-AD9F-4D29-9884-33B015F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31 agosto - 06 septiembre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65928-371A-487A-B6D6-E2BE6A2C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3A134-AFC7-4881-98EC-E7C8FB7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AB269-459B-46BA-8523-C781CD06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BEDC6-565C-49F4-B220-673F7C9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2637-956E-4EDE-A58E-FBDCE61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08B80-E679-496E-93AA-349BF57F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811DC-A455-469B-8649-9F12DCD4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182D7-4C24-438B-ADE5-4693B0C0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2E942-D7D5-4A61-B12A-A33431F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21968-793C-43C5-99E6-23D872A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EC75A-9923-4ABC-A2A9-BF18A8E2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45F72-54AC-429B-9B88-247B408C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D1CD4-109C-4899-8F61-951924DB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1018C-3396-47D9-9A42-BF07F4F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F182B-60CB-43BA-A6DF-8F512E1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069EE-45DD-44C2-BB7C-99A9D285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40A28-48EB-477D-98CA-A58EAD4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52F814-5D9A-4557-83DB-28B7484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0600A-7A31-4917-958E-73DF50FA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5BFBD-A4CF-4297-A6CB-E410422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0AA8D-C60A-45F8-A1A9-70BE1C1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FA34D-E61D-4DA4-A6AA-FED74486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92FCF-0B7F-4496-90A7-87008D0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A720A-A0F3-4F6E-87D0-75600AA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44F5B-F960-4DCA-917A-9E267482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21048-40CA-406C-86B2-5098C6A4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B12B8-74CF-49A4-BEB2-081DDAC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B8EB13-F546-49A2-8121-E227C73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F4A9B-DD56-4E08-8325-A6707A44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340B1-429F-43DF-9009-DD3127C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A0B5A-7AAA-4F09-BD89-32141C0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295D2-FCD8-470A-9180-C7268C7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FA3567-6F15-4E9D-98BD-2D84A9A9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85C537-65E3-4B26-B209-071FDC46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A4F1D-C945-4BB7-AB8A-7794D68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F7BC8F-CEAD-4406-975F-43C7CD56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0C892-1010-43C7-979C-3F232E5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B9C93-A204-42C2-8D5D-D5977AE3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9CE0AD-171C-4435-816E-0949B173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AE0B6C-72D3-44CA-BD74-CA6831E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80626C-938B-425C-A097-16C47045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FB5BFD-1812-4E29-8A33-30C69A16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8968A0-CD3F-4DC3-BEED-3651717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ECBF79-948B-41D4-8E14-62B7B0A4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EE1EA0-A0D0-41A4-B9AB-610D34F9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534E4C-549D-4365-8C5D-09BDB1B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DC8F6C-E5C0-4036-BFE6-09D6F80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3802DE-2DDA-40A6-927E-02EAB021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E0CFC1-CD77-4A02-87CF-4BBC5DEE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8054CF-8FBF-4B9E-B4E8-E5941A5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A7B9BF-8996-4BB4-944E-6ED9991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4CDEFE-0EA5-4BA0-AFF0-2EC149D8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214BA0-70C4-4DD8-B62E-3F89A82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16A5C2-AEC4-42E5-800D-64D3D81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B56CE1-FC87-4703-B8EA-24FBDFE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6D7DEF-862D-4A3C-992C-13C7614F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3890F6-1504-4D1B-A4BE-E27E134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709807-285D-4063-8EC1-5168765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B15887-D0D4-4DEF-BF02-5A9F3A5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247BC8-B0AC-4E92-A3C3-BAC4F71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309CD9-1121-40CE-9A0C-4CC21DE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B5F5B1-3D32-4B59-A368-C5627EA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D1937B-0EC8-40C3-8BC5-1EB8A4B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B87922-9464-4B4D-9462-F1971537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9576B1-720F-468D-AC22-E491318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93FCB8A-870C-4A01-8885-CE4E80B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BBAC13-95E4-4056-9D28-A66F96E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639CF6-8FB2-4573-B338-F2B1272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83C263-6395-475D-A21C-6DF83E73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6615EC-9707-4971-9D9D-6A51220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7C4FAE-3DC3-4D04-9AAC-79E0809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5837F2-0318-4301-82AE-2501FAE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0B975B-A34D-4196-AABE-DB8DF45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31A3B7-C75D-4F8E-AF21-816188E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CC0C55-BE8A-4D3A-931C-406E797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84D418-FB3F-49D5-8D79-0533E84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78D9FB-A99A-4B33-B1AE-6C0851F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B4678F-C10C-450C-A172-EF28F00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4545E1-7930-47BF-8DB8-CD36BFD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047701-69EA-46C7-9B43-F717AB4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10D81DA-5419-44F0-972F-DEA8985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6E2D81-F7DC-4435-A998-A7AFC0FC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CF107C0-FC8F-40D8-B55C-23F8BF04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856A482-9E35-4D5E-BEB3-5CE8071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A166D4-07B1-40F1-BC75-8AD4EAA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F88E42-EAE4-4F0E-AC74-094B6CC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E5BE4E-4397-4FD9-862D-88E4417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221C01-F355-4A04-9D53-D83E0130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1249BC-6419-49A0-93FF-8A7570B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37E02C4-609D-40E6-9D2A-FEC41FA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0C08F0-6695-4F96-BBFF-0E1FAB0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98BCA0-AB15-4DBB-BEFF-0CBDAF0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8D6B4D3-6522-4025-81B0-5019E6A9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9D8A44-3C08-4D58-B1D2-F6A3391E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C493EC-836B-4999-A84A-9DF8F7CA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9BDA36-1A68-400A-A6EC-3CE709E7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D52167-3D9E-4530-A8D7-CDED289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02C32C0-3848-4B4A-A0A8-65AB3CD1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2689962-C990-4E2E-8C39-45211A9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8DF1BC-0249-40E0-A7A9-872F5D47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A96BE2-DBD1-46E3-BE28-0B98072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229FA6-B20F-4906-B25F-FF21756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C7C14F-5C80-423F-8AB5-AE88ECD4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BA00E7E-D5DC-43A3-A185-FBF7CCE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78173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E36B5EF-F582-4F3D-BF98-1C5EA840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E1877-FA0B-4FA5-A263-0D52F9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61D53-1B35-4C46-A247-1F65C04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B399A-481F-4912-B41A-993ABE2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6B17-8EAE-4D50-B7DB-3C7B2B7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903A6-CD08-4AFD-B788-FF5C28F4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EBC3-E5CC-4242-AAD6-A5A51F3F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A9A7D-1A0B-478E-94AA-F79293C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B0F74-4D32-403F-923E-2FA5F02E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FB2DB-407F-435C-9318-E377728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DF662-4915-43C8-A8F0-50D36DC4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731E1-5399-4CF3-8037-6E357EC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0C779-DE49-41FD-A6C3-BFF96B4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21CA9-14B6-49BE-AA42-CC73C6A5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43F54-880D-428D-97E8-24EA288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C0195-2B51-4D29-B016-C430E44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FA90A-881E-48BC-874F-D229239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65F7D-3CA5-4B96-8DAB-97B5D22B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040BD-13B5-4EFB-BF03-A690828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60275-7E20-4034-9153-BAA1123D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E2A04-4ACA-45F2-9F99-DE23D33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6DE86-15A8-4923-90EC-DEEF0635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C30D5-24EC-413E-97F7-DC562065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C40A5-8CC5-436C-BC4E-DA3FFC9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3384E-645C-491D-B27E-01685AD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2C8CC-A461-43F8-A1AE-9A01A8F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F1653-1FFF-4176-9E3D-89835D2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8F73F-C5BD-4AB4-BBAF-E5983D63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9A5C7-E9AB-4ADE-9E5F-45C4F02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F7BA5-F494-429C-BD60-562566DA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5D93A-1B4C-4DBC-853D-92D6EDA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B38ED-EBB0-4868-A6C2-7F1C2707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F2297-9803-4933-8350-75CE8F09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95EFD-FA7C-42B8-A7A3-85FFAA79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15FE9AF-715C-4EF1-BCF1-93ECBB6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CBFB29-221D-4B44-8B0B-F0444D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CBAB5B-19A7-497E-B7A3-1C9BBB1C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5640F9-5B24-414B-BC49-EC194A5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A2E727-9D0B-4B38-8F2B-0A9034C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DD21E6-59DD-401E-8F4C-FEC4737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A6E6EC-87F7-4A3A-863C-35DAE2D7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B780F2D-2F74-4E8E-BCA2-3D5EEA85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1C1CA1-A019-41CD-81DE-F3DB540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B0155-05F5-4834-B8FD-C537589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C4C050-93CB-4E81-B9B6-DBFDF8C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66863-122B-4054-939D-945BD27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CDDBD7-92C2-4E4E-ACD6-FB8C253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C45428-1D21-4126-AF47-BE04937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352F267-E3C2-4E4E-ADB4-E217B6F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B71FC8-974F-4F71-B131-B20D2327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054FA6-DB51-4575-A223-C40353E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7F6AFF-317E-46F1-8C32-B6AC5E5A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CED184-8E0D-43FC-91C5-62E25196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2068CA-45CF-4E23-AA95-ABACBE0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C8CE9F-B198-4503-A9B2-CD352865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D1F707-324F-4748-A268-D7E6E398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4BF284-654A-4F38-A013-B9E3F695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06689A-0DBB-4080-9D16-67AF9CE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3B0122-5379-4664-8EA2-95800DD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900462-44DC-4EC7-BE98-A1C2266C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79005D-DE78-4ADE-B495-36F061E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FA1920-9E4B-451E-9166-492D72A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4665CC-98E6-42B8-BB28-F4DCE67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DB79C5-5C5E-4DB2-914E-6722B4D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78EBB9-1A25-4DE1-A4E2-BBF08BCB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BED22A-3C89-40A6-B905-1A890AB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5BFFC1-AF05-4100-A8E0-A6DE710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BAEA95-047D-4066-93CE-5C5932A2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DABB1D-CD72-466F-A29F-35AAA315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8601115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4C21306-ED03-440C-946C-FFFDEB4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2BA4A-53A3-4FA3-9B17-F32A0387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81BF0-96B8-4F57-9D54-267546A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E2748-FA4D-4C5D-BC87-8F0483EA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8D809-1E33-4122-8B25-D8E1865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septiembre - 13 septiembre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2378B-09DD-499D-8D00-28EBABD1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F9351-404A-45E9-AF44-CAE738D9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AA8E6-8146-4FD9-B6FB-A10BBF1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8471D-E502-41E9-9980-2F5A2BA8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7A78-EA3B-448B-8BD9-A2BA4CF6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13284-3086-49DE-BBA9-811E35C0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5D733-47E0-416C-957D-051C4E3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E1163-4ABC-4AEF-8577-D8F3BB0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E35AD-67A2-49CC-95C5-ACA9C8D8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5DED5-EA91-4935-B4D0-B9E219B6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867C7-0F5F-4495-8EE7-24FBA6F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AB94A-E62E-48F9-B662-C71FEE38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99828-2563-4774-AE4A-2C11CBD9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9DD9A-266C-4A47-8714-885B0DC4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094FD-D785-41EF-B6E7-299A132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CFBF0-EA1A-4F54-AD5C-B2B26AA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BAEE1-A835-4A94-BA0F-C4E3678E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39300-1B4A-4BAD-8766-7BFD2CD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731E3-1A03-4565-95CD-69F898B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DF4DB-840C-4655-9BD4-8D49779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36BCD-FDE8-4213-8439-C1A20FE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C9819-BE92-4427-8F55-2D67884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F0551-9FB4-4A2F-8532-6354E20C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B44DD-BD43-42F2-BCE2-C0AA2D5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9EB33-19CF-4FDD-B7F3-E41EAF2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5E637-A931-4D68-AD13-06EEFC4C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A0DBB-B36E-40D7-809A-BD73F927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09E4C-272C-4410-AAA7-4B7E226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A0E3D-D4D3-4B1E-B871-D91409FA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FE7AF-893B-4340-8ABF-79A580F2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22D534-D42D-4A87-81E4-A345EE9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8F10AF-488E-4287-8679-5C10B26D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7DB4C-3557-4299-881B-5BE8A96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418CA2-23B4-4CEB-B740-73C1B82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B013D-C784-4E3C-AC3C-9F8C23D9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A8B4CC-C9FA-4F9C-976C-3543D08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F2103-1AA6-4299-B437-02D9990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B95DB7-4207-4B58-9780-196DDC7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1829DB-E595-4184-BC7C-4F719D0C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94E502-95C0-4515-A73F-219E0D1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DD17F-AF9E-4988-B176-2A5200B5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3B8BBC-A196-4109-9189-1AB6516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43A352-5157-4287-BD98-D7C2F9A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7DAC88-05E1-4DDE-A2E7-FC1885B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E94D28-AA7F-4952-BC73-39BD136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10ECAE-4D57-487E-90D6-3062C40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14FC4E-B904-4D06-9FEB-7AE2A5C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EA7DB9-F0CA-4B2C-8BD4-F8E9529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A2BB7C-D6A4-4F2E-81E8-35C1A9C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16E4A2-B10D-432A-9A1A-4B9D326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772619-3928-409C-B76A-0FF7D05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A44B14-3721-4633-BF37-116F56C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F97606-DEC0-4E98-96B7-D8328113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00B2E4-1EC0-4A18-AB1F-0E76F2A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526961-A8B2-4EF9-9870-C8CA4B7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A0CAE4-85A7-418D-8407-826EB6E9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BDA1C1-0068-43B3-B77C-3206BB7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46DD1A-44E2-4BA2-8C9F-A0DDFBE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D353DF-FF66-4AC5-89DE-7509604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3524EC-3BFF-404D-9EC4-E49A31B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EACBE6-54CE-407C-81C0-B5EF670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429E8F-5391-4C29-BE31-D84BECF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2D5F58-9521-43FA-9BEB-798EE1A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B4766F-5F5D-4A72-B3B5-63C62EFC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6ADFA8-80C5-44EC-A9BB-E8A5F9B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A0229A-3E0A-499E-A3DE-D4BAD84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DC8AB0-3C65-462A-BF9D-79416D89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78D548-991C-4F30-B273-05F92839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730E20-7D88-4E34-B4CC-02895D0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4349C6-99EA-46FC-AE27-84E2AD33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C4859D-2888-4846-8DE5-1E6AE69D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783387-40DA-4995-A64E-6838DAB8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3D00874-49EF-457C-8E7F-BA947653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65BB26-DAA1-4E9F-89BE-4D7CF703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71CE55-5C94-4A86-AF5E-79F0433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AE689E-47CB-4494-9509-443D6C98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97E766-7AF6-42C7-A680-5DD46AF0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D29222-C395-4F13-8266-7E5FD10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5F018A5-02FC-4CAB-8AF7-3068BAEE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84D054-ECEC-40C9-8BBF-81B5AF3C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9A1E29-86F8-48CE-BE2F-394FB9E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5A1BBE-92A9-4E81-A05E-656A9A37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EF45D63-9834-459C-9DCF-5C89943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A74395-AFD1-4801-A13E-214E97DD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7B0E41D-5697-46E4-92DD-658B1E0B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E43C71-1384-4B64-8884-F80D241B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7F3220-CEB4-489A-B86A-14351C4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E18CEF9-7F53-4EE1-9723-46933E3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229119-9A8E-4965-BABB-8D41002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02B135-851E-4677-B9F7-2DE90813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6EC678-97D5-41B8-AEA8-FDAC04C9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7953EA-F7EC-4092-B37A-EC6A6E2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214B30C-FED1-421B-8759-68F9614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565E02-C767-4EAE-8935-BF2210ED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829E81-5EA0-4A17-96AE-AFD65C8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078F15-64E9-4E44-B8EC-8C33B1E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BBBF9A8-DBBF-477C-9A2E-789CF10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384BB5-A681-4197-8528-9CE0396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B8CACDA-445B-4F92-8259-54DD6D6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104A112-8C9E-43E8-AB69-826C9E7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22730C-2BEB-4BEA-A1E2-28CA666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C76E40-9608-40E3-908D-8E6870F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32B30D-5F1E-4BB7-B963-1A268B58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4F73432-5378-48D2-91B7-0BD3D08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798492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82A94F3-BAD1-4F62-8688-560481AF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356B3-15FB-49F0-BE63-90DC993C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11FF0-EC7B-41AD-8985-7A617E4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2D39C-DDFD-4483-A4D8-E442263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27DA2-3861-4C78-B898-F2D0E7D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14CA5-77BC-41EB-97CF-A79A7D3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7BCF-7551-4582-82D4-F0D986A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ABFEF-8D92-4D11-8CF3-3F90E2C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31934-8FB0-4622-A299-2C57344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27137-639C-41DD-AA4E-841DC5A4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3C8C-162E-46E5-B8DD-DDCA0C80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5D662-E922-4BAF-9A21-446E4F9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A31A4-CCEA-4A13-8034-BA5EDAFA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89473-03DC-4F4B-B408-73EF677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5CDDE-6186-4B24-BF56-746D89B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B4A6B-C6FD-4FC4-B0FD-98018A69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49AAF-2088-4CB1-8623-28BDB1DA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7F4D4-3608-49E1-AF91-0057EC1C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9B191-55D6-4B9E-AB36-881A472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29435-CDF4-4054-BB6E-FCB7E60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CC4D3-7C73-4707-9D49-7D70017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DE807-C69E-44A8-BFDC-7DCE803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5DDCA-AD44-4EA4-8705-09B91B58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F1F0C-0F72-4625-A4E7-D3C3B93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0CB83-7388-4D23-9255-6269AC11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13998-D37E-4220-8C1F-6936E637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042D9-925D-45B9-A2C1-8A8ECA35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58F14-5A56-4CF5-8904-6692695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3B152-D3FB-4697-9F42-ADB73ED0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3AAFF-5EEC-403E-8FED-D7592C2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B0A71-A103-4280-BA92-28EC8FC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043931-44D2-4641-94D5-539673E8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152F8-5BEF-464C-A855-F3DDBFE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DCFA7-1D64-4487-B755-33252D21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86D5092-5212-45F6-8A47-30567F47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89F20E-66C7-49BD-9274-C291E28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EFC878-253D-4444-AC43-BB67110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512E8-715F-4B04-BB53-8AD620B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E0B188-9CC7-46AD-88BF-EB09BF8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5D4300-5776-43E9-AEEC-EAC39BB7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73C473-03D9-459D-B78A-A4A5997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4B045E90-E055-40F8-AAA5-477C21A3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920431-EBED-4402-880E-D473326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F1EA5C-7B4B-40E6-B905-1752D80C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87082C-96AF-4EEA-B24B-52362F1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E32083-F402-4208-9324-D6065DC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FFECCF-9440-4497-93DF-073F3AE2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8F60F5-4838-483F-BA59-155560E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1C2DAA5-D7D0-4966-B7DC-0342D3D6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96AF1D-A71B-4B8F-A7F4-C78B8AEB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A1EEA2-22F1-4707-8A94-9546E45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C62D09-3251-49B6-AAFC-DC5B75B6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29935-0D5C-4CBC-88EF-EE5FC54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941D75-2991-4D22-A815-024D5DD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189C8F-D7D7-4DA8-8F94-F9B0AE4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6AB55C-D1C0-402B-AAA4-53DC5D6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5DCB7A-8E1B-4B9C-99F3-8BB41FAD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8D9153-0D78-4E96-AC6D-9427DD7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5507EB-8993-40F2-9EAD-C3276144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EC484D-6F86-403A-A891-7C04710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633DE2-B687-4EF4-B6F3-782557E5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E555B4-BC92-4740-872C-C0B878F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215C7E-48D0-47A3-B48A-9AE0075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703B09-5D27-464E-B22D-534A604C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B735F3-CC75-40BA-941D-E0949870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86C3F8-0DCE-4BCF-A971-CE747911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C26A64-9841-4677-849D-DB858ED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B75F84-6F14-4642-9E01-0666F87D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813BD3-C51B-4B54-A2CA-D4120DA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66841091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EF448AA-F9B6-44F5-99BE-230838F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44E70-E8F9-4AC4-A446-599B0C5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691FA-64B9-45CE-97AB-E38B8E9F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E72CB-FE88-4AFA-A3F1-4157E6A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1AC3D-49A8-4B01-8764-DB5FC1B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septiembre - 20 septiembre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D6E04-4EFF-47EC-A175-04D12DC9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BCFFA-E56A-4F89-BE40-5E01376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FEB3-7644-4FBE-861A-3B197537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E8D8F-2E1E-4F46-8386-D4CF9E84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EB66E-DCD3-4EFF-981C-A863181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E61BA-CD79-4B86-BBED-97F2CA75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C44A9-BB9D-4DCF-8175-2859BADF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F7F7B-0B7B-488A-80EC-779E8F8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96D7-9DC3-4519-8729-0FEE90F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823D2-1E20-416E-977B-98F0A833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F011A-E8A4-47AF-B453-D7DD0C54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9D9AC-8679-4AD5-92E6-4D4C3D3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CDE74-9C36-4241-B64B-B866D98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99A89-0394-4533-9B6B-A69AC2FE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CF6BD-B68D-450B-958E-554EF2F4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F37D8-6EF8-4978-8F7F-F42A837E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FF002-994B-4B8C-978E-9D133044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4DC64-BD7E-4CDC-92CE-6392F10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8A0D1-8189-472E-A96E-0B13B63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9EAF6-AEEC-4C5C-BDBD-F473F79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310FE-6AA2-49E7-89DD-330F0C7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C7B32-908F-49F3-8266-7070794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9B4A4F-BACB-487C-AAA1-544F1100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64525-1D3E-45A2-9BAC-9AF0115E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8939C-DCDB-49A8-BD59-A540F793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C01C8-133B-422C-9774-2C7FBAE8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13E26-FF8E-43D1-824F-5BCB0D61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37A3D-8007-4A73-A592-D4569710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0D228-BB23-48AC-B6B7-4E30E37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AE4CF-2AD1-4C60-9C58-8590D292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CD7F6-7C53-4B86-BE0D-3B46CBE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1D7094-6932-44CB-BA22-F36DCDF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C8BC1-FB25-4661-880C-C4E4BBB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0AF71E-792F-457C-8072-9758FE0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73F7DB-BADA-4255-AC04-42212B0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3223A-A812-4E15-89AB-2895FCA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85434-001F-41A9-85E4-B06B8649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6B9087-68BB-4A8B-9806-A8FF28D6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8AAB68-621E-453D-81A9-4FD62FA1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16E8DF-3A8F-493F-A2DB-9882A6CB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0EB94E-F559-45BB-B91C-6844F60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2EE2A-E091-4C3E-AC73-C7A8A84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341A91-E656-469F-BB61-4D1D2AB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B791AB-C0A0-4569-831B-8626B4D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D4BE14-821B-4275-BB1B-B5BD6F6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7C75DF-9F46-4258-A139-7591FEF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03610D-C411-4CCE-8FA5-64975D4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AC22DE-1029-4176-90CA-21FC483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DB2BDD-C67B-4913-8454-F2BC3137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392734-4C2A-4DEF-9FB0-B421CF6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529033-3FE2-419B-97F1-381D86F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AFD143-5550-446E-A9C6-A7F5BA6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CE610D-8D19-4C66-BB80-6CC6A11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93CCAB-2C6C-4B2C-B5BC-2DA1410D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38B2E1-C78B-4EB3-89B7-4B4ABA4D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E708C8-B55B-4110-BF35-A9EB758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989E20-DC13-49D7-B6C8-39F7471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377AFC-50D7-4181-BA71-97F83AC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F4175D-F293-4836-9C10-15EB133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9C31FE-5FB7-4176-A6DD-8A1114E0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5B982F-A66C-4ABC-A9E8-E4B13224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5754CD-DF51-4425-9C15-6CFCE760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E3F5F6-D62D-444B-BCF2-9FD42F3D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DC71AF-2BF4-48D2-BACA-C194222D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94E1FA-91E7-4BF7-A15B-9008E6E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0F8BFA-1F45-4FE7-8137-080B29E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7E3501-62EE-4DAF-831D-04946ACB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3865A1-BD50-49E1-A5D1-B0EE5D19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5FE6D5-F36D-4E87-9341-ADDD494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EF5C81-FC2B-4D95-8EE2-2D6A0AC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AA6D40-84F6-4D38-8A24-0747261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93D8C0-0A3B-4D33-96FD-36DF0509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836688-69A1-423D-8DFC-F3D158A8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3F87F5-4E2C-4A06-9E92-EF89F6C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7B1B73-129B-41D9-BA62-A72041D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5565E7-CFAE-4C94-A851-90F4DC60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A0FE83A-1636-423B-922C-0956E9B5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0B5421-878C-4711-AC10-02D5922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F6364B-93EE-42AD-BAB0-1C77A61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1DB1FA-F3DB-4E25-BEA2-5BC494F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5C70F28-8B74-458B-8058-98C4327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EBB2F2-AEE6-454A-8848-47D0902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64B0638-EE6C-4BAE-B088-39C6A24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15ACA86-1D19-46F6-ADA6-7A9F603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E709A26-DA53-4D17-81BD-CCBFF9C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5E752-F571-4186-AFF3-CBC2A3A4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FE69D3-5D0E-42FA-B1EF-087365D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4C1DCA-45F4-4898-B47F-408B390D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C02D5A-21CF-4AC9-9259-3A41646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B0F112A-4610-4797-AE9C-B2E70CE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E055C6B-6966-4111-96FE-5AAE9F9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498755-BACE-4F82-A152-4155B6F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35FA22CA-6C0F-45AF-B9F5-361368E9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5AB33A-1142-410E-8BD8-7CB4D1B9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8B273F-0525-4752-B751-035CC05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8874A20-A6DE-470B-9362-0E0C9E76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DF3815-0D20-4754-95A4-8EF89EB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F39D10-C975-45F0-856B-326C617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F4F49691-9C6C-4B5E-9FAF-B46E1E2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1B4105-5D29-4289-A112-26922E90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7C48AA-A808-4B5C-BE09-25A67CA4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10FA52-95A5-4CE2-9798-7A4D347B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8A02B0-9C08-4291-B19F-F0AF1CE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AD8EDB6-BCD0-4E18-A0AD-8F8D1CA6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56003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4F6B6BF-51B5-4796-BA71-097ACE79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BCE75-ACC9-433B-A8D2-A7389101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D34B9-9414-4186-80DA-C65601C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507A-AB2F-447B-B207-5AFB247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9B132-B368-4152-BB2F-357C279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39F0D-8677-4AE3-8194-6BDBC55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D9125-E053-4464-A61E-93FEA0D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2AF51-156F-4432-A3D7-5632B40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D068-1623-4E8B-BFE4-7B8F3761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629B3-22AE-4E74-A9FE-8BBFB444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4A6DC-FCA1-4E49-86D7-51FA816D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38748-095B-4C4D-AA1A-9421C3A3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0C551-1C4B-491C-A66B-F583132C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6C277-BFB1-47E0-83C2-14D43A9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0319E-B7E6-4323-892B-EA41AD3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A5B0F-82F0-4EA1-849D-D6323A8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2364E-9A3F-401F-8028-0AFFD61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B9B02-1E71-4CE1-8B92-586C302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6E0D6-F80A-4EF8-B14B-F9B239DC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39AFB-8219-4D82-B5E0-D1210BC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D37CA-0C2D-4BC1-8560-966EB90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3A5A0-8E9F-4121-B35B-B9AE7A8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F8803-D37B-414A-A404-15B9F459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5566E-E3E2-44BE-B6E1-DC52CB9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B9D3B-17C3-46A6-BEC3-323530A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F3A0C-4D13-4A5B-BDE3-51079DF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41D8E-E2DC-4B21-9C42-B0D514B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D8475-7E8F-43CC-9A26-85D4FDAF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2A186-EEF8-4B9D-BAF0-9781340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F47B7-2CAE-477D-875E-9B4E1D00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E164B1-F69E-4CB6-8386-AF451B4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A2EA7-7C05-4093-B541-FFA4AE53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01BC45-BF20-4FD7-842A-97A45942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BDCBC-7B5D-469C-A448-356439D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180B1F2E-13EE-465D-8ADA-9CD686C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3B3ECD-DFA7-4508-9DCB-F75293D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FAD79-EFF5-4F76-8093-D32E902C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E0F0DF-B4A9-4119-B42D-79789171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215D3-7CB0-4404-988F-3E9FB64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50672C-F77F-4834-BBFC-F5782743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702F09-1930-4750-9D61-CC79FE2B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FF37B8B-2BAD-4CA3-9510-D29F80F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8C1DF-C02C-4E0E-BF53-FEEC241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AF2AEC-62DA-40FA-9E40-80698F3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744969-950F-49B3-9654-275CD5C6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304676-C173-4C2E-9D26-BB2D579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079907-98DC-44B3-A643-7957DED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C413DB-84A8-4582-B2DA-52208B3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5DD250F-B402-4ABA-B593-9FA7FA6E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D18CD7-FF6B-4A4D-A9B7-0EF8A029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181B1C-298C-4DB9-8867-E6310D21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B0A89D-0311-4A13-A8D7-FED7EEF5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34D32F-8056-46CA-9D05-4C87C5A1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17181F-943E-4B37-B9BA-BE3370BF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888F9A-972B-4013-BA96-2D64504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EB8358-103D-4C4D-A914-0939B97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D128DF-F9A9-4C87-809B-148D0A85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5A9D73-4D4D-4359-8901-B0A8313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DDB52A-EBE7-428D-99E2-5ECB650A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492FA0-9733-4588-86DB-A80E5470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E57568-EEA4-410B-802E-EDFD52B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F85F1B-D020-4E3A-BC2E-494BCC9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66ABD4-4EA5-48D1-97AA-80EC9E6E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385283-065D-417E-98D7-3C7E1C6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BB163A-0E4B-430A-BB6E-F069650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2C4F54-CEE1-4A02-9D9F-51FF52B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58417E-B506-48B2-B70B-882C5A2F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4890EC-2E4D-4861-BDDB-2F47879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250FA9-30E2-4129-B60F-9A0A594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50464715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A6F30A8-81EA-4053-9E7A-131D7D34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EF20D-257B-49B9-A1C1-8BE246F3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87934-BF33-4EC6-BF43-CFF86DD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C4D5C-8A71-4569-822D-644AD2F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1738B-247C-4BB2-86E1-92B09C5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septiembre - 27 septiembre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B6A0A-FE52-45F6-8B71-16091AA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9DE14-B072-4443-9C8B-96C12E5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78C7A-4C63-4974-88D3-3049F22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DDF91-BCF0-4F3D-8C1B-325BE23E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FA6FE-BA8B-4CEE-8484-3A9351A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B2FB6-DE51-450C-856D-083BDAC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49BF7-AA6A-41DA-8DF4-30B4ADB6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C1946-EB54-4CE9-87D3-17D1F9AB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97286-086C-489F-91D5-B47D62B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08C02-9D15-44AC-BD7D-554DDF49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560F3-1A2E-4A5D-A3B9-46B7A80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B7BD9-D007-48EE-A99D-84B13AD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3F893-E473-4C92-81C9-A98DCFA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E216F-17F4-4B03-A671-C702286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3A1EA-A832-4DCB-95FC-B0BDC040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DC313-3C02-4922-A116-B5D350B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4DBD7-0CA1-4969-A5E0-DF3FAA7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565DA-31B8-4092-BF48-30F10E0C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E329E-BC0E-415E-B258-0E6388F8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DBCB6-30E4-4D01-A280-ACA1C1D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38BB8-A5ED-44EE-A708-47392D71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B992E-3A27-4000-913E-DCEF0CD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6FAA1-A53D-42DE-BC95-C75C64E8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BF62F-DAE9-440F-AD0B-FAD8CA3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B82DB-0B13-4E3C-AE55-34CF906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938FBA-4F7F-4E7E-97EA-B1D38F00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4DF31A-8F12-43A1-9E44-BB3667E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3615E8-AF44-4687-AED0-8F3F19E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AE4A7-D1B5-4364-B20E-0733384F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3E150-6335-4EB9-A855-70DE49BF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E64F34-7E1C-498D-83A3-25313CF0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D6CFB-F229-4ED5-94D2-7718F4E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F721D4-C724-4A17-BFD6-2B49C76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C5EFF-6BC8-4B38-98AA-57BFB2A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297258-B25C-430B-A481-78A6262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9C20D3-1D63-48A0-85BA-69D23C20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6BAFA-A696-4BC5-9073-4A0FAF0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FC467F-B1CC-4EC7-B718-89CDCA73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1497EB-5590-4DB8-B15D-06EF1D0C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4B8853-312E-4724-9523-2721C47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327AFD-922B-4700-8AB0-2BBCE50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A09D72-21AC-4429-82F8-DBB7C98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B7B3B2-E9AE-45AD-B0B7-D8C40198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00D080-AC4E-44A2-920D-CB1A107C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FB0388-79C9-48A8-90A6-FCF3E4EA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A9EA96-693C-4E10-9E24-2AF3700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B93781-BBCC-4422-85B9-EE712354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8A300E-5B70-48F0-A94B-659E52F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2ACE72-DC77-48B1-B66D-672BC5A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495374-C886-4D6C-92ED-1F9D1080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E7633B-3C78-4792-A3AF-39EDE8BF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933D5F-EDEA-455B-8A92-010CA1A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3ABE36-26F7-484D-9775-8614EAB3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241BA5-2992-4E76-8ED5-E9D21578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B0FFBD-6AE6-440B-B2C9-7CFE3D7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2F02C8-92A7-4B1F-8B71-41CA451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F2A1AD-10A3-4D6D-BD99-7CBC6F4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D571DD-B4FA-4D74-81C2-8030ACDC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09AE74-2D51-43BE-A168-02313DD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64030A-AC6C-4E5A-8B4C-3C2A60A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2DF74B-3232-4656-9296-DC44018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75883E-1065-4E0E-B8D7-990B581F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971D51-0605-4054-BDD8-1DDF4EC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8885E3-FDDD-45E2-8B53-EB8844D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CB97C8-99F5-4489-A821-00181CED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A36F03-235D-4B35-BB4D-67E70B6D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5E67CF-39FC-4344-B842-71242F5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74769F-DCC5-44A5-A7CF-874866F7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3C8473-D6BE-413C-B0D1-A8C3BAE6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626A65-C364-4E42-A257-445F42A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B91191-92F3-4B1B-8A3C-7CAE8B60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28CEB2-94C9-4E34-8B2B-61AD03B0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45173E-2616-4078-B3B9-BCCA9D8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EFA312-8D31-4C5F-8A04-CAFB240F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926F23-56D5-4B15-A6A9-EEEA7B9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2ABE6E-7968-4E7C-81B6-AAFCCB7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A2F430-4754-4D53-885C-D97A239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B7ADE8-568D-4FF4-9EBB-FEC606B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1EBD19-19D8-49C0-A511-60F618EC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48CEE6-B634-42F1-A4AE-889199B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8325B8-5F67-4CDC-AD93-6DAFC44F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F9F375-001E-47C2-888B-561A5F2B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25533B-E9E0-4EF6-A65A-D26BA50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BB126E-89A0-48F9-9276-8EF154F9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42C9BC-DB5F-4C8B-8A5C-8F67E5E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CA0130-3374-4432-A941-DC5489B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B54B7E-D5D0-4C55-B384-E0450E81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010E45-495D-40D6-BC2A-68614E3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2F054E-823B-43DB-AF05-3555641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4AC05E-90BD-4A84-B0C7-508C6B1C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E41287-F417-4491-A82E-6631029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F30CB7-55F0-4952-9854-CD43CB9C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D45D4CB-8886-42DE-9828-5FB30C70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18689D-BFBF-4609-A801-DD37D70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B95AA9-91E3-46F5-8607-239511D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D37333-0269-42F1-B5B0-D97AB06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010875-D09A-49C5-B68C-0D5F818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09A92DB-6C48-4A68-9496-25839D72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EF0E469-55F0-441C-BC69-A7503569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7A89B7-ABC4-4836-A096-C343FDD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6B80CA7-FF7A-4A65-9BB3-3982FE7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52C067-95BC-455F-8BBC-AFB11432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3B13AD-DFED-4EC3-81CF-3048D57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19F22A-3CE1-443F-9CF8-6F6092BE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940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7057DB0-A116-49BA-9BB4-9808FA6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4846B-50D9-4F7D-BD52-9D61767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9302E-0CED-443A-8F6B-83A4C930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B71F2-1EB5-4C66-B9F8-A32F7E6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57CB4-7199-49BE-8076-676735B7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F7C17-7DD4-48E4-A4C7-87083E66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BD80D-C253-418F-B672-93C34EE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1DCB8-AC4F-43CE-BB00-AF520E1F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86E86-7A71-4CF9-87C2-826A5366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7FA9F-1990-4993-B74B-2E1E646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A785A-D316-4E77-A07C-E300145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ACC14-7692-452D-9B2E-D4BD868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AD80C-CD17-42E6-A5FC-41ED2330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13113-7F51-490D-8AB1-2A05A6A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72770-5E34-4E59-8FED-405837FF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817CE-120D-4CAC-8771-28DB69E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E9998-F314-4C10-99A5-0F06B1A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8F8DB-67AA-4545-9462-12454E3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937B1-A69B-41A2-BD70-68FB83C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21ED7-BC13-4747-BDD5-FA1E8753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76E19-BBA8-4F3C-B791-66C12E47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83576-5FF1-4B5C-AA73-5EADF97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9BC20-2DCD-4958-89EA-5D07842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1C593-3E0C-4138-A62F-8224F00F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541D3-E302-4BEC-AD53-562E3B8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73F72-763B-43B1-B196-F0EEF635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1F998-E0D4-4FBB-BCB0-9DC8835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724E6-13C3-4562-B98D-FD8D9BF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0F97EA-D920-4C1E-9F1E-E807ACF8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06DE37-A8EB-4E73-8AAC-1AC941B8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45CBA-6553-4C55-9BE8-CEB51F5B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7BAE4-0CB4-4DED-9027-F5FD7939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E03EA-43AE-4766-A984-1A30474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B70D1A-3CBE-453D-80CD-3DAA67B9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81046C2-24CF-4483-BEF4-96DA2C53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861CA7-8013-4497-A0DD-4A1044A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CB90F-14EE-4539-954C-9E736EA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05407F-F7F1-4B39-B51E-186EEB53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A6A45-0856-4628-8120-1341290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A0CBDF-D275-48D1-B4DA-4D02BBC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0B7464-A080-46E7-8776-4B486E1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1B1F4974-CB8D-4B3F-BD2A-AF9E263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F7EFF0-E3ED-492B-A487-8AC22F9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C24E60-6E0D-458E-9DF9-484635F8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51EF41-F963-41DE-AA09-26B3BAC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06657F-5817-4816-84A7-B9C49CC9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B22400-C229-4DF9-9B97-E0F8B3B0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8605E1-BDD8-44D0-9905-89317CF0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27D9475-647A-41F3-88D4-325F8DF2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E431F5-CAE2-4A11-ACC2-A2AAFB80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35F8D5-09F4-4136-9ACC-701B247A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DE6198-3AB6-4435-9B26-2F6CC90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04FC27-A355-4F31-A340-BBB845A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A1CCD3-DD59-4ADE-9E68-E0B6B7C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5AF38-72E4-47FD-ADCF-7319C38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2C9101-435E-4E32-A51D-5B556584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C24DB6-5C45-42EA-89EB-0F1207C7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AC1372-77A2-4B79-BA2D-7681504E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EA9D1-4534-4D68-88CA-EBAF75CB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58F293-2842-45B9-9DF7-E6595B13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5B3070-3F60-4061-9457-CAC351E5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331556-9ED1-4C9B-838E-1F9B75B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B34166-C86D-4481-B212-B0F00C59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7DB4AB-DAF2-4438-9660-979843A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672B97-4D82-41B2-ACB0-D652DF5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BE6FEE-02C2-4FF1-AB55-39F6D5B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402B86-9192-4A83-BDF7-4B254EF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9BB840-56B3-4669-8AA4-62236CD2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0AF566-720D-4308-9C6A-E5B8EC4D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47499815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817B7A2-AE2C-41E5-8A6C-07359E9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80066-F4FF-4C12-AD80-D704DAA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31072-DEC3-431B-BC3F-6BA30146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6E497-8A66-4FB4-B203-D37EF56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0139-4B8D-43DA-AD95-A484EC9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septiembre - 04 octubre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A6109-FB66-4880-B4AB-1D1F323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3E1DF-B197-44F8-AA9D-E54D7AED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9E0A3-3FAC-41E3-B5C7-B58BA8EE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17706-7D1E-42F8-BA92-F5C928B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A98F0-6D53-4E7A-82B3-B9B86F9F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361DC-0161-4F74-A0AD-D61945F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9A50B-EC18-41E7-8AF5-D77C65E4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855E0-14E1-4417-BFE2-03EA887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A40C3-B23B-47E5-829E-7694295F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7812F-8A05-46F4-91E2-55F6BE0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CCFEC-FDDA-4CBA-B6CC-73DB3EC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39D27-3271-440C-AD54-C131191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851BA-A37D-4F64-86D2-B9985F1F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B0310-3164-4363-8345-C32D52B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EEDA3-3732-499C-B108-05D4807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6E540-EB83-4B54-AA9F-177A4F9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978E7-3E35-457A-8615-12B5595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4E2A6-FDB9-4B98-975C-BEE19E8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F5B8C-EA1E-44C7-B285-BFE81951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CCB63-87DF-4453-B76D-06738BE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EDD7F-F9F4-42F0-8A9A-46BC0E82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CAF00-50E3-4919-8D5B-6F2A2E7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ADF9C-E89C-438F-B8D8-BB181E7D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5A023-8614-4C28-B427-115C939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BC3D5-E8B1-4A22-BCEB-29FD32D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73EBA-E6A4-4460-BCFB-98A87CF3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4A418-5C56-465A-914A-D07265C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79DAB-2EE9-406F-9DB3-1E1919B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8BB70-958B-458E-B54F-792E236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1D3F2F-63B4-4D7A-85E7-F4BBD38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1BBB6-0AC2-4F93-8720-299A82F8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1C68FA-BCE6-40DD-9822-A6C86B40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E0C0BD-4364-4C1A-82CF-53EA7A4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038E92-F6DE-46DA-B66E-D1A30AE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4943B-F95C-45F0-A4AF-299DD0A7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0FB47B-E32F-4A91-909D-80CF2593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C5B08E-2602-472F-BB56-A4374052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1668C6-52FA-4D8D-ADB9-72D78F99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024006-3D9F-4FA1-975B-86C6FDC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4398DD-F5F8-4EA3-9065-3A279F6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29CE1E-3041-4F18-A6C6-32C08DBF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4F8562-77FC-439B-86BD-72D3A7F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8E967F-32C9-4BD6-836C-D92CC067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8ECF1A-D654-4E8D-B24D-299B4FE4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FFAB60-C078-4BE6-AB95-F550D9D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08FB37-A3DF-4C4C-9065-8E34B9B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1AEFE-6F69-493E-A19C-771AFFF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A09B79-1135-4649-A29C-3E45156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26ED13-9E12-4797-BC51-C5025B39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C73600-FEEF-49DF-846F-FE9574D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8BEF4E-4AB3-45EA-905A-5637533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636260-EF9A-410D-BA6C-1BD7992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1CB401-B8E1-4D9E-B960-1C7771DC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D6CCA3-AAD2-4076-863D-B099B29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64D612-B49F-4962-85D3-706643D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6A002D-F00D-4C06-9F17-72909862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2B22FA-8711-4F0E-9E57-C26334A8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A00B3E-AC91-4AB7-9972-2708D22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5A6C09-FF22-4CFC-A6AA-4927A254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27E0E3-64EF-471E-B75B-2F165C8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D6DC4B-6322-4A01-BB08-99DD22A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3ADF81-3E14-4721-85A2-5511C87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5DA508-E3BF-461D-BD3E-1F673069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FFD428-F610-4A31-B3D1-D74B56BD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CE9051-80C0-48BA-AAB7-5A190BF0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6F2FCD-2AB6-47D1-A416-07050E7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EB49F7-C854-4F64-906B-E52B7E4D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4B8580-CB5B-424B-9386-0AA752A2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409800-2013-42E9-99E9-CC6089A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C8BC4E-6DDD-49D8-9FDE-13E35DF3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915457-29B6-405A-98E4-88C6E0F9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D79E51-3A5B-47D2-8195-FD5523D4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45E817-77D2-480A-910E-A3CFDDFD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546F3E-C7D6-4E69-98AE-CF3D3421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A65241-58BD-4A6A-81E9-4AB89D0F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5DA2E9-B54A-4858-80B7-1503087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A1C276-75BC-4BD5-AED9-BA98933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3C4002-8F7D-444A-A636-F6828483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6E907D-E2CA-4F64-B695-3A7A913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A144B2D-ED08-41D3-BB7C-03F01EC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A682E98-DBE4-45E1-831B-D27174B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6C59F62-249A-4BCC-BCFA-24295C2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3285DF-4E91-411F-966B-7091F2A5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359B9E-E3D5-4889-950D-A961B0F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D48016-3673-4A9D-A60E-127012B5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C0743C-7A3E-43FE-8CC2-46DB6E48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80C12A-1DED-41BC-BB3D-A1F7C8EF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D3DC80-1C7C-4025-842B-377DA5B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4B1470-F2BB-4442-A49F-84EC28A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196806-2815-4751-90AE-D267E84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D4D354-673E-484D-BC24-C746B31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B2C1E6-4FB2-4938-8468-4F10BCB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2060EF7-5256-45CA-A48A-42E3824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CB14B3-459D-4466-80C9-DB3CF5E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ED3E15A-A5D6-41E2-822A-3CC0D5BD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858476-BF96-4C66-9E61-441C037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A2AB84-C49C-4ADC-8B35-34C5497A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2B0A29-2D9F-40DD-B4EE-9133AAB4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78DFCE9-F52C-43CD-804A-A1B1F75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E3057C-1E60-4F7B-82A7-EFA08E1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47A716-DF65-45A0-A542-00004C9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18DE1E6-25CA-48D1-901B-0CC0D2BE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1C0CBA-F089-4070-B5E4-7A273DD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24EBA4-2407-4E0C-8046-4FB7E38D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036809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54B75B1-57D5-4DDA-AA0A-03CFE57E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9E103-7FBF-42A3-8DAD-BFABA06B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09917-8CDC-4766-952A-98B47FC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8B39E-B2BB-4E4E-BF98-4C3B5BE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E94A-AA35-4976-BC63-3895E37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F894-401B-40D1-A748-C39CED1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DB9CA-B7E5-40FB-B67F-1E7E91F5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2D495-082E-4063-A6AE-2E0A1CC2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D4C4D-62E0-4352-84C3-09C8CB4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3E84F-0C7B-4249-8C98-4E6262B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22309-8601-4105-936F-51969C55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D4FC3-4665-47DF-B9EF-392D4D8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72417-D0ED-4C82-B02C-9F906AF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600F6-3994-4C6B-AF79-B51707DC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54B22-A702-41F5-BEB2-F1B4E06D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1B3A-DE7D-4394-A9B6-2FBF08A3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37468-D7DA-4252-822D-FAED24F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B3AB1-CB48-449F-A7A4-979532F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DCAE7-BBA3-4506-9738-02C5214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60F8B-F6F2-4A04-A710-C499736A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7B40D-D16F-47CB-B915-CACD0FE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BD48F-4DAF-47D9-83BE-991F8EEF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47D7E-8370-4702-94C8-A64D114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70D21-C5C2-412A-B633-4F9E941E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C2595-D872-4032-8B49-F76B4EB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37B06-517A-481D-9481-CF7F3189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DF5FF-1F32-43AB-8BAC-B67B2615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0B716-0C70-46E7-B323-D6553E28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E02FB-5F07-4E96-AD7B-9500925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B796AA-5092-4CA7-8B0B-1D60D4DD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B504A-5B4D-4D28-B9A5-DF18B73F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1FF38-DC21-4CC2-B1F6-685E871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6E42F-DBAC-46CA-B9AB-DE655E5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7E165-A41D-4313-852A-9A44CA89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DF2A01A3-3A85-4430-8924-E3BA5716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8F6E7E-95B0-4186-867C-F536BD68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972CC-7F59-4D5A-A6C5-84B7207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74BD4D-764D-40BC-ACFD-451CDB94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F2498E-3A33-42A6-B86A-5AC5F30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FAA92E-A0E8-4651-93C0-77ECD23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6A01A7-E420-4982-BF9F-3FE91CB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F22A4D0-7335-4F9A-9DF9-C67A9D05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A9A211-387D-4778-9171-D9DDDFB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CDA285-059E-4773-B4D0-ECEFBBF3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6B6B3-22E3-4F12-AF2A-0BDDC43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219772-387E-418B-849A-39C7DB90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B4BE6-0CBB-4450-9B78-613A3C1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2B9038-F579-43B4-B4F6-710D3391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F84D852-D087-4837-9422-25DDACE7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DFBE72-5AEF-4561-997A-72823800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DDC42D-7978-410C-A6F1-D748C77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EC41A9-7809-4935-829E-C632048D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734A6-5FAE-4296-A7FD-5B568F4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52D78B-7A05-45F5-AC06-718C9F5F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A77063-2194-46A2-A401-C870964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61470-F8B1-4F84-AB2A-0729659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0BEFC2-6565-47F5-8388-4FDE8304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5FCA00-778D-4F71-B881-C277249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08A437-EC37-4743-8CC8-48125BC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7DD5B5-580F-40D3-8D66-77DD525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206302-2FEC-4D1D-93FF-D05518D5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8FE74C-88AA-4167-829B-66ABED3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ABA313-0D71-441B-B755-754644C3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768C05-638F-4D7C-8153-3155AD81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88760D-016B-4635-9F11-6BAEB09B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EF9BE8-9FBA-4665-A9D9-003E38E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AD1183-05EE-4E3B-812E-EBD4280B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7C39C2-F185-471C-A153-B433D12E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6A63F2-38B9-4524-8D53-CE272667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210130294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64EE0E2-4035-482F-A790-4FCF59FA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D4017-88DA-4BC5-9F86-22BE273A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645BB-FD5D-4D48-82BE-C09A88C9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68A47-2BC3-47B0-A034-63DE09F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EC63A-2A58-48B0-B3E5-BB522D5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octubre - 11 octubre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762ED-8DFB-4FDC-978E-9E4F471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2AF22-A26B-41A8-A0C1-48968A5B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0E010-4A2E-4BA8-AEDF-100FF724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B043E-1E4F-4D42-8BE2-F3E0BA4C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592C2-0760-44BE-8108-FCAF4E63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35244-C953-43D7-A5F4-F17D6A61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CA0C0-6A2B-46C1-B066-0287EAB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E24E2-1F76-41D0-AE89-B3C5CC06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A30DF-36BD-4E8D-BC4F-ED7BA07B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B273D-07C7-4277-87F3-31E3D8A8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CDAA2-FA04-4D87-9F01-F261CFA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BDB07-8781-4EDD-962B-FEA3812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6F03C-0ECA-4A10-A4D0-C305A9C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2CF05-ADD6-4ED1-AEDC-6FF7885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C9C2F-BF37-406C-9BC7-C73EBC9A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D6EC6-6BDC-420A-8B8F-9046CE4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1BB53-CE42-46F7-9D44-4ED3C4C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D0076-B7C7-41F7-9F82-2AEF584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4FBE8-F725-45AC-A151-875F0AF9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E1CCD-419B-4C63-9CF2-6B69A9C9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3ED16-B67E-44D4-8025-AAF7FFBA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817F2-2E67-4E06-8595-B7BEBF6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6549D-5D1C-4B0C-8CD7-938EFDA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382734-C103-43D6-A938-F90E6819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5270AC-37EF-4C97-BACA-D3E4A7E7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0CBCB-33EC-4073-B775-7F3B722C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DC1F8-0641-4E5C-8175-788E8B71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1B6328-E3B3-42B4-B97D-9AF9CB3C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55D4C8-B11B-484F-AD94-5DCB2E9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5B9F7-DCD9-4E96-B606-F9106E5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8B12E-2DBC-4633-B1CD-7063434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D7EDA4-A350-4AC6-9AC6-5ACCCDD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FBE314-C0F4-4580-8684-408EA86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77A80A-8F9A-4368-91F7-F95EF5A3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19815-663B-4924-9015-C4EF48D2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A0EFA-CA7D-458D-8F6F-A9A4D16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9FEFF3-04B4-4B0F-82AF-42E51C6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E06FEA-58D2-470B-947C-CC5C801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AE91AD-926E-4D63-9396-47E9F880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6041EE-7964-490C-BCE8-618D913B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578BC7-7196-475D-B8FC-105F63F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C78D3F-A8B7-477B-9EBD-D2843A6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67F49E-8A8F-4682-8F09-DE8F7E2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4FFD06-115C-4677-9E9F-8E5565AD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AB50A5-E788-4D7F-AE2F-36E71D0C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30C91B-72F8-44F0-9F08-C8C4A929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024403-793D-46CE-9084-B5D970EA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1BCE5C-D64D-4903-9DAE-141011D0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097219-2931-4E19-99ED-38603DE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81A299-7714-4010-9639-5057A007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11EDBB-6C00-4127-B7BA-D54BEA4A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74BD2F-6C31-48EC-B4AD-B88FF677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3F6EA8-00B0-49B0-9E60-77F96041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9569FC-5DBF-4EFD-8309-30093324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00EC17-9E3D-4186-9FFC-C036FE1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7F4870-C3B2-42B8-99F2-8A4CDF3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048489-AAFF-401C-8A95-3BED7D78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8CE4F0-75A7-4C82-A75D-9F00B60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ACFC5C-6982-431B-BB47-2CC8C24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AB797C-A3D0-4BF7-A08A-C90B284E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FEDA48-41AE-4F30-BB37-8CB5D455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130B70-F44D-4007-B819-92A85F3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2D6646-94EF-4898-A6F5-1B0CD83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1300CF-F72A-4991-937C-20495D9B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7F3A36-B142-4840-ADE3-7A67EC08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1EABDA-5231-434F-9F67-A03A4718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618516-E247-47F2-879E-0C83EB4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C57B63-C8C7-4DB0-B8FC-1E3450DB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3DCD0D-5552-4FDF-A2E2-4AA5BE2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62C690-5774-4E69-8DB8-86A3B74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B4DE08-F3DA-47F6-B09B-D5EBF15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CA5EF7-489B-4325-83F2-B4D68A9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1E547F-81B7-4783-82E1-9EAA07D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DC4F8F-AE35-4896-9681-46BD768A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9E2AF9-066B-4D28-B5C4-4E0C2AA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AB4E59-B003-43BF-AEB4-89FBE38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5B8829-303C-406D-A2FA-BE11C61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61C8E3-90DA-4C2F-943C-07521CC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103E3B-E191-44F7-951B-DC044D5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1EC722-5E5C-411C-B62C-70859810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258578-2B00-4524-851B-0F829DA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B9186A-EA25-499F-AE18-E3614FD7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222F165-697B-4CFD-A9D7-EB4ED81B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6EF274E-3166-4482-A294-035591A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C172E9-DC1A-4CCD-B60B-EEBE249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171480-EDC0-4868-BC88-F7BB258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D5F2CCF-300E-4631-9151-093BC1A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11CC15C-BF61-403D-9572-55B083C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07A0F79-DAF5-4BF0-81ED-EB8C4D06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9223FD-4ACA-4213-B187-02F3A5C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0BCFE2-CE78-4AEA-AA37-1449214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4C3063-7D79-41D2-A868-46FAEFC3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B484A64-7B43-475D-A49C-CF1FDA7D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5C02A2-C843-49ED-B623-DED97CA5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267FBCC-16CE-481E-9325-509C2C27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C6AEF2-3BCE-4A33-9A7B-5EBAE29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F9A245-CD2C-4D85-9218-4694C06F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F29A7E-308E-4A59-B205-2BC681B2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757B534-966B-4E70-8ACA-4EB9EE18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F6B847-407B-4A38-8AAA-D1FAD946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C23EAB9-23AE-40A4-9F37-917ABBEB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8AA804-0E3B-4497-9905-79FF9F4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DC114F-154A-426C-AB35-04531FB9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FE9C78-00C1-46F9-BF0C-3AEBB50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029534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DD82E73-BF89-42CB-92FA-4911184F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09C48-EAAB-404F-ABA2-C221EF6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B8D53-9C9B-4959-B56A-D53585CE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9683A-8AC9-415D-A66B-00E2244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FAE6A-A16D-4950-A96F-EA21875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5C3BE-DE7A-4CFD-9076-20ED22B0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2CF3-6C93-4891-8EE2-610A3869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08EA1-9D76-49B2-88A7-3F6E2626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5B428-34F7-4820-B3A4-72647E6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BDC8E-F1F9-47DA-AD5C-ECFF9618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EE67C-3C94-4A24-9906-F31802C2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44B03-7011-4527-AA5F-AEC10C60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BDD10-8E85-469C-BA12-EF1D4451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AE5CC-342E-400E-ADEA-53C209DD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9E47E-E8C9-493B-A155-77929045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910F7-D9A2-4B06-8845-C590B2C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97747-2F56-4105-8417-246AC12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895DF-5380-43ED-B460-73F4C37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61766-DCF8-46A8-99EF-748DAEE5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718B5-2AA9-4566-AB37-24C8C1B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A797A-8C68-4AA7-B7D3-E087FDE1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0F630-CE9E-441A-BF97-D65B2853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10929-F840-4725-8746-E56B64C2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D3392-5EBD-4DD7-8825-F51FE4B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31FB9-C5FF-4BA7-88DC-E974A10C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635F5-C762-4604-914B-496DF12D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E8DBD-0B48-427D-9ED4-B5E72DF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99672-9674-48D3-BC2A-B2FAE63C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7BFF0-EE2F-42BF-A4D3-D8EEB963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351E7-7638-4F21-B2B1-EA94139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77201-9B63-4A29-AA76-6603E6D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0240E-4ED2-4476-A8F3-77E30A4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569D26-3C52-4C2D-AA16-C87D9DE7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01E93-5EDA-4489-8132-BED4A0DF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8D8E16A-C4E0-45AB-AAA8-EBE3EC9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DD1BBD-F038-4361-A88A-18C9C8F9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C4423-D39B-4CA0-BEF1-11AD81E4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D5D07-BBDD-400C-AF3A-DC619A7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BEC485-228A-4217-99BA-DBD07CF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DDEB9D-D893-47C2-9C3B-8751FE6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B181F2-D3C3-4373-8C44-6E4ED220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0253BC9-3F80-4AD6-8265-6CFCA37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683519-7B67-495F-9FA7-AB579C36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A0043C-7261-4507-BADC-B9AA6A2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57F4FB-A92F-4868-B96F-1AFCE97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BE2ADC-C00C-4AA5-AC64-DC7D9B3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11751-3366-4380-9135-D67D9FDE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DB97A6-A791-435A-869B-26DD0B36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C9DD384-10B4-429F-98A6-18FE47D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87D384-1214-4D9B-AD9B-BF6DC56F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DE5156-CA9D-4D7C-B88B-BAE2A75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6EF612-0272-4FA2-961F-F58141CD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F80C9B-1738-4AA0-BFD9-E7AB2500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3DBCE8-76B2-49D4-8F5F-868708A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32681A-0F56-4B8A-BDA7-9F4E59E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63C63A-93C7-4539-9B00-AD0889B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A72104-D13B-4D92-8D2A-590D60F3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031CF2-DC0B-463C-9F31-60435EC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07EABE-C60B-40D1-A4EE-D9910B0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EFCA01-FC70-429B-AAB9-4B29796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FD42CD-4C15-41CC-BB43-1046E00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CA6BBD-9727-44EA-B88C-1FA49AA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9020BB-D738-4742-BD1D-FF8666FE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6CB9D1-24BE-41CA-8456-31C0E8EF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EAF008-0392-477F-9D3D-EB6C21F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87CA6E-B043-45CB-A565-5D6E37B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67EDDC-42BA-4ACE-98DB-E87E037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71E143-DB82-46F4-9337-2F55AE8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B0D10D-9A9E-4567-95A4-FA6DE53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12484830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5524063-8C41-40D8-900A-AB482634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2668B-C318-4818-B2D6-F3AA00CF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8AFC3-3AE3-48DB-A88B-824C857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96388-1F82-48AF-864E-4B17EEF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9DC52-5881-4F76-AAE5-FD83F389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octubre - 18 octubre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55699-F745-4FA6-8BFF-C73EE5C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78694-B3D2-4928-9AD6-624590D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A4761-5B94-4389-850A-67F7BDAB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45C0-4F7A-455B-8EF6-19674E53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96634-35BD-475B-858D-612E7F6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04537-8257-4FC1-98BC-755DFA4B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E253A-0FE1-4C2A-92B6-C2CD6F48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93D40-C402-4066-BF62-D7EF6AD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1F9BD-DF5D-470F-97B7-C595E41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BCC8C-39B2-4B95-8E6F-AEDED57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30651-C1E4-4B8D-BCE6-8EC99F1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494D7-F497-4C53-8E5C-D6217D36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CB113-72A3-464F-8E9F-37CAB4B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A0B65-92E8-44E5-B0CC-BD570E6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E9705-6A64-4FEE-89B5-945BA98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37112-6F3E-4DC2-808B-E1F5A9E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ADE5A-A00E-4EF7-99F3-B5382ACE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A8327-FC24-4473-AF8D-909A8545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C9B12-7ED7-4F81-91FB-2F26446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CEF03-CC78-4752-B413-4648BEF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D3DDD-6A2B-4350-BBC4-8E0DEBC4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101D6-A101-4B60-81E6-8EAB3D8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17202-24F0-4C27-B478-7C38B8E1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9A1426-9CDE-4B20-A31C-A397A15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EB784-2062-425C-B371-15EA5033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A0119-F7A6-4C02-BD4E-3102E42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632AF-5807-4AB5-B975-8910099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DAAD9-0EFC-4F0F-99BD-3B5AE2C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048FE-D3E1-4640-A57E-FC8C5EC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1F1F2-7F81-44CF-A309-C278FE9F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DFDB8-DCB2-4B06-BE74-AABD9C3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7E27E-6E70-4203-B344-0FC3819C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8EAFE4-58A4-494D-B533-CFB59B7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3B0607-B41A-4FB7-800D-9509E7B3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2C3B7A-D059-44EE-971C-6D876CDB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7EEDFE-FC3D-467C-92AA-A41D245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07D0F0-DD31-4C03-9F1C-3A7AFD8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437535-063C-443F-91C2-49B72D8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3AB69-1E97-413E-95DD-E1B54C8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3AB339-3370-4600-8DB2-5D21EE51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C3044B-7B70-4EEF-B5F3-457EB72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EE48A7-8473-4841-934D-7C3FC54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AAE9E4-8D44-4408-A5F6-BD98741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2C0FF7-4149-4C6F-9824-9D0BDA1F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314C8B-D159-48CB-B553-FA56F610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C1C05E-E9DC-492F-B1FE-D7B4B82B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018578-9430-4A1C-9773-66D26550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414733-475C-4E19-ABE7-22E8240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D30F20-59C6-49A8-8DBD-61D69756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A6FD32-0362-4935-8534-C0B375A5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BD19E7-D71D-4499-98BE-0D094ED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61D58E-A3EC-4B9E-9CC6-C1B9FE1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B2A17-B0B9-489D-BDF0-AF19F3A5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F36744-E88B-44BB-A19A-F8BFC6D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E08C56-5D3F-4642-8E5B-A525B00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273757-5A37-429B-9818-AE34B46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E4BA6F-863E-49C7-8586-04455BF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934435-5D62-4441-BB69-2B348C9C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B5FC30-71B3-44D9-BB0B-35AC9DE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C06356-0539-41DF-99E2-CE8194E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B6940E-16D7-440E-997A-DF460825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143433-37C6-43AC-9BED-A50DF6B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F919D1-C540-4311-BEC4-6E5A292F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910053-3AC9-427D-BCEF-6A97367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0B9B7A-799C-484A-8474-A279E91D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3C25AF-37B9-4F87-8DA6-D5063088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88BACD-1CD5-4713-B9B0-92310C06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7ECD71-E79F-4273-AA12-B33CD35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A98082-E5D0-46CC-93DC-6908ACA2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0480D4-23E1-43A4-8A06-81C12EF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5EB4E2-A36D-4C7A-8BBE-C53569D1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C0C12C-A011-4D7E-9113-810554F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1BDA1E-4F55-4765-8D85-A9B0E8B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F1ED7A-6705-422E-8137-09229A5F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A8DC2C-50D9-45A6-97E9-0E28391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2C8443-5EF8-4794-ABA2-6446CFA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A9B698-F5B6-453D-8F16-D471B33D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C09108-009C-440E-A5BE-211AAC64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3049A9-F684-410D-A8D4-1E05655F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4AF7621-E141-43E5-8A33-C0EFE87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7F3D36-8A1C-467F-8007-F66F9D4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E8811CD-6F25-4DF5-AC2C-47B9041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5CAC645-E533-47C5-8BDC-ADE00B7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D4583D1-127E-4FAC-A5C6-7307BFEC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15F74E-8FC5-444C-9BA8-0E564C56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D05AF1-717B-4C66-A3E5-03E0B5BE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08E0C0-7D91-4BBB-8074-0C02B3EF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442B1D-27C9-4863-8A21-D8B7505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6B3E4FE-6036-4FA1-94E6-AAE92D1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E85CA9-9442-4AE9-B68A-9F26224F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593088-BDDB-4BB1-BFBE-C4DA157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5E5D45-0547-4111-9300-C38F0A69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9FBD682-5E3E-4992-9C01-69D6643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E5067A7-25F6-48E1-AA62-98EA71C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AA15AF-53F9-4A4A-B10B-6549E5E9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C315402-0C05-4309-8001-9C2A4DB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AFF4BE-2B37-4EBB-9D9E-1CCC26D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C1D582-02CF-4B3B-8D3E-C82A166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486D295-386D-42AE-BA56-C9DC86B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2FFDDD-8813-483A-8E64-66652528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0525D4-4785-40A7-8C00-CDB3184E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EA9116-EB06-44F6-8797-C47F61C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834413-9EF7-4F56-9D98-3E305F7C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8B3807-557A-4748-8247-824053D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64657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1E57ED5-5C1D-42F1-9AE8-27DF8E8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642F8-922A-451E-A5A4-284824E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17E6-DB36-4853-93F7-ABD5C26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5F286-8C1C-419A-B38E-51C0A82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FD204-9123-4C1F-A7CB-4D3B0DB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EEEF0-DA86-4287-AAEB-16FDFBA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F5DA5-B9F2-4D40-93D2-B6EC5C5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6984E-7BBD-4A61-818F-EEAC34D7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E0CFC-E45A-41AE-9F81-26738B08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C0258-70D0-442B-9A7E-88A3B3E8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81CF9-3E1C-4830-85C0-1E1C0A6F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3936D-6DE1-426F-8BA3-F3B559B8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F6131-7221-4B9B-950E-558A0F7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35D07-3457-495A-85DA-3757426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DE842-BF27-4839-8C95-C24F6273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10F61-F6C5-4259-ADD1-95BC0251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6ADBD-4433-441A-9F66-4656B21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020AD-E4B1-4BDD-A382-E91EDE0E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D2CAB-159C-486F-8E81-2B91EC97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245F5-8788-4B78-B275-5D184013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C1FDB-147D-4602-B589-CE92C7A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14715-81A4-4A48-87B7-322FB61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585F7-C402-45C6-A6BA-145EA54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C9A93-92EC-401A-ABF3-60D688B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11952-C3C0-4A2D-9130-C2CFDBE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37844-5952-405E-A66C-138FD590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28EDF-8178-41E1-8DAD-28B89E40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D9983-CF7E-4535-B849-0C153062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EC77B-AB47-45B8-84AB-FC8DAC6C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17C48-0476-468D-A8D1-7DAFA12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3FA2E-F583-4634-9EEB-A11D89D9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66822-BD93-4EEF-9187-50E68575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E70147-94AB-411D-B9D4-C9A763C8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88C6F-BD35-4CA5-A388-4040F15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4F0D79C-B150-4753-99E1-C8D141C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A37B31-E93A-4B7D-92FE-78BFDAA4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E9204-ED51-4FCA-8980-7D945CB9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CDC77E-FA57-4F13-A4A0-EBFA112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2C1D24-19B9-4C4B-A8FC-48A9C04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491BC-C0E8-474C-81D7-53D6505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FAC300-7D49-4EA2-8171-1C87525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47910CF6-6E42-4153-9FE6-DD58B83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E949D7-9970-446A-B6E3-387D9FF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2CBEAB-179F-47D2-952D-37CEF091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A23D37-DB13-4A4C-AD4A-4EED32FC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B91029-7D03-4598-ACE0-25611E0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870BF5-37D6-4D4B-817C-E02F33E4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076B4E-3954-4445-B236-691FD4D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2540F44-95B8-4B99-843C-4F6727F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047398-141C-4076-8B35-3C55AAB4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E46A8-6F75-4AC3-9F72-FE994CF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6F08D-05B6-4294-91A4-BC3E172A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C8F363-9DA2-407B-B0B3-9B77B835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626030-1607-450A-A519-2C6BC9B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290B0D-5BAA-400E-94BD-372039B7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EC423C-D806-470A-A5E7-DD1B86BE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085652-F768-4F5A-88F3-9213FCD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F56370-41CA-4E71-AD9D-1444830E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7B8C39-58DF-4382-90F5-7A015C8D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09F8F1-FD6D-450B-91FE-02B8BA5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6A34C4-B793-4F63-9F49-C9EF374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893EAA-60FB-4069-B8CB-F64565A7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F13365-A1E0-4506-8C97-A7B9720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83806C-B8D8-404B-8268-9C0A3AF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06E24E-52B8-41C7-BFA1-DB39CE0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EC18D8-B527-40BE-A112-84EE0A80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D8F42D-A021-413D-9C3F-637AC0E9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4D70A6-BC8F-4ADA-807D-0DF6A36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A8069F-BA9C-478F-AD78-9AEFE66E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7955307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8B12EB8-72AF-4183-9E85-C0239C16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1726-5B6E-4C2D-96E1-3E53D0A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32EEB-9CBA-40E1-AD64-EBEE21CA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ADE4A-A97D-4FED-8C4C-14EE0FF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522D6-9D0C-4E75-B8FE-E18AB81A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octubre - 25 octubre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A3ABC-9935-480F-A8FC-00B6C4AA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03077-2785-41AC-ACB5-8EDE6D1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536F7-5B9F-45A5-9D0A-F71201B7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37B4F-4062-4443-ABF3-FCC5E06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C8B33-6A03-49EA-B1FD-E57FDE73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6C1BF-3D0E-4BE2-81BD-F5763701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58427-BAB9-4568-9C86-42FFBBE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0FC4B-1181-48E8-9CB3-01207B0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DB103-916C-4412-8A7A-3248C51F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EBC8C-9797-4219-AB7A-4A7AE46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F8083-8379-401C-A433-E7310D8B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5359F-B899-4A5F-9DA8-26D0C67D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F4A83-D31E-4E9C-86F6-228E242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142F1-7122-419F-B8E2-C8526BF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B0A77-CF3B-4906-BBCC-0251D54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89FE6-1CE6-4B19-93E2-E084F1B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1D926-D543-4B60-8018-D1D21B5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55D1B-1917-4224-BF0C-50EDF2E3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CCA34-B8E2-4394-B58E-4A97F4E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2B017-E656-4BD5-8426-93032CB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090B0-6EFE-4D62-A086-8CF8DC7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C36A6-8AD9-4B30-AE2C-F38F3BCE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5765B-1BF6-49D4-B600-DE66381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58081-3972-4A46-8A5C-DDDBEFDD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C0B4D-53A1-4E19-9A19-9871B3F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384A6-558B-4D6A-91FE-488FC0E8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F935E-EC3A-4225-8605-57A81BFA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D98DC-0B74-4BE8-840E-C5620B5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7380CC-B42B-4EF1-BC0D-D2CC486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E931C0-8323-4759-A752-BE2AC47E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8CC77-E00C-4EB5-8B64-F6120E5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C27EA-CCF8-46B8-B49A-81119F7B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E10CC-F80A-4DF1-88D1-562CCB23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38946B-BFB1-4856-8E47-8BA994F2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C9BDE-ADC2-45C2-9994-934C09B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80F84F-3A90-4D97-AADD-985B783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16FC84-16EA-4242-B28F-F3BECEA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50A8BD-69B9-4EEA-86DA-50A82494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F31F45-5DFC-4754-AC09-84EC130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2DC59E-DDE1-4D1E-82A3-55683BE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23277F-6620-4219-A613-4814718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91E1E3-FE53-4B97-87F2-7C487CEE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C2EAF3-B94D-4B76-87FE-13EB4E02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5C9C7A-507B-4458-A857-BB3DCFC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67C762-F6FA-475B-B08F-53D8191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A6FD15-7035-4A37-921E-873C580F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83BC04-2BAD-40C9-BFE5-788BE8C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3CA490-A16F-438E-8882-4D4399C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77F3CC-F41C-4773-A9EE-34EC69A6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A4F3ED-3FA6-4D41-BCDD-93398505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DD9D9B-97EA-4B23-A400-275F55A5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7707F4-BB82-4AF6-B485-99CF06DB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45926C-E27D-4144-BF54-EF41796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3C5911-EF4C-4361-863A-B19903AA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E57A03-7A2E-4095-8B9B-826C4C23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A34584-31A7-4EFC-8FCD-66037FF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21D6DA-5CC3-40F9-9088-4FAF442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F79174-11EA-4C2B-8164-E18CED6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658D08-52A5-4418-A889-3A69885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1F1EC0-7CFD-4CCE-8E53-063E1143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671E0B-DE42-4315-870D-815775B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E69FE0-4694-41F0-8F11-C57D6AE4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F02537-C45B-45FD-AA90-1359A5A8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0386F6-01DF-482E-BC05-10F1E16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95D466-EFA3-4D0A-87C3-11EBA74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C8150B-846E-4B4B-BF2D-AF21D38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BBA2CA-AA74-4851-808A-9C57266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DEA19B-85D0-4343-A764-CBDA64D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4C0FA8-4E54-4F38-BD18-A3B9AB80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55DB19-7AD6-4B95-9719-C75727F6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03715D-E78F-4999-BF20-8CB572F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556281-DAD9-4B5B-9DA3-7D23F3C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795BEF7-84AD-4B8F-B5AA-C7679253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5872CBA-352C-492F-9BE4-EF0492B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B0433D0-4D69-4715-A802-E90FA23A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8D2C63-A0C8-4104-AC36-94ABC3F6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06C816-86D3-478E-9382-791E11C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D1C1FA-206A-40C4-B900-59C5051E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D3B589-2AE7-4AF0-93E3-AD375260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BA1A21-CF2A-4FFA-B65A-B6457F15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444A3E-F55A-4728-B84E-F1B65D7E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F17D368-EF5C-4DB2-8877-0E638A77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FD7639D-2EB2-4DEA-AE5A-0527B200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23C4CC-462B-459E-BC91-3EF65AE1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4A5E2C7-1F62-48E7-9863-FEE1815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044CA8-9833-4A2F-9813-569EA019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BCFF20-A83D-442B-8110-3CED6A9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A9FF23-177C-4E9B-A1FD-91A87D6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0B5788-D4A2-42A4-B3EF-0E13586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2D373A-E8D6-475C-92F6-29B6E987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8B23E4-61F8-4439-AB21-3CF4B4D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92F4E08-C165-40D3-8E96-CA76B57A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C855C79-D7DF-4F58-B06C-27CFC37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4EEA99-1C84-4E23-A806-E546DDBB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A9B9A4-957B-406F-90D7-06D846E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6670AA-64C9-4E6E-8870-D26F8AF8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B20D32-CB5B-4F92-96FA-D20252A8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DCBBB73-153B-4D7C-9D76-BD23058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2A46A66-DA50-47C3-82DB-93D7420B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F36C47-7374-4C20-B399-A61BD29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D61A5E6-682B-4824-866E-E399EA6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D4F882-C9EC-4CA4-BBA3-BAA0A8A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3798BB6-9106-4E0F-9F94-7C1015A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4FCBEDF-8B8B-42B3-9715-D816D9A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288175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9F26B34-F2D2-4A77-B55A-CEAD6D8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FF30B-A090-4B8A-9DC6-6A92A8C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5785E-0ED2-4177-B54C-BFB716F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DF2AD-09BC-4CC2-AE94-BA2FCDB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93D0F-54E0-4D5D-8423-37FF295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9AA03-A25C-412E-98B5-B9FAF0D4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529B0-4370-49A9-B212-28D49D5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825BF-55C6-4A40-943D-EC8BB2FD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AF630-5813-41CD-B8DB-04D39A2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3F36E-99F0-46AE-A7EC-3D2B43C7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BF665-D3F4-4E3D-84E7-E91B07A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C78E5-E714-4DD6-BD44-E78DF12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F8D5A-BC76-40ED-804E-7386C4AC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DFC71-2A42-4C15-B98A-1B58730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26A33-B212-45A4-A351-9F940E8B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3064F-406C-402E-921A-AE0076C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F953E-9D93-40AA-9452-2737F29C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7363A-8DE7-4BE4-ADB5-0B97FC1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6221F-EC41-483D-A3D8-64B246C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37259-FD85-456E-A379-833C269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6AD46-004B-40E0-83A2-F42F1A0D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B11E7-6228-4752-A590-D9181B97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6DFD1-642D-414B-B81F-0FC397F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097AA-E191-4F4B-9C80-C246165B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25872-B2DA-4525-909E-1103402D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081D4-EF12-4D9A-B991-FE0E347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F160B-CB4A-46CC-9E89-09653EE9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0D105-B8A1-45AD-8EF6-13E1E779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E8F82-1BB1-4CE9-B61A-67EEBF17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832D9-C124-4595-B891-C7099273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0A5F2-5A2C-4A51-A1D8-B5DCEA0C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54436-07E9-4397-B100-F5505208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B2E8EB-85FA-477F-8E74-2618F81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018CBF-1712-4CB2-A4A6-3432D11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4AE3247-FA2F-4467-8F59-4C3D013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0C25F6-E3E4-4026-8704-86041DE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011E6F-FB95-4332-A0D2-6C32A6F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AE450-B0DE-473A-98FF-1220F66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C67F1B-7A1D-4414-85CE-B515653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64E8E0-503B-4224-A71C-D36A2E0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75CA0B-D41B-424E-88C6-0963BE3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B073F1F-D96B-4F96-A3B1-75FF428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96AF83-6199-4348-BA29-3FB5688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613E1F-2283-4474-A94E-1F8F222E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878D36-9464-4BE1-B431-9AB2857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0777C2-9B45-4709-B5B7-A94D5882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AFCFA7-1FF3-4813-BA11-629D7FE8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3CE5A-2B28-421A-8676-BF0253F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55294E9-F708-4959-B98C-3BE83E6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634864-58C9-4CDB-A1E6-6C4C2B54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A1C1A7-7AC8-496F-A5F3-53DEBF21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8549AE-F700-4EC1-A2B7-FD201781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2756A3-A0E1-4169-9D0C-331ED5CB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A4A001-EB02-497A-87CB-F242025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F67999-56D5-47F3-834A-3BFD110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467BBF-7BDC-4AAD-ACAE-3067AE4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D0B7C5-DA8B-4F4B-A7E0-5BBDE0C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83BDB0-3D9E-4453-A062-51DF2A33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BD5D4B-4D95-4CF3-992D-E43C671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41F36F-5380-4D09-A564-20CD4AC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B65502-9798-44BE-AFC8-3FFE366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3E1DE2-EFEE-4C63-BB95-1B9A8B8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A5E85C-2444-4A84-BB8E-FD17637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5AB137-16E1-4A48-9B74-33C3558C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05E08F-E527-4FB6-A0F0-F1CC061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25B122-54FE-4104-B204-86C5FEA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858DB8-B57A-4A17-B868-6210DEA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69A85A-74CF-4F76-B442-61BAA8E5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7B8F41-3265-4D92-9720-C1FC9C3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86993160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8C652E0-DBE9-4EDE-A7A9-88B4A537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9C3E9-0E7C-48E4-BF39-84C9E85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13E01-104B-4999-B22B-6F7617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91C3D-AD8D-4BC3-AA8E-57C6585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B2EDC-ABBC-4A0C-AD58-D112C4A5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octubre - 01 noviembre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4C24F-E6DA-40C7-8570-2034453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09387-38B9-4B6D-B7F5-3008D92B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FE2E2-A722-4408-9042-0801F37F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1D824-5124-48D4-B562-B222FD24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425-43B6-4BB7-8D9B-5B6EF8E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9C756-6BB7-4791-8859-5F7D402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512BF-CB5C-44DE-8EAA-B7C2F9E4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A2ADB-6091-4456-9C3D-76E1BD54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DF09B-E8F0-473B-B305-1721486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8E1C3-361C-4B30-AADD-6CCFE030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83E71-25AF-4693-A3DB-23C4E6F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1ED24-FA71-491B-B3EC-244D8DD8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41A1D-7672-4E73-B2D9-840A71AE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A727E-7F82-43C3-B352-77A79C75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2F795-7F53-4507-8D2C-4D1D3D64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202B0-9613-41B0-A2AF-4E460418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8BD45-7D7F-44C6-BC0C-C37627F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82FA1-E42D-43E4-9871-B2A330C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F004A-1D38-485E-A802-14E3FDB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1AEAB1-1819-471D-ACB0-2AF400C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275A6-B492-4B44-8BB5-95A4C7C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542BA-6E6A-46CC-9C71-A15A2F1B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027E1-B364-4AB1-8495-C4DEAEEA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59313-A57B-4936-836F-35DE1B75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CC87F-AA7D-4DE9-BFF7-2FC8133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2D2B7-7A32-48C5-BB1C-BFEBB4F3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C0DEB-DAF1-4FFD-B50A-C8A0215A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007DF-48B4-4916-939A-9526BEE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D56BE-2EE8-4DDD-852D-4C9E402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7F81F3-2260-45DA-9688-DAFAB2CD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7874B2-E84B-4968-BE5C-D063CFF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570C1C-8E7F-49A9-AF45-416407A7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3CAC2-961A-4A0A-BB94-6B79063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465431-00C4-4506-986D-84077D9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7D2B8B-59EC-4BEF-8074-53C4029E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9F6043-4955-455E-9617-1DF1FF4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3AC7F4-4DD6-470B-8913-71D6A027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B817CA-49F7-47D3-82AE-EA95211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403274-3047-415A-8003-46D9B5A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FA53E5-0E27-451D-9C9A-8937284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3A4D29-7A26-4603-A1AF-2A696C1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5932A0-7013-40BC-8C9C-31B436A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E464EF-5D27-4DFD-B692-837F5437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37DF8D-ADA8-4416-85D5-E1FE3AA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9C1A46-28D6-4E4E-A8D8-4D2F9DB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847D82-1D42-4A52-99DF-C10112B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B6064E-E8DE-407B-97A0-765F5D8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21F764-37AA-4D05-9C85-CC9C3F3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7B2E65-A957-49AB-B4C4-511BE0F6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93E098-B761-4C67-9501-49C36CCF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064F06-1540-490A-97D3-9F36077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63BBCE-E086-4954-B6C7-1CE2A29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A7CE5E-F2AE-40A6-A58E-D4D5DD58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7FE971-28D0-4790-8F50-C2A79F82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7EE21D-442D-48F4-8FA7-E93B5644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B06D0D-AB53-4C04-A7BB-64615EE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CF8858-1F4B-4115-A611-3349539A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64FF9E-8CEA-44A4-85D9-B9CAFD5D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3E59C7-3A0C-4927-ADB0-0C6DE42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61D499-CCB7-456F-92E9-F33F877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98F3F4-C2ED-4F5D-AA9A-C3E5633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1AE486-1574-487A-95FD-3434F9B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DB4876-B53D-4A2A-B731-82C1235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E90FF1-1F40-416E-B4EA-4CF4A1A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B9EAAC-103E-4A4D-B044-18AD7A4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0B031B-43D0-4096-8779-48EC8A3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033E0A-CBF9-43C9-9C75-E1E9130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3567E4-5CDB-43E4-9DCD-6AD6A69B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01BB73-C10C-4DA4-92DA-CB0BFB0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4EC6B1-468E-4B9D-878B-EEE2399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27DB65-94E9-454D-9791-F8D24BE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7C2BB0-F2B6-4B3F-8852-CD0C5E2C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D74AAD-1E0B-4F37-B12E-38B477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94C4EE-E543-4CF5-9C74-829957F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31D7F9-F43D-43C1-87C3-CACC3220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01A2D2-8227-414B-868B-60B7F026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F9B6C5-F0BE-4DFE-B6C9-765879A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22D0337-E2EF-480F-9DEB-3D3712C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7F4ECC-8D0A-469A-AF07-597181BB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1DD0D3-0D5A-4ACC-B072-9A4813CE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D5ABB7-DC64-456C-B5F6-12AE8011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A53985-8837-4DCB-A327-1785573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FD42250-E5A9-48F8-8B55-ECA28747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919E87-2745-40BD-8BBE-7644845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F05C48-0580-48AA-BD15-1B03961C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31842C-2EBE-442C-87BB-4BD6C5E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B5F829-06B0-40FB-B76D-50FBBBA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8E0C11C-A638-405E-B371-6650E25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70F1A7-3B58-44AF-AC92-53A9C9F3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F7B1BE-2123-4468-AC0D-D9C725F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8E0CA0-BDF6-4152-81DF-C2BB93E0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C58AB76-230B-4AE4-8F97-47512B82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3D630961-C385-48C3-8A24-B69CADB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40718E-38B8-483A-AA84-2FF0251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64063D-BD1B-44AA-80EE-60ACEB6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7464E6-8ECE-44ED-A74C-61B77F47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7712AAB-3226-452D-98B9-E290213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D896E8-FCBE-4A31-8361-3498577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CBA7D11-A4E9-4633-B216-EF7A2BE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5D681C1-4D52-494D-A7AC-41EBD95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577AA6B-3379-4362-A540-E8A950B6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DB3EC5-AA0E-47C5-B88B-C9EEA909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B7454E-2DDB-4AD9-8D0A-DF3FEB2D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6E8D99-3932-4E75-A220-83DFC2C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721170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17EBB30-0B46-4D99-AD5E-C08CC14E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5B1E3-AB55-446A-BEFE-A2248A6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1502-B6BA-4DC4-92AD-C26463C1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773A4-B9C3-4D27-B8E0-87D1337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7EE36-20E2-40C7-B307-D614DEA5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11EAE-9D58-4CC4-A51E-C34E82C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9795F-EB58-4E86-A8F6-49A55A7A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5F2B0-465C-4D4D-8ECF-F1532C6B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1E36-F900-44E0-894B-5D4C8D9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B528B-9775-40DD-AC99-95CE4EB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3B36D-9424-4C60-83A3-8F2D101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9A756-9016-49E9-93DF-D41F91FE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E480C-E1CA-4843-B079-01E78CE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89020-94DF-4927-A1F7-FFB0729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50352-0B09-4432-A442-D4B31B0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3FD7A-1EC3-405D-ACEA-C37724C7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4C899-C456-4507-8EB8-145F36C9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72193-9B4D-489F-9998-524FE60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55F46-96CD-4DAC-B9AC-D42BE69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FFA50-8C96-4312-AB84-6C2E262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E819F-5C09-4323-B089-73DF611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8C5C9-8D59-4A88-9BBE-59B515A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82446-DC78-4DD7-974E-1CC39E3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CF880-8437-4D34-9B0C-B1940813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CDB33-DE55-4A71-93AA-59958502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4A27C-ECE8-4027-B3E4-3E8CB6CE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A598A-2AF0-4DF1-A5A3-D2E7FE02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69E36-016B-4C1B-B675-169B108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31201-5469-430A-B87A-6BC104D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CF40C-190E-4589-9D3D-1006A3B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906A5-1455-40EC-B5D5-FC3D663E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824A4C-58E6-4EC0-9D28-745E8245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F7C0E2-4352-4123-9918-F5B335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169846-47A7-41E8-8697-B24D80D5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AD18F06-8979-4730-8CCC-68573D1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FB7230-E638-4635-9270-6A27A91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FA5187-DCE2-40C6-8AB5-6B46A4C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4EC1E1-AF42-40EF-ACE7-B0A59F2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DAD4FC-3805-4530-BEC4-30298D0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FCA6CA-32DD-4EDD-8295-A614EE13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456B5-6C5C-4504-B61D-A6F5CDD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CB97D12-7EC1-4C33-B0C7-49CF500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E6AD2A-2B47-4D10-84A3-D3C55B8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40F7FF-BC19-431F-97C5-3640F75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61C589-6CEC-43C2-B674-DC769B13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C061FD-94E8-481E-9EA7-ED67C2D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14F71E-5C9F-40F7-882E-FB3A591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7FE6F7-8DD1-485A-8E1B-BC665171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BC987DD-F19F-472E-9389-98C875C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AA26C0-81F8-4FF2-92A4-F2B4036A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EB8A06-4149-40E3-9C28-8959AFE3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686B4B-9AC3-47B0-9D51-10DBBED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EECDE5-F250-41F5-B309-B9C99B4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578503-C6C1-4179-A798-7DCF807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AF4083-F9C2-4354-9890-314EA373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D32BB9-D90A-4C69-9289-AC1FA26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A6B6D5-F8CF-4882-8335-A5F8943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1C1BA3-298F-4629-B927-893C061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62D37B-393D-4203-ABB9-7C91400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0D5201-840D-4781-827D-01837531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7C003E-8520-4A96-9139-E00ECD8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F3D683-CABA-4BFD-9B38-C867401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103F14-C4D5-43FF-B855-F0A0E7F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46FEC7-0D4B-413F-B72E-057F4A30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7626F4-4427-47B6-8B2D-E3A45D1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9E91D1-249E-434D-847C-08A200C3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10D633-C71A-47B8-843E-B4CA272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B19924-785C-4027-8D92-884AAB6B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B279CF-E022-4121-9235-BED8D48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10008916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CDED1FD-64ED-4A3B-82F9-160FE885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6135E-8D41-4BA2-A875-C074515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35208-32A3-41AE-A119-5608D527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78274-2E70-4D2C-AFF2-30448B36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3623B-D792-4C25-97BD-098FDB6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02 noviembre - 08 noviembre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A907E-876B-4CBD-A444-42B1E44A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5F86E-E9BF-4FDA-AC47-260F45F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3C717-CC3B-48BC-968C-D502923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EBB64-28BF-488F-83CE-00757C11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76ACB-938C-4AE6-B4EB-B8FF127E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B3013-5877-499B-BCD3-99F45FF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60FBE-D75F-47EE-AABE-F5D3521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8BDBD-666C-4B71-A31B-B7AEAAC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187D7-AF27-4274-9981-F8DF1D64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7ECCE-DBCC-43E5-B80B-9ECA4E7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52D25-9B07-47D8-9260-768BB68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2A12F-A765-4907-8F8B-0F170FE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B0B8E-2CEE-4F5C-B908-E49519C1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D2BB4-D411-471A-910D-EBE545B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9E64F-3EC7-4458-BB24-8F49932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15B5E-960D-44E4-B65B-48A4A59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13B0E-21E4-4B7E-9E23-B4C47B0E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7974B-A59C-4B74-BB4B-68DAD61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90C78-8090-4A84-AD71-D5C0D6B7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22CC1-FC57-404A-AF25-7ACD3631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4DAEE-8B5D-458F-BB56-56F55D89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59293-9007-4FDF-91CB-36BE3A8B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8265F-5EA6-485C-B4BB-DEC3289A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5EBFD-9466-45BA-9A84-21CDCB5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9B75F-3FEA-4721-A0BF-B89138D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035D6-372B-45D2-817B-2F2D8EA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0F1959-2FFF-4A10-92D9-600FB935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605D08-31B5-44F9-A003-DC9C416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A297E6-7F9E-4185-BDCF-0A651232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A9675A-4BB6-444D-95BA-4C209937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16165-52A6-4B80-9CF9-2A1D0BB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BA95FE-7EA8-42F1-B099-1A24040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9382E3-60C7-43CC-9A42-AF13162F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A887FC-6027-4EDA-B045-C3F6036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0C428-3532-4EC2-9210-F04BAFD4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F09BB6-D4D0-4366-A71C-846E2749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90B4B3-9614-430B-B958-60FBB17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D02122-6767-46D1-836B-EF527880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5C4498-D30E-4C3D-87EE-5BBF911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1FD1B1-111F-4D08-AC2F-A8E17E45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6A7A6D-DA94-4FEF-A488-0552A02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C1B9B0-9FE7-4BEB-9ABD-91C718E9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A98500-1FD1-4AFA-B3DA-A85277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588463-F2F7-4B2A-B1D3-3BB91CC9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0D0113-E7B6-495E-AED3-B357278F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8AD0B7-974B-4601-B3BF-75C6C34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7FA954-1A35-41FD-8F8A-6263DA8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786297-9605-4459-956A-91F9AD4F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C9661C-B714-46C4-AD59-D7DDEFF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946CAB-755B-48B2-B0AA-FFCCB52B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E28ED2-ADA6-491A-BEA3-D69C55A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89938B-9D69-4B79-8054-9226C10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CCCBFA-9187-4462-A381-518EE642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5804F9-9FDD-44E2-9A62-B8B38E68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0F3E54-EAA1-4E70-BD7A-2F2E2D0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E71DEF-DF6A-446B-9F2A-CC0C9BB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E4A456-832A-41B4-A86D-44760A3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06A60C-E993-4AB1-994B-ECEA611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B44B80-0D2F-44AB-A8B5-40749B05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907417-72D4-40EA-99C5-75E9741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83608B-A262-446D-B878-CB61515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8DE4E7-589A-4CCE-AB49-F45592E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9042BE-9B93-472B-A403-57C34DA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CB3473-3D5F-4A72-A8D5-B1B6D028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6E3DE4-A8C9-4AB8-AB8C-66A21F4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62E82A-D296-465E-A371-D080A6B9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618659-823D-4FB4-9E79-AC35486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F9725C-3EE6-43D0-AB69-FAD965BE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D8F5467-FDB4-4E24-ABE5-FD15A9CF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68804E-F50C-4EF8-9F3D-177E22AA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BA726E-0EE9-4E7B-B466-5F09CE96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9B5F81-2EAA-4C37-9399-438882EC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97DAEC-201C-4AE1-83C7-A6B0864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C93476-16BE-4673-991A-D65392B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E4CB5D-C3C6-438A-A6A4-2E598B1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5B05346-FF24-4AF3-A303-8322A73C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DEBFA6-9930-44AA-A680-D6739673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BB9F517-1E3D-41C9-8599-C584AD92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30A825-1214-4F4F-88FD-4CB3F89D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15E90A-EB01-4A95-989B-0022622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DE0BEC-C052-41A9-A2FC-D30A8CC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9A3D90-2EFE-4B52-8EB0-87D9808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470EDA-072C-4383-927E-A9EEC7B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79DA1F-716B-4691-906D-1A249F66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C654342-FD20-45E0-A53E-52858F1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3DA35D-10ED-458E-9D8D-4EAFE67D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629893-D84C-4F81-A75E-08D2A3E5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0EF946-FB2F-44AB-8DC7-0A1FE114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148803-7468-406F-A174-26BA1BF2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94604F-BEDD-432A-9F84-4EAA447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0113FB-C2EF-4850-93BA-07207355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23085A-FC22-494A-B635-7B5CA715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680376F-CE22-48AD-8283-6BD05C2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7AB498-9FBC-475C-83B6-700A3E25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42E9969-79FC-4845-8AA8-93ED0A5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20B484-9641-432C-9406-DC139435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07503B-0278-43A6-9050-ED85495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E7F72F-176F-4B5E-B735-87C974C5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F693C5E7-966C-4CBB-8762-57F3FF1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1AB536-EB1A-4D3E-B913-8250C457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6E57D9-8F61-449C-AA89-C129046B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F5C9FB-D3A0-4BDF-A320-6B4A0243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DB5F7E6-A499-4385-9FFB-F0CD0C4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8BEADAD-C034-4620-80CB-E636EFF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526460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5619BAC-A790-4652-BBB1-D60C4A88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5AFC3-1FFA-42CD-AEC2-AD517AD8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D59A6-0A72-40A3-81AD-4A331053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13340-139B-4C1A-9CA7-1575D63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4505C-6CA5-4098-B285-4E68AEF8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6CA89-DA9A-4F71-909D-ECB55B81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40AFA-B054-429F-BCF9-00DCFDA4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C287F-2B39-4FB3-802E-57ED0291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C39C9-7154-40EF-ABA4-E3CDABB4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9D313-5A11-4C5F-A61D-072B8EA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154CC-6131-4AAE-8C4E-CAB75413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C9EB0-5971-43EC-8338-6FD7730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EE38-63B1-4EF8-8709-BA78F65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B84FA-40B0-4189-899A-9C977C78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0552C-5C3C-4747-9011-31684950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FAFEA-216E-4837-8437-F27B957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F65C0-28D4-469B-A0D0-478D23D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01CE1-C123-4093-9B7F-FEF0E093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02289-A666-4088-BD44-2D70437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EAD66-7238-4F63-855E-825A53E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290D2-6DD2-47EA-8983-D080D70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5C6C2-0B12-441C-B0E0-64238E0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04E59-CD0F-4C72-82DA-166B019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37E4F-C3B3-4EF4-A7BC-E4CB85E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2CA38-EE09-48E4-950D-394CCD5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A5ECE-745C-47C5-8D11-00A5AF2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19FDF-8958-4E5B-95D3-5ED3C812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E4144-C6AA-4571-B22D-01AB058D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04957-903F-404D-91C9-F904D8C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C8608-055C-45CC-ACE7-D70FFA2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07FE5-1894-4AE6-B929-40E533E7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7B83E-9C83-4764-855D-6CB53A6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BA23F-600C-40FF-91F3-11C617A8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FD09C-2F28-4E4B-9D56-3229174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7212F55-D321-4E7F-A4D9-F1F9855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52EE6-8C13-4D30-A627-B1B4576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6A3E4-F286-457E-A7EA-64717F96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DAEBE-4E83-4AC4-AA82-A9A09B0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B9F4CA-4D26-48DE-92DC-992A3675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513109-AFA0-4628-9230-908527B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CA1B9B-FFF1-4A9A-BBE0-03CF001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7472F0E-BB48-4816-BF74-3B8BA95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8E5E22-408E-4B70-AE8F-76074BA2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F4B915-9647-44F5-89ED-51FD10CA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EE15A7-9464-4C46-9059-12F7F5C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435871-2FEC-4F4A-B2CA-79824C3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B38301-B6E3-4908-BC4F-8E371EB0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11B45D-DD15-4B9E-9ACB-85CD72D5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A538F96-B813-4878-80C2-BCB9A3F2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0A1288-2BAA-4216-A9D2-B5764F2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EACFB3-3CD0-4C47-9E1D-486FBDF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DC1E94-46F8-4EBB-B352-CDDEE5C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864057-C1D5-44C8-95B3-3A542B7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94D157-289D-473A-825C-E601817A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700C57-FEE4-4D5B-9DD7-53AF686F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6F1A5A-1F6F-4B58-A88A-964F788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5DFBA5-6C53-4183-99E4-EC1E8B8D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B1609A-F542-4E7B-9005-445FA949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4FAFCB-FE0E-4800-8FCA-CD18C1F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2F0D40-6081-4ED8-9958-D3B411A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809F32-FD1E-469B-B5C9-3CEFB87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3A06CA-B699-400F-A3F4-362E27D8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C2CFB7-1234-458D-854D-AC5CC70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70EB50-F73E-483F-97C5-D9D581B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324EA0-3501-4B19-9CD7-88ACC167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DC90E-A5F3-4FFF-9E69-9EA9E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2AB01D-1680-43A2-952A-B7022FC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300878-EE4A-4C45-882E-0CB69B7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F3CA1E-E667-4261-B9B8-A24AEE9E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83324312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3503CE5-3D9B-463B-A1C6-8B7B25DF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CA0B-3FA2-4E3E-80E8-3AD67B5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B1594-CC1F-4DC1-B3FC-0D1E23BB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6173E-C755-4699-B2BE-97225D4E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D13E0-C305-42C3-AAC0-F78D958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09 noviembre - 15 noviembre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96AA0-F373-4C19-B9B6-5DCDBEC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0E69A-5162-4A3F-9FA2-12D5873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3239A-7E04-4CAD-ACF4-762BE45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E1CA0-4E99-493C-B07D-6012FE52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1B777-97EA-4771-BEC8-9559A87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42C1-3970-4D1F-BC2E-78EBCB43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B7F90-28AB-47D3-8E77-9387FDD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92FB8-241D-4FBE-B994-E2DF78E9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EA35E-6B5C-4B3C-A600-FC4BA19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E3A9-88CE-4226-A725-4F96DAED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30BA7-B911-4AEA-9F49-17D9286E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A98B5-72D7-462E-95A0-A055E9C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45C2C-24F3-4C3A-B949-4DA861E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785FF-BEA1-40E5-B401-D563493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39D62-0188-4187-B856-A5E5DC58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628C8-E8B8-43CD-9FC1-9810D0E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CC6CE-A89F-4D10-A787-D7F843DA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0E9BB-FCE7-4C62-9642-32AAD8A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EF927-88D1-4178-8DDA-D813DF0E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5F594-EB90-4B92-95E8-E49B3D98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D4320-0565-4AFD-8949-AF31EFD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98C1E-D1D2-419D-BF91-A4192A5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9227F-7769-4F38-BB74-FE6F523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9B488-B139-40A3-AC1D-757E7F5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82B56-AE9E-4ED9-8DE7-8DC09483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B3AD7-3D2C-4EBF-BDF4-4E8B339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84FBA8-778D-499D-818C-D82962FC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EDEC7-F262-4719-A3ED-4DAA663E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67265-53EB-4984-BA9D-EEE925E8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1B5790-1425-4811-AE4B-0436AF6C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4664AB-F4B8-4821-94C3-E4549D8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8809E5-03E2-4007-96D6-6F8D917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6AC70-671A-466F-8344-D7238E2C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02D9E8-D45D-4D9A-93F1-5008A49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D2A66C-D98F-4D5E-B090-C4C2D012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331C50-B5E0-4B6A-8608-1967E43E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4A1480-F917-46E1-AA13-152CC2F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46B76-B16C-4CEC-A7CE-5EC30DE2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4AF322-6802-4B7E-87E5-AB9B26A5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B5DA8-2014-4151-B304-8159578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2AE31E-988F-4F41-9600-5C889E2F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CBE70C-CCBA-4E54-8D93-FBFE2261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DEF0E2-4025-4DF1-B459-1A7FFD5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C43053-2FE7-42AA-BC59-F6CE1E75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8694D2-DDE4-4EA2-A7A8-60DF3CA1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B4C08-C392-465C-8AE6-D48E20C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47014B-441C-4F04-9767-7DED33B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3AF70F-F9D1-4A08-8020-BED665E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A27E2A-05DC-4CC2-A7E1-E14B5B7E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73224E-93FC-4547-8963-7F01FF46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337DA2-90CD-48F9-B29A-2C59AD5D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B1C535-FD5A-4D18-B7E2-AD27176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9E8125-2EBC-4956-91BA-119310D1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A8A81E-0B28-4F02-9CB3-973EBB2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4D437E-1678-45D4-9625-927202AD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813261-9F1C-460D-804D-6A33BECD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232F89-B86F-4965-BF81-21A83573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310AAC-8015-48FB-8DC8-77BD395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5A6A04-6AFB-40C6-9DA7-409346C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723084-0E54-4EB5-8454-2AF3E5FC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ECF76A-39D5-4279-9071-E62449A3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93F000-25C6-4C12-812D-63397ED5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A7E70B-8ABF-482B-AB6E-DCA046F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4DAE36-C7B5-4E17-AD1B-16943B12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2B9750-9A0D-4F1A-AD9F-97080DB5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9FB12C-9732-416E-BBDC-931DF239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C804FC-B010-42A1-ABBB-2C69D28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5BBAC7-757F-4044-9A0B-3B05617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292BF5-35C6-47AC-AEDC-CD26443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684297-496A-46A4-A548-9E99D23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6EA513-237A-4B23-B73B-74FB7A4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AFD3DF8-4B01-4CA3-B8C0-2FA9AAD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F33180-FEB0-4260-8E00-961D30B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83CEE0-61C3-420F-B8CA-6656ACF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B759CF-7C00-4C7A-88CA-940DB22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10A633-5A3D-4615-AB6A-A6F6F98D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280102-5EF2-4009-B031-E663FD8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7B491D-4859-4FAB-B3EA-3F924C4A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C7320D-9CD3-4590-818F-FC1CB0B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ECE329-F96D-4C26-9E87-591BE57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E70661-CE12-41F8-8558-AFF199B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2820AE-733A-4FB6-B66D-6EF3BD7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973721-5971-4D23-B565-6A28E82A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CB3383-2080-4114-9887-6130B2EC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D73091-313F-45FF-AFF4-D29B96E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40EAB9-830A-4CF4-AE0C-9ED2B2D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D1EA44-0B1A-4904-AF2F-F9C8A08A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7F6F62-5FBE-4BC4-9943-703DD2E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D009D9-C3C9-4DCA-8D32-16BEA56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82FE84-D3C5-4C58-A9CA-121F84E6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60A11B7-2B1E-4911-BC57-AAD9021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C5876C-3BE1-4CA0-9DDB-77D5E7D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DA953BB-B736-4E86-ABAC-787AE34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E144F2E-01F1-4F1D-BC0A-E852CC01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5ADF0C-3208-4E59-9ED9-39E9A77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8DD16D-1983-421D-B132-5BE88D7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516307B-E526-404D-A569-B996BC7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65B59CA-2DFC-4A02-BB93-E8435A39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28D38285-BB90-4672-A4B2-A3D9F54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25FE24-A587-414C-901E-8A45E8F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A47CEA-C703-47E0-921C-E1B65BBB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7D5D5FF-1471-4015-91C2-D3DD528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3FDEB34-A7EA-405D-B5B8-270000FD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E8D177A-950E-4A26-A2B2-64742CC3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490821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8978DD0-0179-4EBA-94B2-EEDE6FD4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CD51-46F0-4900-A8FF-27C8ED9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390D5-283A-439F-9AAB-4ED8FD39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78D78-10D4-4093-B72A-07F14648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59107-FA5F-4E9C-B17A-D75CD7FC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41C58-471C-4860-9402-25F40882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DFA91-74FC-46AD-A33D-086DF9BA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64A08-D5BC-4D6A-A197-FC45E31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26F1C-5561-4618-95B6-99EEA21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B844B-C029-4481-BF6B-9D45B5D3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26CBB-8025-414E-BD28-CCF9E15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FDFD-BA98-486D-A955-7B32DF7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DBD7B-B9A7-492C-9846-7907CCEE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02F55-62B5-4B94-A230-8C691D4F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70019-1F38-4687-B569-F55B9B13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B0476-D13C-4359-9965-AC430EB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C726F-8FA5-4F4B-98DA-DC92E19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BAE2-9F8C-48F5-B60A-875D51C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81A22-EB79-4DBB-9DEB-4E9C2D8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3C4EF-DE77-49AB-A51B-1C0A53A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5A791-D17A-4A92-830A-4861FE0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48AB3-3558-40A8-8E06-32754BC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4AB20-EF91-4733-9516-67833F59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41F0E-33ED-4431-AA18-0B8839E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11D5C-62FE-4960-8468-CE6F03F3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31504-2E1D-4DC4-B490-1240083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6EACB-9886-4ABD-A978-443D6B7B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C0E55-DE90-4245-A390-2731102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F7A3A-FA0B-4164-B346-027DA5F4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D2DCC-BCCA-43A5-B19D-F41573D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2F689-B92D-4449-A463-56393EC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5E154-E51A-4F55-AEF5-809F002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EB12E-BD9A-48E1-91F9-8880DA7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A91512-414A-4A76-97EA-C5CEFC3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3EA7A9E-07E9-484C-A42B-9DC8F8B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FEFA06-6EC6-4720-A4C7-F7F95A51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BCB7C-C72A-423E-8DAD-E60D54DF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8B8305-BF56-43ED-8BAE-AB58C2C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20DEE8-9297-48BA-90A3-29ECFC55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AE48C-BD6E-4C57-BAE3-C14F51F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DC4444-A871-49F4-940D-3EDD155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7FF6A4B-1DA8-4A9E-B31F-4829E4F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D2D3DB-733A-4183-BD97-D1B79ED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D7014-08C3-44F7-9D62-C205420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9D65AA-7AFA-47F5-9DD3-5A9AF3A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A037FD-225A-400C-81E8-13AF784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3C6711-4AF0-4C27-8639-4ADBA83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D94F59-C676-4F88-A1E3-B87BC4A8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EE62448-236C-4153-964D-B3000D1B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8E166F-B983-4B11-A688-F848086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384F65-84CC-4314-9C49-B2B23A5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3741CE-BA17-416C-B04C-22E34D8E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0C12BA-9BCD-4CC6-8062-08E30A80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555032-64B9-4EA5-AD4E-0ABE117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31C2BA-457A-454F-9B7A-AC367A6A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F19F76-BA44-47DF-BCD0-035FFA4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480BC4-C474-41B1-B5FD-96E4919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DFE687-5DDE-46C3-BE49-326463D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FD3C2C-EF24-4DCF-8D2A-86EDB44A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E19399-D7FE-4F11-B509-EDA8F7A8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999258-CC88-4D23-B73A-E79DBDF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13EA40-3CEB-4463-8383-22560C53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C184E1-CD55-4D9D-85CC-B725575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5B71C7-36ED-4E40-9444-1E63E4F7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0659F5-8A0F-42F1-9A28-FB483E02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F4D53F-9A15-402A-A934-76B3F7B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94C1A1-A0D1-4354-999F-3D5E427D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5A7C4C-F61B-4BC3-9486-95084505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32C40D-5814-48F3-AE5E-BEBBC27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40145112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900EDBA-D1C0-48EB-8415-395ECF7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F4063-7600-4F0C-94D7-EC3021B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884A4-583A-42A0-A663-AC37DADD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0234A-5273-4053-8CD9-84DAFE73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7DF43-C110-4E33-98AF-6445AF74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 noviembre - 22 noviembre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EC875-4B24-450C-8230-4D990470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1D8BC-64D4-4F1A-8B95-DF5AF26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BA735-E61A-4974-84CD-ABCAB005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0BD11-9988-4F1A-B8E9-5A5265E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A8991-BD01-465F-9C04-387AF9C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C8663-E077-49AC-B692-34DF7143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654CE-7493-41FA-A735-0AF3038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F63AC-6243-483F-84C6-1AD5EDE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83101-F090-467E-920A-8A571E5C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27E5D-1D29-471E-829F-4A05001B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62F64-817A-4067-B1FE-342D657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43357-74F0-4942-86C3-C6DF763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764FE-B565-4176-ABB3-C2B3592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B808E-0CA0-432F-A2C3-F434DC6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F23C1-3CA2-4D92-85A8-B4C262B6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9F436-96A8-48B0-B0D2-766046C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322BE-0AE3-46C1-93ED-1750800D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D808F-873A-443D-9C7F-30841A8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BAF05-8373-4C08-832D-3147F96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70EC9-40CF-4822-B8E6-F284E229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AAC26-4FFB-4566-893B-0C293AA8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0F525-AE33-4143-AF91-D7EC7EFA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242D7-1E31-4C53-BA7C-79933482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8DACE-F064-4A87-A767-086C40B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DD737-D1C2-4F1E-88B1-8DC9C055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F14C2-09CC-46DE-8821-F92162E0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872AC-D0C0-40DA-8DD2-EEE027A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2F551-F993-4A02-AFB2-038951D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03E1C-F877-482E-BC4D-D375AFC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AD045-E90B-421B-8A09-63E490C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6471B5-004F-4DAC-A008-FEE49267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A8194-1556-49A5-9095-3C2F6A2E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556E0D-46B7-49B3-B659-B3803FD6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62510-BB7F-4E3E-984D-73C849B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9E270C-FEAD-43C2-8A56-9B89AA6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C7827-00D9-42EB-877E-72A8A58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E07FDD-59CA-4859-92BD-169466B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20E47A-B8F2-42A3-BCD5-332EFD0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BD9B16-167A-4AF1-A823-93EFA92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CEEE9-B6DC-4601-A6FF-F9480AA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9A4676-94B7-4E03-84CF-DD64761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A09CF2-8526-401A-80A6-3731AD37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663C63-98F3-451E-9921-83096D0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8C3BC5-5AFF-4569-8AA8-5D4F905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662368-0C81-4761-9BE0-F8B88D5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8323A0-66F2-4409-8AD2-73BB8DED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407BFF-6266-4064-AA9E-27F0BF7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F5FE30-0D10-4BE0-8362-7EE8F9B4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491B3C-91D8-429D-A910-9363DD6D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D51955-1752-41AF-ADEA-FF3F198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119FDB-81FB-4BDB-AC4E-179E70B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C9D2AC-57A1-42F9-BCA4-FF0081E1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A956B7-BF1E-4924-B6DA-CF91682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81CB86-3F79-47DD-A242-FDFEC4E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0271D4-5453-4535-B9F8-25673BBD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DACC76-4809-4CE3-8F43-878746C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7C0475-1BD0-4B86-BC9E-8EE4B1A1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7F2578-8D43-4C3B-877E-67EE196D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BE2B6C-E4DC-45B3-AE31-6D9B8E9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56D5E9-D2E3-4890-9C14-B09C2D10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65017C-0C77-4706-A341-BDC3621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FE03DE-80B1-4C55-8794-8E49D46F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B333C3-FA8F-401D-98CA-500AF72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B173F4-7CF4-4ECE-A5B8-C7A6591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8D810F-19F9-48C4-9416-8BE2C693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6F0342-9C8F-41B6-B889-063FE0E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81FF17-0D8F-4220-90DE-FF167C89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A9A57D-983E-497F-BD27-A0E80916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2B8A7C-0B00-4EFE-8508-3CB386AD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E6F95F2-BE6A-46CD-A21B-846A7499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A3AE16-A96D-42BF-B500-0013D23A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AB6EE1-BC0E-4848-9ACF-86E00F2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CEBCBA0-11DC-42B3-81E1-F3EA345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52E027-6960-4FD2-B2A6-A4548228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0435B5-464B-40AF-8E10-B77E45D8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C4C3DD-7914-48AC-87E3-EAA61334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EE347B-A108-4BEB-AFAA-D8EE6CF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92CA9C-1E3C-4C74-BA4D-7124811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87ED31F-E10F-46B7-867F-7D6775C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5AF58C-D9B5-4E9A-8811-172DEC9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37D908-94CF-4C30-AFFB-2B12BF3B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CEB3F1-9D64-4A30-9C0E-5621EC98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FF650B-2DFB-4312-9FB7-DD4C2BC7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54AA42-5CC0-45E0-96BB-F8703C9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9C8EC8C-0D13-4D67-82B5-CA042AE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5BEE17-C65D-4526-B0EC-05808921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3A796F-A4F5-4855-9ECF-2583C0A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C3339A-997A-4E96-91B1-8DC0A9B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8ED8DFB-036D-4C37-AB8B-85F077D8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0A02FC-B62D-4B98-94E5-F7F87E6B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00E2C0-AFC1-4D9B-9B12-7692BD12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56C80A-2797-410E-A5EB-1CC8939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328C1EC1-AD35-437E-A07C-F7484B85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02789E-D97B-4165-B84D-3DA4BDF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A0FA18-8E18-4382-86FC-0DBA5C9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1EA4E0-70B8-4EEC-83F4-1BFBCE2A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1316653-3899-49B1-B953-98FFFDF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ECD83F-D979-4F44-9AB5-50A19D2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1855EEFF-4755-479E-B9DA-314D6CE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2182E8-A2D2-4795-823B-542B85C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04C561-552D-4AE7-AD6F-BF3828B7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3AE1CB-B2E3-489D-964F-234FF1F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4A902A-B133-4317-88FB-02ABDBD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F1B861-0B20-4720-8364-F558195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532875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35C5631-D30F-4D76-B3DB-D18C4002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CC315-6DC2-4526-8811-F188546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93D77-596F-49F3-AEBE-6C4DFC1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BBD42-5AE9-4041-8188-4F26933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1DB9B-023B-4042-B228-A574B684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978DC-84E6-498C-A67F-A45FF9F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2B96E-2744-4B4D-BA05-5C4A4BB4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0BCAA-A7F4-495E-943F-081E196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52BD3-BEFC-4978-9881-DC86CABB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B26B3-86EF-424C-A845-32CB3360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B3A01-716A-47A9-8E9D-87B5908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3FD1-A3D0-4AB9-8868-5E3369E8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8D28A-59DC-454A-B7D6-4C1178A8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4DC94-CA3A-4973-988E-2075636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C5886-4DE1-4934-B30C-AB002F3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DA748-6805-44FF-A96D-6CAC78F0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54A80-989E-4985-A92B-6276C296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81ED4-EADE-4A2B-8ABE-C63F2BC4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8D862-15F9-4192-B55C-6142518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084AC-107F-4DE3-B838-F09E6DED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F9167-EB23-4A0D-8BF7-467F1AC5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60D4B-B0B9-4C4C-83F5-27D5EC0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F8311-3C5F-416F-8A7E-D802669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04CA2-B260-44D9-9E60-E35013D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7B5F6-8F76-4F99-BC53-39CE8CA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A571A-1399-4E61-AA74-B8044B99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0D809-9F0A-48CB-A161-50F561B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76830-068A-451F-A738-B9101A10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2DFD7-4476-4A4B-9B95-4C6D652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AEA01-D70B-4FE8-9356-E0C9105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154F6A-1950-42C2-B178-0A3DBB53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063C0-DAAD-4A25-90C8-88963D0F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2E738-E3BF-4125-BF36-244655C5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BCB7B-A86F-4E71-88C7-0EF7B26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1E6AD9CC-5A24-41B1-9DA8-76F5F790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FB1F0A-22A6-4070-80C6-E1F3E8C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737F8-7109-4398-9551-8FF98F0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85860A-7483-4E3F-AE3E-40F7A2E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558D1-3100-438F-98DC-74C3922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0E0CDB-6544-44AB-B8CB-DCD5F4F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97142D-8718-4648-BA68-27ACF90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2983B9F-A798-4F53-B522-9A76A7EB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07C769-1A2D-4092-B627-49CF8D2B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5826A3-F491-4F3D-9F08-8B54F18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5745D3-7097-418F-AF3F-031E351D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83C5BF-1B9B-4F46-9F5D-EBBC236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0D540C-DFAF-4251-A8AB-4DE18DF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85D02A-CF18-4632-ADFC-F5E3B6E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E740B8B-3B4D-41E5-80CB-141D3243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9225C9-2FC7-4456-9D55-D1893E1F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5188F3-92B5-4A20-8AC7-7D926C92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C99A89-BC39-4CB1-9BA1-3D21810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DF5407-B95C-4549-9E77-24F0F501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B36200-222E-4C6B-84C0-3F03E03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1939A0-B0B3-4812-A2E4-7B72C9C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297D2A-B585-4260-9703-99B9114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282DDA-6BC5-422E-B8D6-C8E7E46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BD3B52-29D1-4C25-99FD-88EC29BC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CE42E5-F85A-4E41-BBE2-A4A5801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B93D22-69F3-49F5-8658-FF2B5C49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F3101C-16D2-4EE2-8078-F5F0ADD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9FB696-7EA7-49E5-8268-A3896783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FDE738-B5A7-429F-836A-BBF78BCE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D12FBF-5149-40B7-96AF-C4968980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986DA7-5A79-45AF-B22A-163DE596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ED0A06-4E95-4D3C-B748-75E1D18C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DB658C2-8C11-4F43-A284-625926B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0D2A9C-EDA6-45AE-B312-B6B20A9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BC31D2-CE14-4F25-9E92-06836FB8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5474311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93FBDD5-6A63-417B-8AA1-B50D471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4A0A-AB48-49BC-90E5-820CFD4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6E229-B0A4-41D2-ADA5-B0DAC7C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66D1-AE6B-4C7C-8A9F-EAFEBA6A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6B912-220D-47F6-94F0-708EB97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 noviembre - 29 noviembre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A057D-9B28-4A6C-AB2E-4F924D3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94581-8CC7-40AA-BB12-3A1FC92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7BE56-916D-459C-86FB-3E73B7A2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7D1A4-3184-4061-BAFE-BA423E9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468F0-9D18-44E5-B9EF-ED46051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61234-BB9B-4B7A-BE3B-205646D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30F74-51F2-463B-A0A7-E2FFC63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CE6E7-A4E9-40DD-A643-883FAD75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6097F-0155-4E0E-9AB3-F08CDE7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7D57D-A427-460F-B15F-CE85C02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DFBF5-392F-46E6-8108-065DF4A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011CD-CB38-472B-A20B-CD5F23E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46553-4EAF-4D4E-8D42-D1ADDA9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BEDF6-C875-44E4-A386-7FC3D57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653F0-1D83-4702-AB67-8BE9082E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77DE7-61B2-489A-BF24-B29E71E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566F0-86AD-41A7-B338-3715420A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C6B26-CE7D-4D29-8CF8-3336976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F293A-7890-42E6-A043-EA03A287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17674-4FD4-4395-88F2-EE133D3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8AA9D-0492-466C-907F-1BFC938E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C60E8-001E-4466-B8A1-3FECF288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B0EF6-1CB3-470D-9AFF-EEB01547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7FA4D-72C1-4BFF-8700-112839A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01390-ABCD-411D-AFB8-9EC23A6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17B6D-BA43-4ED9-8ADB-81D5966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0AE56-930E-4D75-BB76-1C3CC455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4D2DB-6FCE-4C6B-8462-ADA0E9FF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932AF5-E572-4865-8730-13F9FF49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90ACE7-70F0-4902-9A50-6CD2D4C3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B87F17-DBC1-4602-93FF-7947011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423EEA-FC8C-42E0-B316-8EA8D295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C422E2-6916-4AF3-9732-BCD676E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ABB63-7267-44C9-AD03-D424F7A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043BAC-88FB-4CA6-A44C-DB7535DA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67390D-9725-4F98-958A-B30EE372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1731C-291A-447C-88CA-D0AE8BF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D26EFA-3FF1-44B4-955B-A3D425C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24EDEB-ABFE-4744-8AC0-A3D5E8A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540C42-FB89-41CD-A4F3-F4CC352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FD0857-290D-402E-832D-0E9A915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B98445-FF3B-413D-A72F-CF856C0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F05D3B-AAB7-4EC4-9AF5-D226F885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DE08AD-554D-45C1-9C3C-23C38AE8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09DB34-5744-4A35-A234-43E7DE2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A39FA1-5CEC-4669-9BBC-F8E15683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099BA8-34C1-4DB9-926D-0ADEE7D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BB61DF-0BAB-492B-9079-6CDD61ED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245CD0-8C8B-4E35-9201-7F413A5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68C6CB-9054-45C4-8F4E-95CED35C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1EE53E-FE06-4FDF-BCDF-6CB190EC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02E78E-5F99-4EB3-A697-A36F7F8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7D2D83-464A-4AF9-B974-11B03FD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DA3CA4-FBA2-4C76-8E0B-671ABB5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419B7C-5429-4EA5-8265-AD0D828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840F05-76AF-46D6-8451-689290E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24E4E3-A66F-4066-9400-714660A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500337-11EC-47B2-838C-CCF6B49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72F0F0-21B2-4BF5-9C73-1D5FD05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E0FAEF-0FFE-4D0F-8CE4-01FF19B8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F495A1-D3CF-49CC-88F9-DBE1C2F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25E224-5397-41C1-9560-F99D770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11D913-1207-4E95-B2E8-8C3B8F2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9019C3-9454-4E8E-AC92-A4476139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2D698F-5CC9-4059-8E07-EF96F9BC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82D1A0-E956-4CA5-BFC4-DCB3FB5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C740A3-22F4-4D1F-BA9D-C9EA469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D263EC-3C99-43EE-AFF4-1F10378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C42CD2-CEE4-4C59-94F8-D2CF444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F3934-DDB8-41B6-AB49-089063D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F47744-A487-4172-A43B-05FCCC2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B57458-FA46-49FA-A085-BCAC1293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58F3BCA-C15C-4F7F-AF7F-4B1D8944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E67AAB-D664-4783-AC61-0A7594A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0A456B6-2C50-4783-94E0-59C5D624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E63F04-A415-42F0-A7EA-A977B0B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C87701-0B19-4B36-A1BD-40DE55F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FF2397-CA00-421E-85E5-638EEA1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13F4899-0CEE-43F9-863B-1639CEC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C9F6FF-9516-4418-AA19-EA2B79A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2BE6EF-4D13-428D-B89A-E0F1DBB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D72BAC-C45E-4CD9-994C-D580D679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94A523-0099-41E5-9001-7C38FE5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4BFD3F-4E8F-499D-8FC8-D6A29C1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021645-76E5-412C-9980-92BE707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9BD617-C3D7-4E0E-9DA0-6DD2CB58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6AA1A42-53A4-4570-BB67-B6AAC62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3282D09-72DA-427D-92EB-87C1E3A4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D8C151F-6E04-454C-A986-2A6B68B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EE19A9-D50C-4FE4-ADCB-51D09D9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CE7052-6014-4B2A-9F3C-9BE263BC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8A95669-949B-469A-9471-1817D247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CAA6563-F939-4397-BC0F-DE66EB6B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475654C-CA8D-426C-9948-421EAEDF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A3D32AF-A715-44C1-84E7-2EB4E4C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2D2C5A8-C0CE-4940-BF28-5197CF89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201D62-A4E8-4BC5-A5E7-BA891FC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080125-8F41-434F-AAD7-03E4F94B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FFC4D08-1BF8-4B29-8F35-703CB1C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70C3EB-4F88-41A6-BB93-65C40349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53B7E1-A8F3-4F67-9F7D-7EBFAB4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14D93A-6DAF-4778-A469-B3CAF8E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F0D9C17-3B6F-4139-ADEE-DC5435A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D26CDE-1920-481C-8DEE-9703E019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479585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DA82BEA-94B6-4E9D-A1CC-19FA2D8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D06F1-21E3-4552-BD83-CF30DE9A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0AD65-0A8A-4C72-A286-5485A641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75732-3E0E-4402-B5DB-0E481B92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86E4E-510D-4F3F-8D40-F57E8878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1FC6-F997-4F91-833B-AB442A5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4CB65-D232-4567-8191-F8255CE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BA310-9332-4FC3-BCF4-8E4B745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AAC86-0788-4199-933C-8A3EA99E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4AF27-3721-4A30-A44D-037C1BA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1569-0C05-42AB-B088-C58BAD5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B13E3-BE0C-412E-930B-901F81B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A4CEF-C7F7-485A-AFBD-F8F1396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8CDEB-8C69-47BE-B475-90162645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49839-3285-4394-AC19-0F22DAC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41CE7-9D51-41EC-96A5-E4BF2F65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19B9A-C6A6-440D-8D0F-18AA508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87824-7B6A-407A-A6DB-6BAA1864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25331-B124-43F1-A67F-192189C3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776FD-65CB-4D49-862D-EADE951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4C47-D523-4F9A-9E62-CDC9913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73156-A883-4939-A976-F6CA229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C8858-9B92-48AF-B223-DD26E642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25701A-9344-45EE-8829-A8881BCA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413ED-8FC3-49AE-A2B8-4A2824CA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F5B7A-84DF-4E10-BD96-F694BC0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7C4E8-D8BF-4A68-A56A-C269CB42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145A7-4628-4433-B482-E1B1C48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D806D-E82C-450E-8531-B1871413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926DE-991C-4861-9BB8-5D032871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FAD73-D2DD-4E1F-A283-1ECD5AC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89536-71A7-43C5-B221-970C30F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74A3C-A3B6-41CC-86D9-BA88614D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56F59-FE28-43D9-B291-9A3DE1FF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1277C6E-8839-4AF8-8EFF-4623F9CC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0E034E-7329-4069-849F-606E2C80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49C93E-D791-4356-9AE6-71260573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A79134-69BF-46C8-A6C3-8566D112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8F5CF9-A010-49DD-AFE0-B0B85CCE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7B1A9C-135B-4FD2-B257-009BBCC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1CEBBC-5F02-4D4A-941E-DC980DEC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79550DA-9BA5-4DA0-B347-598E758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983506-FEED-4EFB-ABA0-CED820F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F47D23-F0FE-4B19-82A4-4003D2C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44D64-16C6-402F-9259-732F111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9F0A74-0A90-422E-8019-A65CBB34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50F785-CE9D-441F-9776-F0C18EA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FF16CD-8D4A-4A4F-ADAA-5D3A0E3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B1A3D64-1319-4570-9879-7991EBD9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E2F09D-62B1-47C9-B7DD-1D3C5AF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279562-E315-42F5-A54E-D5D4D0B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2A9D20-F367-46ED-BF93-6434CE51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9D4C8C-655D-4CF9-AA40-C61EFE2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CB3AFC-8DE3-4BF4-8B97-5A555764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98B126-9CBA-4B81-A5DC-FE3DDAE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37D628-7517-4958-B6E9-1635DBB4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738100-7C17-49D5-A4A0-53E2AB1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3D03C8-826A-4F22-B2A0-13CBE721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DAD59C-B092-40AF-B246-E5DA34B7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DC458D-6A7A-4E3D-9DC3-C1886E5E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A7AC33-DC37-48B6-9F5E-AF46EF41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685506-E341-4DB1-930C-2767744F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49FBA5-0E4E-4C6B-A653-DB6753CE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575930-8EEB-448B-BA90-142249AB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401921-30C8-488B-9C84-C9A3BF9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463E2E-2717-4891-92E5-0B0B0BB3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443841-2C41-4553-8543-D5140A0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588A25-B8A8-4163-BEB1-D3C1D670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536E4C-C9C2-41D5-BCDD-14CF507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99034271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801CCA7-1850-4C5C-9EE7-50BFE70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1AFE1-231B-4D6B-B47B-A2EB7434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A8D24-3A0E-4B74-9E22-E9D0E31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380B5-B847-42D9-9E7B-52EE7EA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5C9F9-3F8A-4C4A-B23D-3C23D6D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30 noviembre - 06 diciembre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CFDCF-4B6A-466E-ACAF-C8C9511F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45A4F-51BD-434B-9DE3-2735B36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00EC4-411D-43AA-A835-87B37258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530D9-C88E-4413-8271-AA71D90B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871C8-770F-4F74-8CCF-46BC729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CBD29-C8A8-48E8-B513-FD6E7ADE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DEAC6-E0E5-4C71-8855-BE5677D5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ABF83-EBEC-4D5E-A188-613B1A4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029C2-94B1-4DF2-9C0A-09D0981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5D7AD-0740-4524-83A2-35F8B04F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D444D-F3FD-49F0-A8AD-5CAEC7F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8A3C5-0920-48E3-A24B-8762C347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72786-BBFF-431D-9090-46E8E52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DDD1D-39AC-4397-96D4-176C1EF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02913-173D-4F52-8902-0F0B089C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F238A-12F9-43FC-8FC6-3EFFD97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9DF91-0F85-4794-9DAF-720FA3F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C3953-682C-43E1-BE5C-757009DA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6261D-F9C2-4D82-8FA4-35CED51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0165D-8D54-4279-A479-5CC6C398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95501-6699-413B-9882-8D7E85D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3F5A0-95A3-490E-9038-896A82C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1443E-DCC9-47F9-943D-E4FF8442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5C8A6-13F1-4071-9F16-20E56AE9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18CDE-D335-46E4-8077-EE4B8DEE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88BD89-9E70-45C0-AC32-A976A932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FD2B6-BBCC-4A1F-B343-546BCA04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58C78-99B7-4F98-9259-02BF451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F1B2F-8275-4447-9797-989809E7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3C822-43F1-4636-BBEF-50E0C7CC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0AFF41-71E2-4696-BA3D-E86F6B52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49561-FDA5-4413-AA1B-F7756A86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E4EEFF-B74C-4594-846C-EA244D9B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9D8C7E-8E12-48A1-915E-8CF76434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9926C-5D3A-408A-B6EE-0E046C56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90C080-48B2-4B78-8321-ADE7EC0A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1BBDFE-7D7A-47EB-811A-B55DE20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A2ABD-F5DD-4858-9273-E1BFC5F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0D9276-1E8A-4C83-A2F2-6206E7F5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14665E-F698-4611-9A01-08C1DB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0C3987-DB7D-491C-B373-418AB6EE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43513-1369-48E9-A1B5-38C3D0C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383DA6-0989-4649-855C-2B8F9BE0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6BCEC8-C4F9-43B7-B2E7-8E56E887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9AB328-1793-49DC-8013-706CC8E8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5BEC03-786D-463D-873E-9BD58DA7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4DFA82-75E9-46A8-B770-B445E498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8B411E-7AB4-4842-89F2-C1D1390E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B9DFB5-B689-4A98-9A6D-037E8AE6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1CDAB3-2796-43F7-86D7-5E1C880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7DE898-98B7-41FA-B518-AE1573BD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964AEA-016E-4BA1-867D-632BBA25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43910F-442C-4347-8969-D13A759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7CB4BB-727E-4CB6-B13E-299C18C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DA3738-3F3A-4869-8A10-9D0003E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DECE1A-DCF9-4D39-9185-9BA3884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E6E8E2-5567-4568-AA6F-A67F719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A2ADCC-D8C2-4AD0-A177-3837838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491143-46A0-44CF-AA6C-DD34FC1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51E892-D969-405C-8202-E8CF42E2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2055C1-6648-4C92-897A-199F48F7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3304E5-1B9D-44CC-A43A-1DBC3ABA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B17BD1-4C72-42CC-9FBB-0C31341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C7BA96-9B3E-4E63-8D06-1F28978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4CB5F5-A952-4C01-954A-9ECF1319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2D519F-DFBB-4ED2-85D1-C6E7CA9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B26AEC1-A822-4C35-A18B-C634F5EF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AE144F-4851-4BBD-9702-65CCEE9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1BCFE2-99FF-46C9-8AA2-1D5ADF4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9FABC8-94AA-4E6E-8F15-A83E6210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409DD3-7291-4D4F-9FD6-E4CF0E9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5A604B-B410-4132-9128-BB494C32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E606E5-BFF4-4D14-A04F-DFB024E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D43CD4-9467-4536-8F4A-AADEB0E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92A34A-925E-4C61-B587-4A67DB91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045043B-BA5C-4362-B239-616FAAA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E81FC5-938C-4491-A1B7-7280A6E0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C6A079-9439-4314-9BD1-1A27AF99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C573B1-69E2-498F-A427-0F6CA79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2CFB31-793E-4581-9ADE-E7C805D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67F196-A15A-446F-8452-4BB67630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2BBC41-7772-4A32-8C58-14E2485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C8F47D-1CB0-47CB-BA44-7777441E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317ADA5-DC3B-4B1D-B5A5-731E207B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177D30-0669-4C4E-A5CC-722696BF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57FB7FC-53EF-49BA-90C8-FAAB3BA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3565297-1827-4477-B4C5-6E37A5A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95FDA3-D3F2-4934-BC54-A97F8A8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D2ED5C7-E4BC-4C0B-86FC-10F2926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834BAA-FD0E-4356-B2A5-AA18F7E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8C2E40D-7832-4C32-BC76-9A90436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966045-A885-4752-B9A1-7229D11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4F391D7-CB3D-4D9E-B3D1-2DB7135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89CBF7-80C9-428D-979F-AF9B0307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B670907-A04F-4C52-8349-185DEBBF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3C67523-B7D4-4414-AAE8-517B048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287A216-9622-4BF9-90DE-68A7A4F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BE35A2-E3A8-4BE8-B50C-955C1ED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5D4F314-ECD4-47F0-A695-656AD35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05FC4F-D7E8-4C08-B3DF-590C7005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E2CA81-9ECD-4C44-9FCB-3BD4E0C9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0C6259-C17E-41B3-BA4D-3B4444C0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3C4858-9390-46CA-96D0-701C74B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98F6B3-755A-4E07-AE7F-8D81CACF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085713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FD35017-0201-4F8D-818C-B9AF10F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B9831-3DCF-4202-8B46-057049E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169EC-EA0D-47EF-B6FA-AFD4030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7E2C-1411-4BFC-88C2-15B5896B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C13B-F4E2-40D2-81DE-5113F82C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4EC6E-53A0-4C35-B10D-E6C753B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FB7AB-8925-4807-83DC-C1163E3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6C33E-61E7-4860-A93D-6F5A4C4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8F969-5FAF-45EB-AABA-E1710DF4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9BEAA-1E5C-422F-82A2-5858ECC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CCBF5-8811-4787-87D5-8B3933F9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8CBD3-5A31-42D1-BD25-F97C666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BF3A2-41B3-40E6-9915-120F52A9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58786-7607-4FE5-BBA4-0443F7A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99D0D-A11A-49ED-9DC4-1676215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B1E0B-0BEE-434D-B57A-1F08CB5D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9CDCF-2122-4015-ADB8-597F1F0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3BED3-E1EC-4380-B592-21E6E44C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057CB-57E3-4B08-9DE8-6014D7C2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F4710-5C7E-47FC-ACB9-91A2ED77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34818-562C-49B8-ACAF-7881FCD4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47356-9221-485C-9331-41A4A45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5056E-012C-4BAD-975E-106EBC4A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1ED51-CE2E-4BD3-B8B4-362FA35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763CE-845D-43DF-A1C2-15D23F9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BDE2A-A917-4AAC-8C23-965F8C5F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D71D9-8E76-412E-AED5-BF3C44F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A91A31-1C5C-42E6-8800-0E2F9A0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24B9BE-CD6F-45D3-9C76-D496DB4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493211-C2C3-4614-8761-1110E91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76507-AD27-4E7C-A480-13D5EB6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5FF41-A06C-49EC-A1DC-8E7CF83B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41FAE4-A5FE-4D73-A88E-695C7B4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00A2B-0DA2-41EF-8E56-4D8A113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AE4CF65-C991-4972-8CE9-DD8888C1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787A5-8354-4BEF-8E6D-B8F675B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188FD-297D-4929-91D5-63C5DDD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F1C1D-7487-4CB0-93E4-E27EEF0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712F4-DD05-43E8-A1B2-B3FB06B2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08CFAE-643D-4095-A8C1-0F93CAF4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D333D1-1CCD-4400-9F0C-99441DF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94304F5-2F56-44DC-AE90-270F088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017523-69BA-4517-8006-9199FCDB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F677C1-F246-43C5-9483-083FC43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A66022-FBD1-4E11-9B8E-602233C2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B7B5FD-E176-4338-B9B8-2EC4F834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831CC2-1E47-46F1-ADC9-8FB71AD1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075919-16A3-46D2-93AF-3F371060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C00F604-DA2D-480E-9FC3-80C1301B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EE0B8A-3FD7-4946-8C7E-4DED163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386D3A-078A-498F-8B77-4E7B00A0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52756F-6D4D-4370-9220-76A7529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501E4B-03F3-436A-8382-6167F9F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1A4C5-01F9-485D-80D6-E76E2F7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F34512-4C03-4E0A-89D8-E324B00D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19EE1D-F9D8-4B1B-8870-16D7C7CF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C03F65-E840-4906-96A4-D4FF30AE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C86948-D9B1-4F5C-B9B2-3EBBA596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47F85B-FF34-4BB0-A537-AD78FC3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E7DEA4-DB96-4C7F-8544-3B6E827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A08E48-79D1-4BAD-9090-16E9E18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670A51-8A84-4B49-8FEB-E8D8DAC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773FB2-7723-476C-B147-2947007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310AE1-B09D-4995-9D4A-DE9F9FD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A79151-9C55-4B7E-A6E9-8B12A9D0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7A7116-17FB-4923-9D45-2A40AF33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45BC5D-F2A4-41B4-A91F-78508058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D638D3-59F8-46D7-88C3-8BD688B2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5D36AA-AEBE-4AB7-8E07-63AFF433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80168979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EF475B0-5EAC-4ED1-BD06-BF8C173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772C0-FCE1-45F2-B08A-AA6D916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A6E03-910C-4066-B69B-2EB95BA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D9EE2-8831-4136-A5B2-357388B2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8C3AD-6736-4274-A737-F5769051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diciembre - 13 diciembre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932F9-A1F4-4219-917F-AD88562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72918-6490-460F-AF6E-809DFC7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F54B3-ED38-4C62-B551-EDD6DDCE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EFDFD-0154-4CA6-8F50-7165C13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3C1B8-2969-494F-8FCA-0FD3546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96C76-5E92-4AB4-BCB0-088FF66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66934-FF1C-46CF-A404-6F8C5214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977A3-33C2-47E4-B955-676337A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FF0C9-76A8-48AD-B847-AE80F63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8F215-8786-4C50-9413-C8BD1FF2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7AA44-B162-4B30-BA77-9CDDAF6C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61137-6E01-4892-9DF5-8570E452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37CFF-67E5-4C90-B628-DF7CBC4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C91A4-2039-46E4-9459-D754B2B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073FE-F6A6-4F7A-A5FF-156AF2A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D2F6A-3976-4751-BDF0-C837E9C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6251F-7DE2-425D-837E-A1C7A1E1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1F749-80B1-45A3-893C-42823E0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46A50-6898-4F73-BF78-0368CD0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D6C26-BD63-4CF7-A910-BBE7740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17372-BF63-4F8C-A404-97BC47E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36533-4579-4C52-9693-C613B0DE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3CC92-7741-4D4F-8042-7319A40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DC58F-EFF8-4061-A5FC-0B1DE2D0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1950E-C6D6-4577-8004-70595A2C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B8ED9-7FFF-40DF-B7ED-D6A9C04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A383E-956D-4926-A371-AFFCCD1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90C58-3886-4EFD-998A-68907B3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FB9637-92D9-4FCB-9F34-C84A670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D5D8E6-B3D4-46CA-BBDC-36E7131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06122C-89E1-4AC9-AF48-48E71BE9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C7711-BDDC-4DC8-AA8E-5F0FD6FA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77A6CF-8EAC-4F1C-ABCB-0F46165A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F7F773-DB6B-478C-A3DE-2798A58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C553B1-02F0-479F-92DD-0413B7E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D843B3-9382-4A13-AB86-D267E4F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AD71EA-05E4-427B-97A9-FAF955BE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34EF4C-8762-4160-AE54-445AE40D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4DC735-B458-42AE-937C-599C04BD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B65C98-F275-4E5E-83A7-F701521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F8F20A-9CC0-4872-9552-7F624DA2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5D365-2938-419B-B888-C9AF535E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DD9521-2735-4C5B-ADB3-A47CEF9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D030B3-CDC2-4456-B39A-1C834BA2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90EFB2-44A5-4805-8B2D-DE13457C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9C37CD-478F-47CF-930E-A32B5242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B2AE9D-DB3C-464C-BE08-3F6DC170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B9591A-F631-4467-9102-91F4A99B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EB9D17-D19B-4F5F-9758-4A5DBE65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858538-2591-4F77-8C78-F9637E6A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141927-ED35-4699-A63A-CE9896CA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5F3566-4689-4805-B879-4B8E23C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A4AA14-3E34-4F7E-8100-796647D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068BF2-B4F2-48CC-A83C-E1937DD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44678-722F-423D-A623-38E5BFE3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B4B714-8B85-4E08-8064-DD7226FE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EFF9D7-2E7B-4451-BC84-C25A1A1C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10D105-6565-4CF6-AE5D-E2B1E7E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26AE87-8B6A-48C5-9423-1FA457F5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2F4AB9-0994-498D-9E98-6934B84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C5C4EC-B21D-4C81-AD09-B44B70E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03F599-33F1-4797-AE01-C3EAD53E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7505CF-DC53-46B8-84CC-0831DF6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E56E6D-3D60-4F85-A1F6-10248604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ACFA7F-7790-47A2-A565-AC743C66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D2BC22-4F05-493A-8167-AFDF9948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810F67-73FB-4FF7-90FD-6CB080E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FBECC6-9D09-4E5E-A253-54EAE16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B8F708-372F-43E6-9057-19468BB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0EF325-D7AC-4ADC-8BD3-6B668BF1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3D6F01-98A5-493E-A69A-BD43963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0BA136-8548-40AE-8BE1-6EAD499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9DE0EE-C912-4ACA-87E0-B5C32BCE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7DF040-E0C2-4EC5-AE8E-5EE6A379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0E02E38-5D4F-4161-8E28-65849C48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6CEE9B-5CF3-4A7B-BD27-1C963BDB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9E70ED-674B-460D-BA00-ADA9A74F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79B721-A501-45E9-B2AB-188C7AD2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47C3D79-5775-47E3-B34D-6496F59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AC6F82-58B9-4488-B486-4EE9EC83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E9A8C1-B7FA-45B6-A65F-D213D966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7FA094-E0FC-459A-82B1-33724CB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02B544-5AE0-459F-950F-01C18CE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7E9CEB9-64F0-42FF-AEAB-0387EDF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0CB396D-E176-4F84-8503-F6AB9E58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2196EB-764C-4274-A0D7-8D29827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4061E6-0334-4922-B9AB-1D7F187A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F38BB5-8235-4C0B-864D-5F7D8D5C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0CAD5D-A3D6-4E8F-9774-F561A28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FDB821-DFA2-4BBF-8138-2C74AD3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9DC7A9-8EC6-42F8-A804-381F1E3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6F91AA-168F-41A0-B747-CD6942A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8C13CA5-4247-451C-BEF9-D7C5F39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508A34-23D1-45DF-B912-3ECEAD6C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EE3A0C-5D7B-4854-84A1-DE7776F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CA0134-F127-4BE8-A93B-C9637504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A871798-640A-4835-AA20-265A496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375080-EBB9-41B5-A867-DA28F28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C330FFA-E3A5-4F55-9F2A-C0176770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D097D9-7D60-42CD-BB0D-4458CCBA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86C9F3C-1656-4E88-942C-208EFD40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813FCA-DC33-477D-8E53-CA9E1C2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5D7266-F507-43F4-9264-A30638DC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9EB63D-6312-4A0F-B722-13A706DA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242672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D4D1E5B-B42F-446C-A3B7-DB5C365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A3FB1-5440-4C67-A4AE-F3F52B3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BCC13-EDE4-4B3F-BE49-AF0B9F0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26008-C751-4ADB-8CAB-7E9B154C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D207B-F32E-4459-8510-19ECE3D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E7BBE-79EF-46AC-A9F1-C5F32A0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4C943-CF48-4870-816E-772DD060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FA06-52EA-404D-8FE8-DB55012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82F4C-CB13-4742-9DF0-06C771B1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63905-A056-43F6-955E-D5DE41A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C9DF6-4AC1-4E7F-AF46-D3AF8BE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530F8-23E6-450C-9506-699DE918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1A5DC-9E7B-4256-A39A-2F480098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87CFC-8C58-43D6-839A-2CD6AB28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CDC22-BF25-4B0B-818A-E4C1675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7124E-4D9A-4AB8-8C27-AC5BBAC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435C3-C53A-48E5-9075-1FF4E30D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0EDBE-3B66-4B71-AF8E-FC1B52B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7E792-3D95-4823-AE88-3A0752C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B1410-5709-4E7E-B81A-ECFC9658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3A866-86D1-4DEB-8EE8-BE201ED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592CC-5A3E-45DC-BEA7-BF5FAB2A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90E6C-5F5A-4963-8000-9CF9B475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8A120-3B46-49EC-BF05-866700E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E9685-681D-4E30-AC75-3EB46FF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8056E-1347-49F5-9E22-DC1FCEF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158B9-540B-4CB3-9829-F9DAEE0B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953E9-B2BF-4B40-B3C0-723BAA8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1CF90-BD0B-4B4C-B962-0E64D2E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D9CDB-FB93-4EAA-A461-168F909D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DE3991-EFF7-45D9-8A3F-0E82FDDE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279335-291B-4020-9406-29E3E25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2E2302-3D9E-4879-A664-CA288AD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F6A65-8912-4451-9FB4-243C5BD0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BF8FD4D-2619-4385-AA44-073BA18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7560A-03FA-4842-947F-F5C5763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A0B4C2-228A-459F-8DF6-B1BFE7C0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2F9CE-6D65-4CBB-9FA5-EA47B9E2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F844E-B851-4405-9F9D-C0DAC386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C7821-B962-4D2C-BB6E-BC8EF64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F2BE76-79E7-47A2-9F6A-F231A41C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1953C20-2581-47B2-9C32-5D674A4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189AC7-4F9C-4860-8274-41FB19CA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AD0664-D405-4ED0-8100-EBA4B522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A643FD-9B4A-4399-9E12-09888C7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93EB5A-8DCD-4B5E-ACB2-5D3B6CD0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7517A9-ED4D-4FD9-B090-C71CDCD3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D67FD4-0BFF-469F-9EF6-76CA8B9A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EE94C3D-A0A5-4C57-9774-2FBB9E39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6C6F83-684D-4900-AF35-DE276A1B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0181FA-1560-46E6-B8C2-E84368F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A736E6-CD2A-478B-AFA4-DB47045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BC63DE-AAF9-4B6E-92C8-B6BD66B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58195D-C8C8-4B9C-9D5A-91953384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646DD0-D282-419C-9C65-3505D50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38302D-9656-408C-BA87-2F80808C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8D6188-47A1-4A43-96F6-C3857953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EF34E8-8488-4099-B544-50226E2F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0060AF-8D50-4DD7-9587-0527644B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E6F85B-F8B6-4E9F-B7A0-8BBB7B6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3773CB-178F-4698-85AA-193B57F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C4180C-5D13-41E6-8926-AC65F493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6477FE-D3AE-4F6B-8D2B-31500E34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D2169D-58B2-4B0E-A57C-A4170D0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6DD945-6FAE-4943-BF92-CE5AE9A4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E94154-2430-40EB-861A-5177227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5A95F7-E09E-4665-BBB8-183E643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39B2E7-A912-48D4-9BFD-68D1E99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65232D-2B06-44DC-8A36-F8B81665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3007438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C74EA29-826D-4C37-9EA6-B2E4E341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1F747-FCF0-43FF-B4AE-5E2D50E6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28964-9CA3-4CC3-B4FB-BA270607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02379-FA2C-4BE7-B98C-7FFE519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D0871-BF13-4D7A-BA15-898EA52A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diciembre - 20 diciembre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462CB-A421-459A-83CB-4A1B5267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B7C5D-C0BF-42D9-9644-E4E5C7A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9FC07-2BFD-4061-A570-50B4995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462CA-C8DF-4292-8DF0-F979AF7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50626-9E5F-4145-96F5-F499120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218D3-715B-41AE-B0E0-182D385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522EA-DC1B-4696-9A6F-9BBB077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8EBB-D92E-4942-BFC9-2E1C549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56BAF-B3BC-4AB4-BDE2-9228C603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FA194-054A-41B2-AFC5-5079BB9E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F2555-79E7-4E48-A453-CC4CCE12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029E7-23EF-4617-9264-1B8EA22F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F1B84-13C5-4369-B1B9-320C2D93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58857-66A5-4826-9E40-C5C82CB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25483-BEE6-45BD-A705-B150C402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63019-62BC-4065-8C78-31AED06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4642D-733A-441D-8A51-D4EEBD57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77569-FB8C-4054-997B-17EB51C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7FC1D-7DDE-4177-9340-6442FAD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BA7D0-800D-4F04-97FE-2C41BDC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D30A1-A192-498A-B11A-F9190ACF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06E8E-72D0-44B3-A101-5388CCD0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9EE0D-0D2E-4091-BC77-8501362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A8F44-7D36-432B-8747-EB4200E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12741-00BD-4474-8D08-A08819E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B9454-CEEF-4C7A-928D-375C07E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B508C3-8E26-49C2-A552-2870D396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81308-EC79-4EC9-A491-290D1680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352DDE-7936-42CF-988E-BF12F35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44FF55-0A7F-4CBB-800D-F1A98B04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7460A-89CC-4DC7-9118-42A2075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31F266-59F5-4FED-9BA9-B28D8E75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C17E72-F663-4269-8E0F-9DDD011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FACE62-2720-4BCF-A36D-5119C188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A15A52-A734-4FB4-9D3D-26646719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C3780-97BC-4B5E-BF42-AF454BC6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3A6913-0015-45D0-865F-332B0A16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830A4D-2A5A-49B9-A091-D115D14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C3CB7B-A114-4C3B-A5AE-E3F2999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DD806A-CD65-4294-9CA4-D40EE202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A0EB5A-272A-4446-AE61-88A2B65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D6006-13C8-4585-82A7-BF11A64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6913C9-309D-4596-9F5B-F02465B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6B6345-5948-4233-867E-7E59443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A07940-8F22-49F2-B456-54C49F45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F154DA-CB97-40D4-8409-56319AC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1B5F98-3927-423F-954C-FAD0B954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0D1B62-2FBC-4CED-AECB-BEC2965F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623FC7-7F76-4A14-BE7D-228897A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AEB8E1-ED51-4B7D-8707-69BF9B8E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AF043B-EFCB-4D8A-8940-B92D2ACF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42494F-4271-457D-B915-E04821C3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721DDE-2DAC-42FF-8D65-741053A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DF200A-9ECF-420A-988C-E582484B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1A7E0A-5EFD-4854-9349-590C096A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0574F5-A038-4585-8626-8B7CC81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2304F8-20AB-4957-AA93-DFDC9873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D395ED-64AD-4316-9B3E-D768936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B68BE8-2A4F-472C-B5FA-3FF7FBE6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809CBA-1338-47C3-A40E-4AFF5A07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3CB22B-8805-4F28-B757-3DA5B79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4E8048-9370-4021-8C9E-BD7C63C4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097482-7A15-43E6-8C26-F6F2829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076B9C-4B24-4DE9-81DE-9E4B106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AF2D27-3CFD-48A0-87BC-3EDCE426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E0324D-6140-4F2A-A1B2-D913B3B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99939D-C5C0-43F3-AC05-1B41C9C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E5B12E-BA2F-4414-80FE-4C1C438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D1C63B-2E6C-4A15-9579-1EB41883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CA1B26-7C4A-4595-8866-09F5C8C6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034393-5977-477B-89B6-30A8E141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9E8E0E-837B-46D2-97AC-83A38295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FA3E02-8094-4469-BDFE-77D54AC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AFA5BB-1889-48E5-A0E8-071FD88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EF10D43-4C63-423F-B315-EB5C349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2F862F-415F-4D80-950F-B0F620EC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13CF08-4CF8-446D-B413-E02E0D3F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4F4178-920F-45B2-8201-EC330006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FD8D38-3333-48A9-98E1-2A7742CD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D5073F-0FE9-4632-884C-9E846143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4BAA3C-5FA7-45CB-A39F-2F364147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56118E-BCBD-416E-BA3D-8EC0276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655E01-08D4-404C-8BE6-2326948A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EC6291-33EC-4EAF-952E-CF2EF1B0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F46355-F609-496D-8E13-061C9FD3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680C2C-3FA4-4CA6-8A79-CB41EE1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CFBB49-1F58-4297-B142-7E7F2DA6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5F78F55-6903-4790-A496-2A59397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03E3DC-034D-4940-A868-C3A9488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0F63E39-3EB7-4F58-9120-0359C24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2EF55D-42C4-4186-B6EC-EC4365AF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05BCC4-8FA3-416A-B771-FB3B259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D3F8C5D-F900-470D-AB7D-21FC4B5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6ED01E-88D5-4FFA-A9AD-4C4B3DD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2113AD-37D1-4988-B573-255EF6E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75E123-A55E-4EAE-A773-6C7695AE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D8BAB31-6AA5-4632-A8BB-CD633EE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63A53B2-E732-489C-BCCC-66E1F9F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242EF3B-EE28-4434-A04A-FCE2EF92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3DBE15-E3D5-4C6C-9DB0-42F3780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8790B73-BD0F-4425-BC5D-180764E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EDAD274-6246-429D-8660-247BB795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BA5F12-0739-4C79-A389-5CC97A12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B10517F-457D-4A24-B948-3BC57BA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237918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E92891E-0695-445B-A650-6B2FC28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26383-AD8A-4895-886D-CA71524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7F443-1D60-42B7-AF2D-BDDE396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A1396-A62E-4A2E-842E-19DFE197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096E8-234B-4269-89D2-7BD1EE68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0206C-EDB4-4D0B-BAAC-24F35FA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B29D1-768E-45A9-B4B0-C2D5DDAD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2D5CB-5525-4CCE-809E-1CA33518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6E9BD-71D8-4F8A-AC8A-F1AEE838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AF7E6-1BFB-4C09-9E55-725559E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6C982-3657-4321-A5FD-87F81EE8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6B685-0F23-422F-BD87-4ACC2946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264D6-A319-4E70-AF23-F1031329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81740-8C0E-4AEA-B392-B7F5844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CFCFD-F025-4DFD-898F-D5D8650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A9665-72AE-452C-B260-D0A7AF9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B8C5F-E563-4D41-859F-EC5F4228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9F5DB-77E0-4AF1-B8FC-B8EDE51B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8D069-468A-4647-AA58-B8F5CF0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B6019-CFE5-4CB2-9F80-C2A6AB9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2AB5F-7025-47B4-A442-B18C195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A6A79-2AB4-435F-968F-832AF68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5E092-8FAA-4713-A8AB-E26C9551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B49A2-AF89-43E3-9425-4E30B201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66A05-9553-4C2A-980C-690BE603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258AE-2D8F-4CF2-B125-8A49FD61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B2684-500E-4AFC-AB68-A54D2456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0B778-0331-451B-9B29-F0C993AE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C068D-1AF1-4C3B-8E22-6AD361FD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31DA6-6A3F-4122-8649-1FF391FB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C279A-4F74-407C-AD80-F120D19C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94E89-7677-4EA2-9532-16A07C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C6BFA-2BBF-41CD-83DF-B3982D1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4D619-4073-4D75-846D-50EB24D3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13D983A-C0C4-4C87-AD8D-FFC56247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14CE8F-0A62-429B-AE34-6E1BA0C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79613C-BF86-417C-B413-2102DAD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9EEDD7-18AE-431A-AA3E-ED26AF2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FD034A-5267-4D9B-8F71-6CAC6D1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1FEE84-A39F-4A2D-BA26-E10D462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28328B-227B-45B3-99CD-AE1D919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E34E406-38C6-49CB-9601-0EC6B60D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41F599-5DE3-4FB8-B14B-E2CF44AA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4F5DFF-E837-4AFD-9566-C2EBACAA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88487D-F623-4469-8D4D-01FC4E9C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B1EA47-36A1-4146-AACF-BD62CC2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1096A3-7DF4-4F27-9E38-384FA57C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F83168-E0A4-4FD7-B744-0879251D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86B3BCC-408E-4720-8524-7850766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50FF33-0B0B-4548-925C-401DDDF6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955833-606A-441C-B424-9716FDC4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6144B8-06A8-40C2-AD0B-08B583C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E8B87F-31AB-4F83-8D4D-E61E28C2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04C0C2-0B80-45A3-B29C-988505D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96537F-0902-495D-9BF4-D09AC570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35DC93-DE15-4020-B187-6254F185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A79078-9503-412A-911E-4B5B647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84E394-7EA8-4EE2-8D39-90D6436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889F99-5784-430D-B369-6E709882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1259BC-4465-4466-B117-B9AAAFB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095C5A-99DE-42D0-9A93-3FE71DA8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1FF555-888A-4750-95BE-6BDD2C2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C34CF8-E65B-4F1C-9CDD-35E431D7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ABA2E5-B05A-45C6-B41F-70F711B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E149F7-8921-400D-903A-CBFEBE66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E9D801-83A5-45BE-83D8-F1A5120B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6D2A03-6CE6-4F70-AD36-1AA1332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757431-13DB-412A-984F-DC43AC65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CB8D25-A9EC-445D-9367-4F2D024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211152181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0383BF7-4004-4A86-93DA-2DEF46F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F6C59-9093-41B6-A804-603A8839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4CAAC-F735-4BB0-904D-39841A2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44897-D320-41DE-8FA0-5A2CF3E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BF36D-1DEC-4354-8227-ED22F6A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diciembre - 27 diciembre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037F8-5F7B-4A01-BD6B-B5ADF33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2151-D6A8-4519-B892-59F5F1B4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73D46-553C-4D61-A97F-D420C60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8D2A1-9A0B-4254-8F9F-DC24E1D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8C9C1-B015-4DD2-A414-3397189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57404-BA36-4A50-9694-B2231AA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36A80-F706-4022-8152-051E9FA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B35DF-C585-4DC7-8BC6-5FA45CE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A502F-F2BB-4CA8-AB53-CF4052B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6F18E-32EA-43CF-B3A4-F2BF8BA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541CB-50FC-4C29-85C0-B7C29B6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53F0C-6FEB-4530-9F3E-21EF22C6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C8AB5-D129-4AF6-B72D-7D0E98D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6B319-DF98-459C-80B2-8DF9B6AB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AB722-4262-4327-BD33-299FBBE8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E6121-DFDF-43BE-B125-27AA0F8A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8AC80-7453-4659-8E07-FAFE5509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5C246-66B9-4FE9-AB8B-E440A48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77071-2B07-43E4-B54E-48188C31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A5BC9-754C-4D29-B6F9-6CA03FE4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30E8E-AB59-4506-A77D-5738E27E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F5EEC-5A81-42FE-8E23-4DA5E9E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55BFC-F540-4FD0-B235-4EE5AB0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010BC-DE80-4103-80B7-4BFCBB8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3ABC6-F143-48A1-B533-89E27FE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AA71E-FB7B-4F51-8E34-264F98FA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E514E5-51A3-4579-BAE6-FF8B97D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71F192-B6C0-4AAE-8F81-A4DC4C29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902C1-75EF-4CF2-9315-1C7039E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C62640-B6F5-4A36-B450-D2EDA0A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E0734A-A24F-436F-81A2-437BB8C7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E4294D-D73F-4F05-9E53-AB71BF8E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B4AD1D-E4DE-462B-8AB2-5C8A10D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1AFE22-7B62-4875-81BC-BF7694F6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BCC45A-F9BB-4659-9DB4-D3CE4FE0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138797-2E07-46F4-97FE-A449DD4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32EBEA-7AA9-4FED-AD2D-E2AFDAD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9BEEC4-FFBE-4423-83D9-5349DE81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5D66B8-F734-4E13-9FC5-68C12184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B50C1-C07B-49E2-A077-0BCB057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B6897D-2B2D-4099-B374-4FF352A0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DBC34C-3BDC-40AC-808A-05621CD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A8CC8-BD9C-49DF-9619-269071C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8CE85C-4709-41BE-BC8B-82A25C1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387916-EC7E-4C79-AD7D-E287C49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0D2657-F4B2-4577-8A98-D4295E3B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BA2977-4F85-4AA1-B017-CB9B8AB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A21F96-5082-4ECC-8A07-BC7CDF5A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832976-4ACC-4141-91F5-6262D8EF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BB4007-C58F-4624-9DB7-590ACFD1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6BF906-D54E-4371-8DE8-61B7427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91BF55-D435-401A-85C2-3A208E6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6F0DA2-CC54-4F88-84AF-B6C8925F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E18E1E-C51B-46BC-8F1B-71FBD64F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790647-005F-41A8-B0C1-17E4151D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A546EF-87DD-4B01-90C3-2CAA607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FAAF70-3C94-421C-A21F-0F3F14FC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EF2916-8BAD-49D7-9DAD-EB1D6D1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4B68AC-BE6B-4758-9EC7-C2E1E00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AB9646-2BF7-4DD2-8298-8CD22AB8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EA255E-C978-4B4A-B268-08F85DCC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DABF6D-96EB-4863-B261-5FFC7BE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C66FC6-4BDD-4D25-AEFC-0EB3658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C16D78-B1CC-4438-83DF-F4601E80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2092EA-A7AF-4F2A-9BD7-E77F2AB1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FCF275-EEF0-4A67-AD41-7334CDC2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EB4581-D45C-4DB4-B036-6FD2B876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02B035-E557-4D09-ACB9-228C93C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8C2A7B-A536-4BD8-A5AB-C82D84E0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F29755-20FB-4221-98D5-CC99543D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34FFD9-28D3-492F-8A9A-91D18FA1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1A6483-7A9C-46DF-90E2-3A8D00CB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67047B-F274-41BC-97D7-8FF2FEE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839348-1FFA-41DB-8C5B-BB223DB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4215BC8-F7B1-4853-90F8-35F7F79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55D85E-0368-4D6D-9451-8F437B6C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2AADDF-4BF7-4697-BF5B-F01E7A5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174791-8FAA-4362-88BF-3BEBEEB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899228-D3C6-47E4-BB7F-3EE3DD89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F97920-4EA3-49AF-9C43-01B9F87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9E1A4C-8F52-459C-AF72-324216E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D6A65D-A4E8-4505-BD25-76C6E23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D070C71-ACF6-4EFA-809B-A58DC856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DAE0B7F-81FD-4D9B-B19F-6125A1F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00C2C2-A39E-4FA6-8A2C-B019CA3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6CF4F8-7CA0-434E-933C-C735965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9C545B-490E-4095-8B56-DC1F3CD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5A52AD5-8C14-4D02-B26D-5503CA1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37C325-068F-4133-BF0B-84C2597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B8073CF-E44F-4C60-B927-2C189D80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80B8CFA-0AC1-4864-9AF4-F4E6BC55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6C8008-4801-4183-BDBF-FD334BB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E5FABEBC-8020-4E68-9675-B35913F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030727A-EAA0-401B-BC77-84D888A0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FB01E51-13C7-4211-A089-DFCFD58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882848-ADA6-4C46-B3A4-AA501D2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C161BF0-AEAC-4077-9BF9-4CCA61C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E9F1E6-BCFA-4D27-B906-4B7CD80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2F177C6-EDF6-4FEA-95BA-2304300B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6F0C12-C0A5-4327-8802-53AEA6C1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9C32CCD-161B-4EAC-8DE2-4635348A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B71726-D9D3-47DF-832B-9811F2E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91E66C-6618-4922-ACA0-F1A7EE5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7F59D6-0B6C-4BAD-A5ED-B0868F9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792434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6465F92-0BC4-47B6-AD8E-D81EE06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1176-39F0-4D79-8D42-5AF93B1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74761-ED74-40E4-B91F-096CBC7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5F5F4-2134-49C5-B576-3BF611B5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C704-1176-43B5-A3C2-4C96834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920A2-40F8-471B-B938-AD7B261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69B0F-818E-40CD-A608-B9C7F62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1AB4D-62FA-4C52-B68C-89E260E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C266C-95B1-4B32-A7C7-78C61816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2A107-B4B6-4FD0-9E76-374F3C6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B893C-2ED9-44A2-B1F5-352FE29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6FFAB-CE00-4A07-B382-3146FD76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EA193-12D2-464E-8749-6153385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3FAE7-37DE-409D-8B50-D08BEA7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0EA2C-7EF5-4E42-8FC5-823A1E3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0E668-CACD-47D4-BF5A-02BBA42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B384C-780A-4657-9728-B546C116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75962-EA12-41D9-9FEB-3654557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8C46A-87FA-424C-9035-0D1D63C0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9D18D-3ACE-4E63-85A3-9F95ED68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436E0-9C7F-49E1-9C94-BAE4581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03156-B188-46D1-BD1C-2835D51F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0DB1B-C748-4185-9DB5-CE3CF968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B372B-33F9-4BB7-91FF-B87BC525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00EF3-C42D-4196-AEB3-79F1FD3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60EBE-F385-4CFF-B2BA-781953E4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CB83D-7594-4466-B3FF-C381DD6C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D5D24-8B17-4BF9-9C70-B5FB080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35AB3-094B-48E6-A7BF-973831DD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BBDD73-66D1-4F13-ADD0-9AD5126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0F60C-88DE-4C16-9C3C-FDEEDA0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792DC8-8760-4F3B-ABED-E19C529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6D299-EBE1-479F-8EDB-7C1A9C10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61CB9-AB8B-41FE-9346-05D6A8D8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5D33101-AC2E-4D4F-82C1-C026F2D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21CC54-6F4F-4871-8C85-40A57FBC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587BF-B788-44E1-B272-0DA803B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DEA65B-AEE7-48B3-A8A3-41D26224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9028D-44E9-45D1-9D42-583E681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8C98E0-B2BC-4FE4-B750-4CF1E05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7C724F-FD68-4D33-A241-9579E56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C02F652-431A-4F9C-B99E-2A3BE958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312357-FA47-4D84-BF0A-7B860DE7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54FB16-56D5-4565-9C83-328C485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858580-0D46-413C-BC5B-FB1A7C89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CFF429-84D5-425D-8FD0-8E0769E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437C21-5CC6-41B4-B494-FC2381E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E368A1-159E-45B6-8288-BE26822E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03540FC-5215-4B34-ABAB-B68B7031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168F0B-B940-42DB-A8A0-7258912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ED21B5-B20C-4EFC-8DE3-5455FD4B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89E1D5-9958-444E-BA49-C4571D1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AD1702-57BE-4A57-BEC4-CD8A284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DEB969-E32A-43B9-9421-25F1934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4930BB-738E-4C6A-942E-BAF2AFC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811F0A-64E2-4D2B-B22D-A6C85250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EDB933-6A61-44D9-9ADD-3046214D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FCF615-1B16-4F39-AE30-88D5A5D5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12EE6C-9355-4D5F-ABBE-98FB3E9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6DF9E5-CF58-42F6-B256-F20C8C2F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9E04AB-FA59-46BA-9B4D-F9ABAC3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C16D48-8FB1-459C-98D6-453BBC39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152131-B6ED-4331-AC1D-822462E4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8B81B6-4C8C-4B9C-BC1C-5A0A1D3C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706CB8-D2EC-4C80-9AFF-C37807FE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782F55-A890-41BE-B393-BC25F56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8DAC71-5CEB-4E01-AB65-D396D3F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38CC1F-74C7-46E6-A34E-3207B1F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F84AAB-1B84-4254-B833-25E540E4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23454579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E2E1F63-BFAF-44FD-BE6F-5DD20CD4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7A35-528F-441B-B692-1799112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FF15E-A067-4ED4-B922-16F9120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1EBA9-EC9F-402B-BEAA-F523DF6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85662-6500-4AA8-88AE-F9F92E0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diciembre - 03 enero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8E291-98DF-423F-96EA-0F63F238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DC639-CB7B-46A3-906D-7B718F2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0B35B-FFC6-4DCB-A7E4-2D839313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E4193-12BB-4533-9AA9-D3299282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55C18-3788-45D9-81D4-2AF43F0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155AD-71DE-4C0A-B457-92F24B4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4E0FD-4DA5-464B-BB68-7046C98A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6A62B-9228-4C40-B349-AB61DE4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537D8-F482-4EC9-BE85-A59E235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25C9C-E1CD-4F89-942E-1261894A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13FC0-47BC-4C32-B57E-5C8FBEED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05CF6-D4E4-42FE-AAF8-D4A4D02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2C9BB-AD58-4EC7-B8D5-0DAFE5B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5EE7A-3B54-4235-9DF9-E923D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44C3D-E969-4B4C-8013-4AA61D4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A8B5A-9FCB-4FEB-9124-58F067D2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BC66A-2331-46D6-9961-CAD0E887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4DAA9-0700-4A37-9F75-9D8AB3FD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7522D-79B2-4327-AF50-2BAD38AC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AF480-E4D7-47EB-98F8-99EE3A4D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0B4C9-FC48-43D8-9313-401A341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B4CA5-5753-4F55-93B7-C5FB784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22DD6-987D-4B23-B42C-EAFE31E6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105C-BE5E-423C-AE98-21D3810B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26C52-F0D4-462E-AD05-453A66E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0B686-0A5C-46E6-9603-C9D3312F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2C2EE8-3CBF-466A-9542-07E3108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21A92-68B1-4F31-832A-9DF5FF3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255AB1-5A03-4945-963D-9FABE7C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9E334-BEAA-44E1-B427-4735FAD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BA8F90-58FE-44EC-84CC-C6E9044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C8906F-1EE7-405E-AEBB-0C293D0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850E68-85F0-4358-9CBF-840B4065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1E56FC-A841-456B-8018-84AE2D1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873BAA-FA36-405F-B99D-C5258AC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FA09BA-6D97-4FBC-A0AF-1E1C54AC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A7B401-E7E2-4452-91A9-2275E6A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7119AF-FEB7-4989-8292-69012703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0B8E74-7F6F-4A31-8C15-C72A3DC7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0FA8BE-858A-47A1-96C1-609AE71D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C46C5F-1FF0-4FB7-AA7B-B6A190B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C4B762-3C49-414E-A977-3671C84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ABE850-10C3-465F-8AF3-8C5A12B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13E370-39A1-4EEE-8F16-83628EB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E2A15E-6ABD-4843-978B-B9396322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7DD47C-5564-40BF-9E60-33056292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D49366-6D5F-45BB-B430-FB4A50A0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FBF3D3-29C5-4879-BA4B-3E48A40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277A86-0E0F-4A0B-A752-F145D3A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CEB7D0-02E3-496E-8CF9-0166FBE1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C306DE-19AE-4C68-97BB-CC18B8AD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1916C9-46C8-41A7-BA01-4012326D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0C784D-FFA8-4EC3-AEA4-42869340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F70486-9A2E-4526-B399-18C00816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F581DF-CED9-4EA8-BE27-0885779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F205E3-A883-4290-801E-B1863C83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A9DC13-4FFC-43E9-921E-9BFF65C8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5817CE-C08F-4995-B7C9-0810DCE7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3CEC67-B6E3-48EA-84D8-8CBD277C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375868-7CEC-40CD-967A-C348C831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386DFB-B3D0-4820-9A10-3D166F4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72A508-3615-4171-AFE3-737C14B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19E499-CCA4-4AAD-B143-D7C9B6B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F67993-235E-4C40-9388-D63F862D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7B6C1C-D803-4E30-AFA5-EFB3249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DC12F8-3EC0-4528-B028-C59E741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4C177E-E5C3-4A2D-9136-CB29A63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D025D4-43A7-4304-A952-62168DB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B03029-03CD-4A39-BFB7-D416F67E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00E2EB-BAD0-44E6-B9F0-908D606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634575-784B-4EF2-8396-7491E6B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28040D-BA7D-486E-94F1-A81132DE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C25EBC-5A31-42C3-B8C8-19F0E6D1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FDFB47-D914-4CDD-BD77-1B6E482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663070-634C-4B45-9211-94439BDA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B92E86D-36D9-43DA-9054-5AED823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2E452A-6CF8-4CD5-A500-64E0944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E76063-222D-42D9-83B4-00812DF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5E4D69-76FF-4E62-BDB8-D6FB26C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FEF3E1-D89C-4662-84B8-E3F75043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1EABDF-7E64-4AD2-9B3C-6B63C9EE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D1B0C5E-3964-4572-81BA-1A9BEA9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430CF2-6407-4199-97EE-F96F6D1C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2AF01C-E729-451D-9079-31BE0B9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D5C45C3-96E9-4329-95A8-EF46D8F7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30C7DD-7DCA-4A0D-8F85-6378038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1992BDB-F557-4158-B871-65713E9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5C5B44-A330-401D-B8E3-B09B03F9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7E08FB-1B4B-4DF0-9DFE-D35071C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95EA37-1D22-4D57-87A4-F4CAACB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3AFB5E-FABA-4533-94A2-615FEB6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9360A8-0B0E-4661-A222-01AB0762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BE8FF19D-9FA1-4CBF-BC00-41A6CB4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CE53F8-D3AD-4DFA-8CE6-5DF1620B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AF886B-7A31-4750-AF36-E805890F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B6BA51-4515-46A8-8840-FEBA439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FFC29C-D134-4B18-AE14-7EC00313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F09138-76AB-42EA-A91B-CD1F6A1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52C2A2A5-40F6-47B7-AA7A-B7A2EA6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D1C0FF-767B-4CA3-8927-12B0D421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D283A4-4049-40C6-9811-37C75914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D6C9FEF-D93B-4269-B09B-3BDAE466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A67A828-314F-45BF-AF06-6A4FB23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33A27C-4B30-46A4-8725-0A1AF85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751906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DAD8201-D7E2-464C-BF91-2993817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CE528-72AD-4082-A7BC-069C016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B918F-3567-4BAA-B644-6B49B0B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F9BA8-523C-4949-BE17-6291C26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FB50-2B62-46D4-82A7-3BC3CF9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E2774-16D3-4FCA-AA35-A8EA615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2FD56-3730-400A-AC8B-507F2D7F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63C9A-FBB1-410D-A3D5-88796D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CC2CB-0915-4846-9FD8-1F2721E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9C5F7-6F41-488D-B8AE-D577E5D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C436C-3270-4C3F-9D5C-0C994D02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DCCF9-4B0C-498F-B4C1-ABFA2FC8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D8C8D-B36C-4AB6-ADE6-69FA3A0C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77984-B8BB-46F6-A243-3D9642E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A3BB3-AF47-45B8-BFBD-A06590D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289B8-02B7-4BC1-9D39-6DF6CB0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DFE18-BC51-4176-9695-C79A2E9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BD4B4-CC31-4635-B8F8-5799A0F8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8400B-FE67-4DFC-AC97-9915E1FC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F6D1B-185B-4B38-A8CF-8E9C9D40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A5D63-EC70-45B1-BEEB-1029BD8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FFEA2-75DA-41E2-8034-6F7E0D8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7345F-71E2-424C-A3B6-CD1C4FA0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104AD-64EE-45FB-B276-D8225BE7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FD8E1-ED5A-4CF2-BC6D-742E3FF1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8C04C-3D08-4EFC-9AD5-2CE9659E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8EBBCD-7B1F-4B7F-9236-27CF6A4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15688-FDA3-48E3-9081-2C0F7D27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2DFA2-8DF7-41E2-872C-477E586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7F771-49C8-4242-9606-3B186EF1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A39D8-0E0D-4DC1-864A-3041298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705139-3070-4CC2-852A-D5DF2EA5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EE88AD-329B-4E42-B6E0-0B8E5EA8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0F84C4-2671-453C-9E3F-DE877337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2801F05-098C-4106-B149-51128EF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AF86B-255F-43D1-B934-ED53006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97BB0-645C-46E0-BBA2-0C48A58A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C74610-EEA9-4764-870D-04570C2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0EFD0-772B-482B-BEB2-FC70F4C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B86E40-C442-4069-A8F1-FF31E18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405782-2E69-44E4-8E5A-44CCAD9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900C6C0-6815-45D9-94A3-EEF42C1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922BAC-FBBC-41A2-B410-6E3A030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EE1892-0FB6-4B20-8A13-F0028BF2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DBB641-EC7E-47B9-8E5C-24CAFE6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74FBB9-9621-4291-9E76-2F881EF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681921-C454-477A-9BC8-AC3B780F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AB7988-71C7-4DA3-8579-EB81F70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EDE3CB6-6442-46A4-93D4-3963205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90E5F7-1679-403F-83B3-D06D35DF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447AD3-4141-4CE1-BF44-2EE1459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59EC5C-15E6-4253-98B6-A79859E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F9C5A1-89EA-41E6-961B-23BB695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7A09BD-070C-4E98-8F95-E334D97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ED6355-7FA6-457F-AA54-1EC16E5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1F8682-0642-4092-BD29-5293D4D9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B9B3C5-B508-4804-AA63-9BBDE45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1D6529-DC77-4934-A0D3-21F2A23B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42E2F0-0C71-4F9E-AFBF-596AD6E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46246C-1251-4155-ABF9-2EDCB8A2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05F99B-1496-45B9-B4B2-485A744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762D78-ECE6-4C85-99B9-D33F7984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F87064-4C32-453E-B48D-162C89E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4BB91B-4C3B-4F15-9F06-C8B342D2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53A668-25C9-4216-9CAF-4C166525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750C21-48E3-4EB5-9C51-697FAB9B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88BAB5-7555-461D-9039-C6B05DE7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0AAA85-762F-462B-961A-1789360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0394AF-5DE6-4F95-936D-5310619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23949713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87EB8DD-EC45-4936-9756-9B8C5F21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48575-A349-494D-929B-C875A89C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FD0B7-A7C8-42AB-B553-CB1C42A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8B2E5-5B88-4151-B0A5-7ABFEFB0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37CF1-5A31-4C33-B35B-39E96EB5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04 enero - 10 enero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AF4C4-87C1-4928-88DF-A88E74C9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CBC55-5C3D-4BDF-948F-CE847909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8FBAE-AFDD-4CE1-8747-CF8A5D52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50355-7CD1-41EF-AE19-8E243F1B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B169A-E95D-432E-8D33-BD4713C8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29993-A68F-4354-BBA5-4CC4D2F5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07D07-485D-434C-915E-4DBED70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65547-25C1-46F5-BCE9-3DF1434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4DF9E-BDBC-4947-A8FE-F3DC6201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3EC57-D744-4F37-B9F5-86F0755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64DF7-63CB-4694-A6AE-FF8F7300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727A8-4BCC-4AD6-9A82-501287B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CD69D-02CF-4C47-8CD3-F78DFBCC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E2EEA-6CD0-4A01-8EE0-4B4605C3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BB8D8-D2F5-42A8-8E1E-D25216A7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234E0-F6A8-49A2-886A-A6408C10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5369F-A543-41F2-A815-6D670DB5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BBDBE-7ADE-4B00-BFF9-D1EC6A2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0C5AD-CC6D-401D-A0C4-F95A2A06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A6D5C-2C49-4F50-AC8C-704BF8D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4C63D-91E3-4567-A41F-BB8E0EE0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3E549-4068-4978-9F56-0E7D0DF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BFC24-C3BB-47EE-B9AC-8E252EC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9F508-C7D0-47AB-8BAA-6C1C727A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1A8001-FC7E-4290-9064-5F747E5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8D6D7-31C4-483A-A346-9E57E38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9EFB65-6555-4707-B0D2-FCE1E91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45D0EF-9462-4774-9345-B23323F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912A3-14E8-40C2-82FB-7E71CB51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3C7E4-246F-45FE-942B-CDC77BA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238540-575D-464A-8206-3437947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2A496D-6CA2-427E-B3E9-0E9D3FE7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A1DA2-4AD3-458E-8AF5-58396BC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1F26D-5ACE-4A2C-83D2-538904F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6B06E3-ADA3-438A-B5FF-B4F053EE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8A20A-632A-4D96-860F-654B08C4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84A96A-1C68-4B0B-910D-9F42EDC8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6C2428-3C74-41E3-A634-C027CB83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3597B5-64BD-426A-8ADD-ACDC8B7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68CEAB-6593-459B-B0C0-1D809B2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8ED82F-22D5-4805-A727-52D1256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AB2C9C-0DB4-4993-8924-B2F21FB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AD2D54-A873-4533-943B-B9085A9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1812E5-E695-494D-878D-60E9EC70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5F88E8-B054-43FE-B310-EE95539E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D72FED-4E6E-48C5-BA98-CCA8734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A2C334-F71D-4620-9914-8A40E56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806346-7FF9-45B2-91E8-2BFC2BB6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443B57-4F04-4EFC-8312-A651F04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4BC5CB-FDD5-4E97-B1E4-7AE0741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CC035C-AB7B-4F92-A112-1A62252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38C242-2ED0-47F7-8C49-3FAC6267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28BC47-CFD2-4CEC-9EE6-48F9666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F93802-17B8-41EB-BC64-C6F5C55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CA3CD6-C5E8-4086-BE52-FB92018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904F1B-9172-4656-9725-D1E68055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A62D89-C0BD-400A-B014-413DBE5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C3C7CB-2FF5-4BD8-9982-1B0D89C2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20AC58-CD7F-4062-B3E6-FAC8B1B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692994-3138-45EB-9F77-79AA7E6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59EDA1-965E-4478-8650-B8651B21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367F2C-FB88-4788-B0CE-AC410D7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97A2C1-43CA-4323-98B0-7AC881A0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5EC831-FDB9-4DF8-BBA6-0AC5B7A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D0DCD4-FF2F-4592-A6F5-9BCBD287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E351B4-34E6-4314-B528-F12C948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450127-DC85-460E-B4B0-69118050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8AAA96-DEED-4ECE-9BED-2FC4274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A9F6E1-9B34-4B93-A6B9-AC027BD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14C6F4-78D2-4A8B-813F-72E044BB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ECF006-72D9-408C-85AC-6E90ADF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9DCF44-F8D6-4348-BE50-6676576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473A8D-2C6C-48F2-9318-FDBA6034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AF0C08-69EE-436F-A400-AED399DC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7EF736-6BA0-48F2-800B-CB6337E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CFBADA-07FE-4676-BB95-8C34CCF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2E6686-BC83-44E5-839F-E6080AA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3219F6-DA99-4004-B946-69353F5E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B350ED-D0DD-410C-BE0A-0499454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6C24EB-5D2F-43B3-A8D9-1FC9605A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7C8B31-1832-4E8B-9F9B-AB8E5C64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BC7705-DE9C-4E7D-97EA-6849EB0E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1EEE82-90A7-44FF-8B8A-F8680BF1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6EA99C6-735D-463A-89BE-BC25D9F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1E6724-3856-4978-94C1-362C72B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8E81AA-57B1-4906-91B2-06B0C5E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1BE659-27C1-4C07-9259-BC6E97B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800A6C-33EE-4EBF-9F39-67BFE47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856593-D208-4F38-9BA2-D6F2B65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3C2582C-5988-4298-A4D1-7D9E7E1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D2BAE8-E7B4-4C19-9303-9488C47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543ADB-4B4F-413F-AD19-E658E60F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BE3898E-6C80-4E5A-AFBF-E47DDF1A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66611B4-0C81-44C5-9D3A-6956A05B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C10B4A-70B7-4937-9233-158CD8B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DE2ECB-85FA-426E-8688-4301B29E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9A5457-4774-4F00-8386-5C0F068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B9616C-CD7C-4DDA-BDAD-9227C6D3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D734D87-9B23-48BA-B227-A4BC9B7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BB1624-7A88-4396-85D3-4C1899A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4FE693-9B43-497E-8C6B-3DE175A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D7B7F3-6B5A-4022-8DA0-0733011C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CA6449D-1703-4AA8-B092-F0B3BCC7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C64D64-1FED-41EA-B1ED-4C0AB14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446033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D2AD104-6435-439A-9177-31C69D25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BF63-2442-4137-B4BD-AF3F629A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46783-FC47-4528-B096-9036FF9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DC070-4E24-483B-B9BE-C4597B6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45DB-3BD3-4163-9558-7A9C81A3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4EB86-5C94-4B31-A001-CC35137D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20181-A130-4681-9758-F87CB0F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89984-A8C6-4051-86D1-42E19E2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2E4DC-64B9-4E66-B984-1BA7A83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ED7B1-1A99-4E9A-AF3F-679F2FA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3399F-B423-498D-B619-9991E20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DB08F-1173-4D25-8E37-288F4BEA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64632-3D3B-4238-8042-2CD7BF4A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AD729-C103-4716-BC1E-13106E58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5BF19-103F-46FD-9C79-C702E9F5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8A1D2-9269-4327-AE2A-4BD29223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99299-22E8-4DCE-841B-C1E6D4D4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5CD42-02CC-4329-8E23-0036240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49191-A33C-4FF0-A950-2B620ADD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C117B-B4B3-42A6-822C-7E4CFBB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DE2D4-4EED-4CE1-B1DA-67AA7132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060DC-DBB0-4EE6-BD0C-6E8FE89A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E399B-39D9-4C9A-AFF1-3C38072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45E5B-ACFD-4BD2-818B-6D03D66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07776-3040-49AD-8155-84AF5751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A48EE-6760-4DBC-9E2E-32E54FA8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66852-5156-4C13-AF90-1DAAA60A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82C2-FADC-4F27-8DA3-54B91BC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EF959-A0BF-461E-8439-9EEFC22A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36B94-1AAE-4D15-886F-B6359F82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63DB5-6E98-4C63-8482-69F2089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ABDEC-651A-4905-962F-98202EA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685A5-2F97-4D11-B702-970727A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A2D8E-C48E-4653-8D80-58278EC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D5E38A2-8049-45BD-B02F-D250D0C7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6A1C26-0454-44D2-BF6D-F989120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B6F8A4-7871-443D-86C1-40B0BD52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73644-D369-49D5-9931-2F5EB56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95A5D9-B636-4A2D-AF66-58B82A0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EF558-6210-4C16-B5F5-1907D851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2F7C9-C90C-4560-9522-C3C5F56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EF4A673-2049-4262-BDCE-0E219FD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146473-BE17-415C-804C-369E721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81C56-3F97-4756-AE32-5D6B066E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3E681A-7F3B-44A3-B24B-F4F4D96A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76F173-AC61-4648-BD0C-C24CBB22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AEC806-8862-4966-B6C1-69E7E42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1E9490-0C0C-4E52-89F0-314A8A6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C4CA08E-B737-4D92-961D-9157F15F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84F24-FA53-49D5-9871-71E6626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80A6D4-6430-414E-A279-7E0227E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4957CD-B683-447E-A509-F6F27F8A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3D5CC7-4012-4922-A20F-259193C5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6F4C5A-9D23-44C0-A553-D8624D5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474424-F9F7-4152-BAFD-6C2DB85D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EBC147-5EEE-4171-B8C7-477BDFA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2A2CC5-AAEA-4940-95C0-3E92A51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1C43CE-77B6-494E-A655-735A0D1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5F4B3F-DDFF-463C-AA9C-65DAD07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EF99CE-9693-416E-ABF1-DC891EF7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3B5E3E-DBAC-4D14-8AA3-6406412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D5B285-5954-4675-9EB8-8BE10E2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7C0889-6C37-4A52-9F75-6C46272D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4409C9-8C3A-4873-ABCD-EEEC89CC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24C68F-9CA7-4D66-B19A-2CCC59C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368938-DD88-454D-8BB4-7A31B215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7C63D5-0CCC-478B-BA33-09B8D7F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8D799D-7672-4276-A4B7-3F97141C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4C9605-F381-4324-B41A-DF0EFA02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27583568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C41BD30-9083-4290-A5B0-3D7903D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D5034-A4AF-4C2F-A7CA-DD2DE689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2DBE-FB26-4754-A037-77AA2F4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950D4-62A9-4E7C-A7D5-7719A67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39AC8-781F-4A7C-B635-A8A4BA5E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 enero - 17 enero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944CF-88A2-4828-8E09-E057D0B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583E2-3CF5-4AB4-854D-7F2B83B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1C9C0-70C3-4D5D-8741-6106A723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5BD56-01F0-4E66-95E1-280D10F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7FCE1-2931-4A6D-9F58-83DB070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11CB3-8E34-44A8-BDBE-DD552029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9206C-35A6-443F-887D-8CC0C59B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CFBD0-AD29-485B-8543-A221FDD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4F36B-C4C6-41D7-948B-C9CE86D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30E8-31E0-47AE-9C43-E7493D8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69484-09BC-4568-8A1B-424A7C44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DB4D1-F37E-424B-996B-4D05505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12932-C40E-4B8E-95D1-525291FC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21772-D93B-42E0-A846-86724F6A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372A0-A4A4-4E53-A6D4-89C46D7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D8108-8DED-4540-9537-72153F1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849E7-07E6-4F28-8C29-0DB949E6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C8DBA-BE61-4F46-AB7E-605B8C4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599F2-BC83-4DBC-AB17-5247EF8B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7D4B2-F173-4FEF-B0F6-5B46914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782FA-87E2-4C38-972C-7205D1F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39AF62-CBDE-489D-A71E-BCED29D6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86A7C-5099-4646-9DE9-679CAE3F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5071BE-2477-4B85-AA4C-855D32D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D896A-08FD-4DC5-84E3-2B5A05FE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7AC68-F764-4463-A35E-F0D9BBC0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0F24A7-0722-4943-834F-7954133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9715FE-163A-48FD-8516-D3BD8B6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9BF1F6-3A2C-4CB4-838C-2FE1F9E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EF8B75-8480-4E32-8B2E-F36B1E0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7BF07-D46F-482D-BBA4-A31C8BFB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3A9F5-4BCF-4518-935C-B2CF0FC2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02D293-7956-4AE2-9AF7-2FEC6CC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14037B-B864-42C1-96E6-2793665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CC32D9-50FE-4C69-84A7-AB18752D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F838AC-96AB-4CD3-9016-6436983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52754F-F898-4DF2-BC9A-9B721C5E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F48E7B-F975-42C0-8268-47F7E29F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AA69EF-A23B-49D7-B28B-DC07E031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D867C1-ADA9-4DAB-ACD7-245D7090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4FD6CE-810A-4AEF-8732-58578A2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325B6D-D98B-46A6-BC1C-BF35971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E58F87-A689-4EBD-8E4C-5309C584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CB40BD-9CBB-4E65-BB3A-C5575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E9F6AC-BBF5-4529-9061-93D3920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8B5BBF-E103-4719-AF77-6D96DE1A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8B1C62-4B0D-43E9-B6CC-5847613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DA1E35-DF11-405D-95C2-99389D91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C27E03-7DDA-4D53-A06C-48A734E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C8544F-AC11-4691-9750-BBE679E5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F11799-8DE6-436E-85C5-4932B80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DA8C1A-FD58-4AB0-834A-7A36CC6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F7A08D-BEEC-405F-A11A-940122C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860C24-BE2D-442F-922C-E4A6B406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D68D37-FB53-461B-A8B3-09AD829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961365-470A-4562-9813-D6B05F3B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E5F672-B34E-4627-AD4E-883AE328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C401C0-D85A-448B-94E4-991D3DC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A3B346-E16A-459E-A1C2-54D2F98E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25AE61-DF95-48B6-9330-0ECE5A3D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A221BF-9F4C-4B49-947B-421CDEF4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56229A-BD25-4062-BFA1-6ADDCA54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3CA81B-6B1A-449E-AEC7-286CF20D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4E6169-6CE6-47C0-8812-BA4F570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1A0C9A-74C0-49D7-89FF-8F12A90E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BBD91B-30AE-43BE-9906-3CF3E590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290401-90AE-4C2C-952E-3C632C4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63356A-C468-4135-AC9B-323D8907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2F49E6-10C9-4DEA-AE1C-1B96969D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4FF2AF-E287-410C-98CB-4F5F8BC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3FDA1C-9029-4BC9-96CE-871A2E9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E5F4FC-A7E4-4797-A418-2D0F32EF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3E3AAC-B859-465C-8523-0DA7A8C1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55F5684-A010-480C-BBA3-16F10E66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866212-E88A-49D1-A800-98029039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093EDA-8C11-4F8F-878A-1B3BC5DE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3C5D98-3390-4FAC-95EA-7C48C01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7667EC-196E-48C0-B8B1-05DFF4C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57FABE-9089-49DE-AB8C-F9179CB1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513429D-6F08-4543-9B15-C9D7BE1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CF23D7-28CB-4D0E-B21D-1214B9F9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0358AF-0C4F-4B32-B49C-EDF2099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E8575F-4A44-43A1-B9F1-A185126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FDC897-F833-4853-9A93-8FACA1A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D47BBDA-144F-4CE8-A997-4F3E6D88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101C7C-92BB-4D0F-AC3E-AD43A61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8DE59A-0937-48DF-B3C0-4727B69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FAC7DAD-ACF9-4049-94D8-417634B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5012A02-9EE4-4766-8812-407FDE4E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C59508C-9676-41E8-BD61-BBF6AB02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22E329-B211-421E-9E18-0BE6146E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7E5E340-AF6B-4519-971E-F611350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0157B67-A384-42E8-A432-7FCA9666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890E1F7-3E9D-4281-B3DE-6DC3874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5DDC07-FBC9-45AF-8262-AB5BFDB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08C482-2810-4553-847A-707932A4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1ED0C0-CB90-43C5-A7CE-69F5ACE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6C5D9A-6FFF-4625-9C91-FAF7FEE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ED3E9FFD-D693-479A-81E7-5F1FB68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6E5EAC-B717-4092-9785-560DBA0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63D7AD-A0B0-43B4-9985-052EA1A4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2F0004-11FF-412D-A446-BD96DE9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F7EAB8A-2178-44A5-9FE9-0EF79AD9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20F018-5044-49CB-9A68-9B2BAFA8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679007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EE9502D-D627-4076-AA2F-2669958C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D5B20-8AA7-49B7-A8FA-931A7CB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3969D-3D08-4302-8404-1F573EEB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D6F48-6BCC-4AAA-B22B-445AA2F5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09B09-89E3-4247-ACC3-81624D13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D448E-6E44-42EC-B166-03B80360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0BBB9-5670-446C-AAF2-1A1BF84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90225-F42E-41EF-A55E-C656A64C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5268E-283B-4C46-BEFA-14867EBE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68E31-B2E9-45F7-A115-CFC913D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BD3FF-C6DF-4E69-8C1D-ED4D4362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48250-5801-4AC2-BB92-2269AAB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F413C-98AE-492C-BE74-DAD2187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D5282-DD07-492A-B600-9046FD2E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2CBD4-AC90-4DF4-B5C8-84645EF4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FDF12-D4A5-4EC1-A987-441F4A3B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0E7C1-8B82-423A-AA73-27F1E135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04C3E-00C4-4386-B02B-F0903071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0F253-3D3C-4450-BF5F-32564C3A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67DB5-A14C-4502-BA69-AD06839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1E768-4454-4A06-B5EC-85668B5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228FC-2CA4-4E16-9615-F90D707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BD915-4BDE-4EDF-8ED8-D769F47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9E33C-FD4E-46B4-9767-439BCD6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13FAB-1CA7-4933-B938-F380CD1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544BA-F3C5-4D21-A611-F67BEDA1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A41DB-F7DA-4CBB-9ACC-EB03965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1FDA6A-77D6-4F30-BC6A-5F2E323C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F0BA3D-D522-44E8-85FC-3CBC836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62420-694C-4EA5-BF51-09C82A4C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D4ACB-4EB5-4645-A706-331CC1E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D5B80-2D6E-4BD8-8A48-39245DB5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FF689-5099-46B2-A982-0386E849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02B6F-13B9-4886-A859-0C0CE3ED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7D6AFCF-86A7-407A-ACBF-DAD233D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4DA527-CF46-4FD0-A169-C2877EB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0998FD-ABA6-418D-99A8-98D9FF9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F7A170-0463-495D-BE9B-D3F69B1A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B6FF5-1D00-4D73-82AE-F3C5BE45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EF6A97-2A8A-40A0-8510-D4CCDA8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5A2946-45E7-4556-971E-1EF15C84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E2F834F-05AF-44BF-8775-9C966B8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A4274B-BCA5-4219-87F8-8886B56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781125-D5C0-4985-91A6-5AD92184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8A819C-8D95-4F80-826C-E7E7E769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55512B-BFFB-4728-8713-B6A881B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911925-322C-4CFF-B90B-C85E2A27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4F0FD7-51C9-4DC9-A0A6-8F51F97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85AC5A6-4180-49FF-A97A-CC5E82D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E819F-6B00-4561-9B96-977DD6E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666741-6549-46C7-89CB-7D19777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F609D7-EB47-453E-B64B-396E87C6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6E0082-05B2-4188-BF0F-92704814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80DB51-0887-4D6A-B162-615D6C48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30F04B-23B7-471D-B704-1A522FC2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EBAED3-35A3-4524-B55A-A32EF34D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77D328-A653-4129-B76F-DEDD2BF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5B9CBB-2910-40CD-8270-871BDF8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34C4D9-0403-4A42-83EC-2251AEE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C2F7ED-482D-4E02-B167-15CAE7D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895494-E01C-4840-8A69-6F6D67D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0A83BE-49C5-4AFB-A794-800ED413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9F3333-BDE6-4344-9E7E-FAE476F5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BCA9FC-186C-4300-A048-DF3C3813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8776BE-8D60-423D-BCB7-5A82E59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8CEDFA-1098-4B74-B670-C5C1CE99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315A10-84CE-4C95-BB21-CED66010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916AB8-5EA0-4FAE-8244-1853F2EF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B26E8E-0DF5-4221-B62D-465EE2A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8435982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2649447-5B4D-4358-96D5-E02881AE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9FCB9-FC8B-4A48-A0B3-1EA5343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6B213-17A6-4EDB-8544-BB614AD1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E29DE-34E9-4D57-B68E-2620F67B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53E02-5411-40A7-B8BD-4C7A9C5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 enero - 24 enero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EB595-A5D8-40B6-99C4-87D51C8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BC2EB-A2A6-4C48-AA97-A19204CB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BFB51-21EC-44F9-B7CD-0D39579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BCB4A-B93C-49BA-BF9E-CAD6423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55842-2F58-41FB-A6C6-0B1EB63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C09E-9189-466D-95B8-56D17B8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38277-7DB9-4068-B67C-D126FA7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996EB-BBB9-46C9-96FE-6326EC9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4C9B-6B0B-440B-A0CC-67B8791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09EE4-F9C1-4221-82CF-1582080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32A18-9068-4B68-B1C6-1DC7B108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1F5E1-F78E-43B2-B7A3-22BD279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4FA93-1DA7-40C7-8508-43FB25AC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774E4-03F5-421C-8184-C8C94B7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E16F1-4A96-4F9E-931D-4C8E555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7AB3D-A096-4BA5-8047-878EF6A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4CC67-7FEA-4D8C-9627-A597D3C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FE07F-8C97-407B-A2AF-CD43CBFA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60D26-9985-41D4-868A-B8364090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AEB51-A6A7-4615-969F-3FAEF31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0BC88-204F-4C7B-BBE6-43EAABE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66BD8-25B4-45C7-BDFE-D4EBEFA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6F338-2D42-4F63-BB7D-3660BAEA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01E744-9D65-4D7A-8645-B76BD0C5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99568-147A-4598-86D0-A9764DE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61562-0905-43AA-B262-C9AAF5C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588F4-97E1-46CD-B4BD-5F5411CC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FEC00-1D8B-4899-9FF0-EEF327F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A5602E-6AA1-4F04-8919-0D5AE6A2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B078B-5C38-4D2F-A2F8-891CFB2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A64EFC-1211-46D3-A124-04CE57D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177320-89D1-48CB-8D33-F4C958EA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B7C67D-1650-4F78-A2BB-E74D289E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0660B2-AB99-4BE9-B99B-6B8530BA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2EE9B7-5642-447A-BB2D-370D90D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DF007A-E5B3-4508-8958-C008E415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DC052B-647D-4010-9E40-C3F9964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6724D2-FE5F-4746-83F3-0667E082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07CA44-BEC1-4811-B6BC-13114A0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4C8E5A-98A0-4251-A5D1-C55363A5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8787C6-1F1F-49DF-9AA0-FE5F877D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4A4210-1046-4AED-8717-5F369525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BD7C8E-DC54-4F0D-9DA8-DFCFD77D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10E2E4-0DB9-42D7-B576-7A02DD23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B1704-16C5-40CF-9A26-B104C688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473979-C374-45A0-B136-9CD0EA7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BF37CC-9F53-4DBB-8551-A60972B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D860E3-1130-4399-AAE9-63423323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CAE670-09A4-436E-A65B-420B427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7507A2-ADE4-4AF2-8ACA-4449B4C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F70583-4E82-44A0-B685-EC501BAF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B4FEC4-E202-47B7-B71F-CEB36BB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500293-6D35-4332-B0B7-6BA60A21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573C18-95E6-45D7-96D2-8627858D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9B374F-97F0-4B01-8D35-FF475D4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60EFF3-2EC1-4E42-B758-F63C506D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E72AE2-963A-4904-9B58-BBFECD7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A61C19-2136-4C36-86C3-5D5EA3F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99203C-3234-4548-995C-1859A3E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E596F6-0871-4011-A598-E5AD7473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E76E5E-5559-4E18-B850-6556153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82976F-6486-4AA8-A2FD-B3874079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A1A99A-158C-459E-AC5E-A7F6251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79F88D-9479-4E33-91A5-65F3AE7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B8091D-D131-44FE-AE23-A8B6A8B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F0EF7D-5A2E-4166-9840-16F496E0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E1D64AC-8EE9-41C7-BDAF-4D907F30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2F2E5B-AC89-42B3-BCB9-E81820AE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BAEFCF-4854-4AD1-8D0B-F0F643CE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2AAA81-1731-4442-8E14-AD34B6C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26F292-08E7-4F79-9FB3-B9345B6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E546D0-EDD9-47BD-9EE2-20F3CEE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3993C6-3273-4898-ACBB-B77EF679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63B4D4-893F-46A9-A91F-53C8F215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1E26CF8-F907-48A3-84A6-8670181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8EE60C-1A12-4A56-9420-3607D2C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3EBB75-7B03-4B49-B78E-6A197DD8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BCED97-EAFE-4E8F-A748-13ADCA41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B7E4CD-0CA9-4973-905D-7F4B5135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26776B5-57A0-45FA-AF81-B9EF6BB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F6BCD6-4F1C-4545-969F-9AF43F90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C47DBA-7597-480B-8221-73E37EA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A572096-5B3B-4FA8-B673-B47EB85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34D9AA-2B0B-474D-9B43-B1B44137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F750D4-DD42-44E1-A6C0-BD05A07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600F5A-951A-4D4A-88B1-616C501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9CDD5A-54B2-48E0-9783-A5618F8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047362-9B36-4240-885A-08D878F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D404BD9-65A1-4C8B-B208-A50CA9B4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32127F-184E-4BEF-9D64-2525BAE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11B340-9C17-49F9-BBA7-5B24921A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249C5E-A1D7-4E50-A5B5-9E6EBE8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79DD732-8D7C-409B-9C13-B8379459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E70056-C102-4203-B0E6-9EEDD86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A2DF81-63F9-4C85-B744-3219BFB8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8512095-1642-4C7B-90C8-66A74266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87D093-3CCE-4D6A-B13D-BBDA5A53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86F8DEC-D068-4687-A1F3-31DF9B5B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4438EC7-8883-473D-8D47-ECA3419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99112D6-0639-4EE0-937D-C2516F2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51B8D3-C066-4A56-8C1D-95918B61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6D8C0F7-307E-4E65-8D1B-7430C70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5885170-1DAA-4AF2-B31B-C0AF4005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368685-5E84-4157-A92A-D20A4FD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561881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8195D5E-429C-47D8-A977-0C8C3FB9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394CB-C906-488F-B4F8-5B514EF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DD1EC-7C33-484C-AFA5-B226C91B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88154-ADA0-43FA-82E0-29ABE84B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D8DAD-3664-4AD6-9D63-112DB56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819CD-3ACC-47C4-8677-7B210BD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31777-0137-4287-9DB1-06E7378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BACE-D00F-4C03-A01A-56DEEDB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6B456-C0DB-4DA1-9A16-65E33D62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FC8E2-7E4D-4985-BD01-5AD73C4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D6ED8-BD45-4280-8BEC-20834F9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6A52C-8923-4A4C-BA67-5CF2046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50C00-9F5F-4505-AA81-FC1AA170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003DD-3471-4D52-9A9D-8DBE11C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11690-D0CD-488C-870D-D6BBD34C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883FE-B88A-4D12-92D9-A6635AD0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0AA26-1EBA-4199-9DE7-61B2B84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A2735-134F-40B5-80ED-F98C5BF2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3691F-C5FE-4419-85EA-A16387C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B39DF-C90A-40A4-B284-5B9CB672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220C3-0987-4FA2-B28D-754F60D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0F4B1-5CBA-46D9-B171-F7B7015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0329D-2463-400B-A5CB-F93BE8D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D9F09-738C-462D-9599-E59C3C58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61279-FD98-40E2-8373-3A1A87A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B6C32-C46D-4BB7-9932-4088D836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72E66C-A7E2-4DED-A206-0C1AB777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8846E-ADCA-4B8E-92AF-353C19A8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3373E-9B10-4A4C-8A49-9AB5D8A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D63AB-4C18-4E39-B599-9CD478A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DB7F0-A871-4B73-8CB6-B61B472F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5DC426-068C-4CE5-9F2B-B5144B1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03073-7819-4C52-9F6A-737C007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65ECD6-ABD3-475E-87EF-B7649E6C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CDCAA70-4157-470C-907A-4EB08B2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0E8D6-770F-4CCC-B5FC-287DE5C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8379DE-D411-4C42-B351-8F994524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0DA01D-C60A-46BC-AB8E-650C424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303B9-0B4B-4EDE-9F89-756501A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FE89A-A041-4CAF-BE4D-732BAE49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12E8C3-C9C0-4761-8965-04BE0D30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10599B4-4B11-4EC1-874E-92938C24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C1099F-9AFE-4FE6-AC9C-B5A7B62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9C25B0-D193-4F02-8D8D-04107B99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7BA68-15D8-4B75-B561-688DEFF7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613EF9-AE2C-4085-938E-A273A67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125873-B6D3-476C-9ED3-6ABFAA45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5F2EF1-977E-428C-BDBB-778022D3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720A139-958C-40F0-9F88-1E82D0E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EA8B7F-A189-4271-A70F-E478FDE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69C262-66E6-4133-BC7C-DD1D1B76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A17D94-78F9-4019-A336-17595FE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232103-D6AE-4DFC-931A-98BE8642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3BAC93-D2AE-4916-83D1-4D8346D9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565B45-ECE3-420D-9DFA-4C3D65D0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C09327-07D6-4723-AE33-79EEBCD6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2239AE-FB0D-4845-B15C-B60FB50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185B33-18F5-402E-B3B0-831951BC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74CFE2-6B1F-45AF-A18E-EB520AEF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80916B-46A8-4078-A5DE-F521719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0CAD89-7617-4D90-8580-3121256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F7DC90-6554-43C8-8F9D-2F1B7525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F4395C-7714-4D9D-AD1A-0640D556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B93C5F-0EE0-46A9-9FC1-0FE7F07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56D54A-19AB-4E2E-8677-B7A4AD16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38B8F8-74DE-4C21-8CF8-6C4D92E0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F4CC3A-6372-4DBD-8569-44473A5F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C8F242-48EF-47F1-B547-90528C7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AFE2B4-D495-4D7A-A968-D875A3A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201972267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0B5FF39-8584-4946-A4B1-F4169DC2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802E6-0B1F-49E9-9831-0DE5045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AF29D-EBAE-40A6-AADC-4E8667A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3E9E8-2F14-45B8-96FA-A5BA1BF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3A7E2-DC56-417E-916C-F7C7F31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 enero - 31 enero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48111-CE54-4780-ACE6-2529A3B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08B18-3F5D-444E-AE23-619FA092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D5B73-9DD2-4BF8-BD9E-E53EDF2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7F7DA-AB22-4D54-8D8D-30A086C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409E-EFFF-4919-A01E-43D36266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44031-345E-4205-A5C8-397D96ED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1A1BA-F5A1-4FD9-879E-2B38B26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E1835-A50F-40A8-BBCC-79D97C95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F15E-0330-47E1-AC27-9CBFED3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24D6E-D02C-40CD-A05E-E8B4BF7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9F542-ED7D-4072-8EC0-5606C8DD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43B60-522D-4CF7-AFF3-9EE377F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48A50-B4EE-4B4E-967E-FC074532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9F2AF-5561-4CBE-B9B5-12DBC4D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1128B-C425-484B-B904-BF6CFD1E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3D55D-3E27-41EC-B484-C95FEA23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F098C-74EB-4673-8E92-1AABA648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D9015-8CB9-4E10-940D-286F0483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59409-4330-405A-A8A5-892319FA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B8C4A-5431-408D-9F20-4F393FD4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62715-2D41-454B-8F5C-0F05AEC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0B6A8-9776-4BAC-9BF9-B22F37F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47700-0C41-44BB-8F59-1F32A0C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053FA-CE80-4F38-A568-C66BF0A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89367-003A-4178-A371-6308D01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5D40F3-1AF4-4099-9302-4B031B63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E2365-E4C8-4BE9-85DC-D05CC07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76F7A-182E-4572-9E3B-F60B51B1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A96F9-89A3-46CC-B2F0-C3E2C5F6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7DF868-1F74-4635-8B54-6276304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1BC23-8232-4280-9FD8-8AB125C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CDC89-A58F-4F64-A347-10A22C27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CED3A6-1CEE-4F5D-8883-5C3A74C7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15414-C843-40A1-AB46-FD7385F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09C6D3-976E-44ED-96B6-13D682B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EF0F24-F6FF-4525-9AEB-7DC68E48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C79B1-7572-475B-8D39-2FA86251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44A5F9-833E-48D9-BF0A-44F92CC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071CCB-4E8F-4793-89D4-7DDEB1CD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D3C0C2-CC12-4D42-9ACA-316CE32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F04C3C-E323-40C3-9A2F-AB44CE36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15BB5A-58DE-4E83-B8ED-ECD628B5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2AE5A5-1634-499C-A1F5-1738174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589DDB-C7A9-4B78-920F-9ACE893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5EEC5E-599C-49FC-B8EF-6B7EF66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789560-18FE-40E4-A2EE-1402F2B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60BAF0-F5B1-419C-843B-4F2539AC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85D726-91DD-4BC4-B46B-A31F016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174864-D317-4895-B060-D489D39D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15F233-4E52-49B7-8125-5AA51A47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E8156A-BA6D-418C-9220-77559D0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75B25D-6FD9-473B-AFD9-6EEE5EB5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F9E6B7-AC19-4768-A54E-0E1B690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B988EE-1B73-47AF-9342-90B0DF9F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0AE288-4D36-4B09-A298-C2D9541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7B4782-7231-4F1B-B516-6836595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C1AC38-993C-4C42-AFFC-31ECA1B1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237A29-B4CA-4618-8831-5B72BA3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7B3D22-F3B2-41A6-B851-D422E3C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838C29-E590-4385-83C4-583FB30E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09A999-4C6E-4057-A5DA-2B1B086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490219-E8B3-4043-839F-9DCEAD81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C50145-670E-4593-8C38-A007696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D5F926-51B4-4923-98F7-A0C9987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E5DE48-401E-40E5-81E1-D7D1601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C069FC-2639-4FB8-BBCB-E5EF388C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3650E0-87ED-447D-A40A-C6AE18B0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F5FC5A-5E91-4921-B848-DB5E6154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E94CA9-99BE-4E1B-BF43-DE637D00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86D499-3712-4628-A5A3-48DDCF9F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7EC41D-090B-455A-BBD5-150529EC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687B94-2C54-4F4E-981F-D9295B80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86753E-2DC4-431F-8CE7-6E21E4C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08EEEB-E035-4AA7-8CCC-84C5DF59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66B83A-354E-40BF-A9E2-12DF01A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F9B419D-C89A-499A-9512-A338EDBC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78CA9B-B88A-478C-8A09-08839E3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98CD5C-E345-478F-B4A9-3BF6A972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8CB697-B9B3-4D68-BED7-36B249D8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1851B0-C831-4204-915F-AF3FD0EC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E7B4BC-9CDA-4303-A8B5-04BD5776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42E797D-3056-4A3F-BA00-22E78506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AEFCAD7-FE93-4429-9504-D93BD37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FF23BB-C301-4070-9DCF-238B1B3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DAE9F6-7292-4119-9424-1DCCAFD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05E27D-9304-490A-AFB8-6A53507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935D9B9-08B8-44C5-A202-4CA00ECB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890E426-F2F7-4182-8DA7-530E9F2C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6A8C736-801B-4F2A-A2B9-A5D74D45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F29865-BC30-4B61-8B68-ABD6A79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BBDFCA-C9D9-4661-AE40-E57C771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DCBC54-8D50-414C-9B92-F4C4BA84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38D7E54-B457-47D1-9FD3-BE065FC5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071A35-CD7E-4596-8187-9ACA88A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416AAB-9BFD-4935-A55F-D35EDBDE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85CE436-8D88-4713-B6F6-7CDC0B8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02C8B9-C046-4167-AE16-BEA0FAC3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4B55BC8-1FE7-455D-BDE1-48B62DD8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8DA2862-5DF3-4086-929C-C017507A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DA8133-56FD-4255-8C38-24855F24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158A5A-C83B-4445-B604-56FCD3D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32849F-0743-479D-B259-C76ADEF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4110A7-784E-46B3-BD43-AB3DA41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177BDC-BC0B-414A-B25F-A3E8AB8B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08542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10F5DB5-BB52-4BB3-9DC8-4EC9CC0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C12C6-5ACD-4FC2-A326-1C77952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388A7-7CC1-45E7-A624-2B26CFC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4A682-6FF6-4F94-8F27-D2CCCD3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C2C3F-8DB4-4432-A0FE-6F2949B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092C2-034A-4C25-A5FC-C30BE27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1A016-D68A-499A-B92F-E9D71FC2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BB306-EF1F-45FE-A1B2-0E6BBF7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502CE-24B2-449A-8959-4DCFDB04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20B25-305B-488E-A7C6-FE1803C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45822-009C-47A5-B49E-D3EC428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361EB-D945-41D8-87D1-B712227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EB882-FD8F-4DEB-B550-75EB3E0C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95BAD-57CE-4BB9-9F1B-DFDCBCF3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9DC89-82B1-445A-8F9A-B516C6A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64C16-2029-4005-8242-DDE71C66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0AE12-02A3-4114-8AE3-4861655E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86504-9BDC-4E24-B23D-1F22005F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09449-8F9F-4DAF-BEB7-1BF70B6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2DB61-9F5D-42E8-8040-2ED1D70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36FBB-2BF6-432C-A49A-AC6E7E1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DB413-47ED-4841-BF97-6EEB138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ADA9A-0C18-488D-8B3E-21E1F0C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0A7BD-BD62-4BF8-9821-0863CA9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CDB46-155E-4AFD-87B1-34AF87B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1B8A9-00F9-4443-9411-C3898B7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4491E-6132-4C9F-B465-61DAE03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A2163-6DE4-4357-8DCF-4A60A2B7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A4146-9ED3-4E06-BA82-0EB1DAA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F02BA-7427-4D9F-A591-E059616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4F6FC5-5673-40B0-900C-3175879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4EEB9D-A23F-42A2-97E0-9B58E4B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12884-7529-4DDB-8A7B-FDF2C874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07776-AE8A-43CB-AF8E-1740D6B8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D4044CEE-6DD1-482D-BB43-EA77967A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512C2B-F708-4538-A43A-71E6973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0354E0-355B-4DBD-9A75-5E4B4B3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042CCD-4B2D-443C-872E-764C942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CFFC83-1B55-4302-AAA2-4D06BCC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30E8D-7B19-4914-B799-62F35B4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E98480-1A43-4E3D-9746-9E3B1D4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E5B5A07-18D8-4839-88C1-1144D95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295FFA-97C8-4905-9A00-4F181E3B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15DF6-3C64-4F89-BB3F-6A353A8B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EF8A1B-D3C7-4BDB-8E3D-EC91D4F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E9CCCB-2223-494C-AABC-36376E42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1B9F3B-A761-4745-9861-FCE0AC0A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02D326-21D9-42C6-A892-5CC45F6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290CE2F-BA34-468A-AD4D-0C3A1DC2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DF9220-8B75-410C-9BE5-D670DFE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9D45AE-EA49-4FDE-A15D-F9D7C20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E96C71-19A9-408D-BA45-F3341762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960226-8187-447C-B5FD-1B23454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1A4B9B-A59B-4195-B84B-AB01F4D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30A534-593D-4ADF-A605-65DFD59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12F0AC-EF89-40DB-B58F-5B35575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F3A7D1-64FC-4EEB-A819-69AEDF1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7706F1-0537-42FE-AA7A-1D4C5959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05AF20-0FFF-49E1-ABAE-2FFFC66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6A0B63-7111-4224-97CE-645F555E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85F936-4BFC-4BB9-8E98-039AEC1A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A2C175-FE46-401B-9A46-22668BD6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F596B2-05B8-4F2B-A370-A633E555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F4BD3B-7C87-46F5-9BF1-81688334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D49B09-4184-408B-9BDD-D333D8D6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BD8F94-D945-4957-BC0A-9A8FE59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AEBEDC-769E-4317-830E-14E46A9F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16F17C-B077-4BD2-A66A-09F4ABE5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F44EC3-91B9-42A1-982A-6A8F378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03872448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78E471A-61B9-4C1B-9F81-7F34B3C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3CD0A-2AE8-420B-A280-A825DE7C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1A94F-97B4-4155-8D65-050631B7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CFECB-7FD8-4EE1-B52F-09E0E22D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C17BE-2C97-4059-92C2-EF09BA9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01 febrero - 07 febrero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70BCB-9129-4C55-8FF9-C1D2C5DF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35B76-749F-437E-80A0-1C07CD62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44AD3-BFD1-4939-A25B-B101EBFF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EC44B-A30D-469B-B1C0-29B4D3A1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F23A8-FDD3-49DE-9E67-E1C68B9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A8BEF-33E1-466D-9C83-8E99ABDF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5D4F8-397D-479B-AD70-EF27C6C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A42FB-6D1B-4641-B33A-2699EAC4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A0796-15BA-468C-917D-B7A8EE61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6692D-404F-4B3B-8FCC-9CB3BA2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4461E-4B57-4E75-B2C2-1C7D7FA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694F6-21CE-4435-9AAD-9F6BADD3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23E7B-8B48-4EF2-929C-D0E3C701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7E412-ACC3-491A-8CCA-BD9E6B55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16EFE-23AA-46C5-A00C-AC197AB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E5302-02AF-4428-8B42-9B47D050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3814F-F100-4D6E-A2AF-0A6E88A9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49944-E0F0-44BD-B6DD-DE6F84FD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252CD-B93D-4218-A905-04263BA8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C1EA0-4952-4A2D-B9F5-FDAB642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EEDB9-7F52-429B-81C6-069A190D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82C15-C7C3-4061-BDF7-9A72E5D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84608-8FA1-43EF-8FF6-B389808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7CCEB-8C59-43A7-BB8A-A37F22A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8B9A6-644A-4914-BFEA-AEF3CD8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2F53A0-178C-44A1-817C-58EBEED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64F21-B176-4A46-8075-99E93060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A75AD0-367D-47B0-8F5A-5F3D4009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6BC82-AEA4-4379-AB9A-E9613BD3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42212-F50A-4112-A340-189BBA66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94AAEF-B792-404A-B795-2AE4A70D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CC1E81-1094-449B-9DF6-D6C4BBC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C5E7E-A7CD-45FB-B1FF-7E26427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A824C8-DD7D-40CC-AAFD-5E265532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A9205D-D9BA-49AC-A4F4-A84D8A4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5E286F-19F0-4D49-9500-F56A191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A70372-3D81-486B-8CEC-4AA8653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29B68E-0FF7-4D5A-8152-DE5D358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E17E05-7CCB-4068-973C-0D0539A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308B13-7F61-4CC3-BEC7-67B39D7E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A53C93-DD75-4E1B-A3B0-2848778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EC73E0-BD17-4B11-B195-5CBBA52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CCE25E-E81C-40B4-8344-2881ECDA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1ECDBB-DA89-447B-AEF3-7566C4D7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7EF45C-BF81-470A-8BC4-6CC7B6D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39932B-641D-4F36-AD60-28FB451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B79700-2103-458E-8510-A1937834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6B0F4B-086C-4823-8E86-7C7003A3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42776A-263F-436D-ABE2-0D0F4B9F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ED4DDE-CA3F-47AB-A18A-8313593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D98580-FE9A-4E15-B8F6-431B053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CB4ECF-B901-43C3-8711-345EA4C7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A77C36-9530-47A8-AC88-C2D9E6A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D3DAE5-242D-4115-A83B-3EEF200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6F9416-C1B1-4E5D-AF8F-F3F8F57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89B5AD-A61E-4080-B645-B38851F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6757CC-9EE4-4C54-A405-F7B08FAF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3201EE-FFD6-4A14-9A51-42E1D4A0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745755-0AFC-4F52-85B5-0D78556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B63124-9660-4517-AD22-B6D18793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1EA3EE-6A55-45E8-AC0A-F2148C2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C46179-9C44-467B-A43F-A26653B0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5D0A56-ED27-4777-B464-6642619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AFFABD-BA12-4720-A3B7-7D83765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CA769A-9DF8-445F-A83D-C06F7084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5F9A32-DE91-476F-81B0-711822CA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D00178-3127-441B-94C2-0DB8B99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68EBA8-7881-4A4E-93B0-4BD11BF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1EC6F5-B5F3-4BCC-8D86-41010881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A29D37-6F0A-4B4B-85BF-D35CC2E9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356BE4-BA3C-41BF-8700-E7B5BB8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00F99C-A4D9-4D2D-926A-F43F473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12E0F5-444E-45C1-8723-D9A9C14B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9AE4D5-DD85-451E-8192-9F54F2F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51A391-050D-49F7-AD74-AC63037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B77060D-66CC-427A-99E2-C7667EF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4905DF-9164-4FAC-9F41-E6727E8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847595-4502-4391-8AA8-ABC24FB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C0C6CB-33E5-4B31-BDC4-A03EF4E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A4C918-9A15-496D-944F-D35A943A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491598-5B30-4D47-8380-F1ACEA4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099091-09B5-4DF5-B121-290B3D1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91F3F8-7BAB-4E0C-A19E-873903D1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8D7B1F-E291-4958-AC81-850271B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123C89-6659-487F-AA21-A76B3E16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133F32-8BEA-4569-9DF0-22B438B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1FBE9A5-FB6C-4349-9A4A-C40FD41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02C185-893B-4226-B62E-E7C71F97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C974F70-664C-48CC-BC50-915482E1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029B67-1DC4-4E52-A835-8F8D6A01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C2ECA7-8004-467C-B201-F07A16C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D8915E-E58B-47BA-BF37-32BC63F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8E4B854-8B8F-4FA5-AAEC-8F071AA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2928A6-227E-4E42-A58A-C117ED3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9C8ACB-81BC-41F4-A2CD-07390B2E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706B5B-20C2-4358-9284-A23A645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F7464E-DFC5-473C-8AAF-A6DE0CD8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F500A5-77A9-475F-B3E2-727F75C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EE8CD2D-0EF4-4147-88C3-3E9CB28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05E40A-3E46-4E7E-ABCD-1C52169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121609-F00C-4E97-9BF5-9B2C194B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2BDDFD-0E07-4101-B752-4902530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3241859-5AF6-47A1-8AF0-350A47D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98A2945-BA8A-4E97-B1C2-0B0C2598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34105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BACBAEE-9E27-4D80-8A2E-F9815CED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DABF3-DF42-443E-923B-E0FCDA49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D38C8-1A7A-4CEB-9DA2-AC1E4D3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296F8-D931-4782-9B63-2CA7ED18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B4610-6418-4448-A7E2-2F9B44E4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65E8-325D-4361-B674-7D23C69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A5ED-E1C8-4768-A099-0090CB1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A81DA-F6FF-436E-9C93-8E83142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47B0D-DC2D-46A7-B6A6-7A202A9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40356-A68B-48B5-B992-CE38F9A4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660BA-FA5D-4F01-8DB7-E77B104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088CD-8605-4A43-8537-B67C5FAA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9B050-1C87-4E4C-A027-300DA241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793C5-4CE3-4552-BA9E-8FA2CA8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67ADB-19FD-4E1F-A4F8-A61A8BD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C594-1130-4AC1-9D26-613EFACE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38CFC-B257-4CD8-AB18-BF54F6F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E2117-01E6-403C-9C93-467F64D0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59FC3-632C-40A4-9C9D-FBA7652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AA7AD-E18B-4CBE-A29E-3A0BBF4A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7FEDB-07A0-4EB2-92A4-859A6911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ABFDA-79A5-4436-BC7B-918C9D7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5EF8E-D52F-43E5-B7E2-B73F6280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B15C7-49A9-442B-AC04-41F5F24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85D1E-F4AA-40A7-9C7B-DEC8964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610E2-CC93-4DAA-9659-F82461B6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F7172-7714-44DB-A410-D77ABC8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66006-98F9-427C-9873-11347E78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B393D-9363-4717-AE94-AEA04DC7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37721-78EC-4D11-9F08-4815BD51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DB84A-CA1C-465B-BF7D-AA81617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6544BF-C24C-41D0-9232-8C33743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61EAB-0BC7-4D1E-8A78-84BAC9F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EF6065-15FF-4886-AE43-BF65E4DD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9AD7D6F-DB10-4E65-B473-5DF8926F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6EC98D-EE2A-49D9-84D6-C037D783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8A6EAE-3604-4EF8-828D-47B6B3F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F90AF-1CC0-4D46-98D6-07A35F1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0D1895-A74B-4B2B-ACD4-B5B24D82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222E00-A00C-41B2-98F7-C6E390BA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4B0001-3BBB-495D-90DF-3CDAC557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8164F69-BCA5-45D4-93B9-D4DD4EE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0FFF93-EA80-435A-A21D-3D7D1B7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603645-551D-4F68-9D0D-E02F4105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DA4E37-56C1-4A00-A713-2CF103C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DDA38C-BA57-4B9C-95AD-3FAC36EC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0DCFD4-3E32-4FEF-BE4B-B78212F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3A1857-13A0-48C9-81EE-3451923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3B0F6B6-3961-42C8-BCCC-8BA406C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580736-51A8-4FB2-B29D-68E07A38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43EF25-49CB-49A6-9372-247B0A9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AAF26B-106A-4F1C-BE94-F2B250C9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2A632-E250-4453-8B83-6FF8E73B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929520-D318-48F0-A702-95C27D0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7A1D2F-9FFA-4B21-BEBB-5AB29C1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2D6529-4040-40D2-8638-C9AB7A4A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378ED0-774A-4F6E-9BE8-6D195A1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152744-8DB9-48B7-91B8-A5331CE6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0AC17B-495C-467E-A79F-80199167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4860EE-5DFB-47B2-BCE7-C870F34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2B2EDE-A052-4886-9F42-14C9577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5E4406-57E8-4379-8E70-99D7E8F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67A572-B6BA-4132-B9EB-7F565AE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AC43FE-EEA3-4923-96CF-B199F33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EC4437-4C09-4E36-A22F-E434133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FCD4CD-63BD-41DB-B48D-B8656E8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93F367-3064-45E8-AA8A-8C9C00D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1D1CF0-0746-4654-9E5A-FC57D6BD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AD5532-3400-47C2-A207-4D45558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49595232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67215ED-AAED-4B1E-BFCD-11F46AA2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64899-6EA7-4F3A-BE4B-05267754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C5A91-AABE-4EB9-824C-9AA92AE6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FDBCD-3D39-4140-8624-5C28E3A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C0BFF-9B3B-42EB-B0D2-859C339A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08 febrero - 14 febrero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0F078-8ADA-4EBD-8D23-065F62BB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23263-70B9-4692-A282-F1C6E743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032BE-0D67-4052-B819-737DA91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7DBE-8A42-40CB-AC87-6A23639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9AD31-A5DB-4D8D-A117-8513E1A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9B31A-5D81-4C0F-B2AF-D1332C3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E570-7188-4BF1-A4FE-212E5D4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2C328-18C6-43EA-9BBE-DBBC1A0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7AC15-8504-4D77-860A-D26EA65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B503E-BEF3-47D0-87A5-5EC84D22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460C6-CD3A-4CD9-868D-8F541DC2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48B16-BA03-4619-8A88-C2F751F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97386-7CE3-466A-A6A8-5FDF0A6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43360-757C-4829-BD46-74BE85EF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73642-9072-4169-B97D-BB84A1A4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39BDB-8137-4AEC-9DCE-1C04EA9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456FB-334B-4948-AC64-1246D22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159D6-8B17-46BC-A635-F7B391F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D1109-D665-456A-BF99-2056C728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7ECC6-976A-471E-B236-407C80DF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889B1-5FBD-4FEC-8E7B-AD670399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A9A00-F8DC-466B-B443-CDDCB0FB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EDD38-79FF-4410-A5FC-4248934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7D39B-9F34-41B1-B500-32B22AA1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48431-55FA-44E2-8E5C-6BFEF676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37BF5-D291-44FE-AF55-7455304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EF311-A777-4C08-B236-E1A8AF4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DE497-C7EB-4BAA-88C2-0115C0A0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012D6-9AE4-469B-AD66-5665B6D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0E180E-006A-48E0-B89E-A2F6E61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E393E9-D6DC-4898-9A49-EABC404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F5BFC-EABF-4E63-AADB-49E4F993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4EDEA-8414-40F0-8946-2282594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29123-7E83-412D-899F-F83FB81A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6CA958-3B55-4C28-BA74-425F33BA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444C5B-2860-4D12-A56E-431ED282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7DD78-C2B8-4C7A-8E2B-02CEF5F8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816F78-2F50-4CF9-AAF0-ED7197D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8DBAB8-F13C-4F65-A559-A537F98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53B092-E588-497D-ABB4-04D8D62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24CD35-5628-4B11-8CFA-00FB456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831A82-1711-4717-BA86-CBC3D41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87908C-F6EB-4B6E-9215-D5E035C0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C2468C-F530-4682-828F-94F1E32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9EBF18-8CF9-4B9D-9A0E-98C284E0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BF65AE-910C-419B-8342-D8708E10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103FA0-C346-4A09-84BE-6D11F08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6C73D7-C813-4E45-AB6F-7F7CEDB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979037-66DA-4854-AA21-A32FA4B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82EEEE-15E5-4CEB-8F11-DA71322C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0525D3-DF53-467D-9B50-AD4B631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15E558-D013-4D8D-854A-250C1E12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1D0B0F-A597-4A98-B955-F671F5D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74CD9F-70AE-41E7-8608-735430D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2AF528-ADFB-457A-84CB-44A941E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D86741-8F7E-4A7F-B1E3-0C486AC5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829F22-0DE3-4B13-825D-90D9622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A77D0A-3411-4078-A6C9-FE900CC8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EEF27B-E180-4569-BD21-5965A24D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877AEC-57E9-42C6-80C7-DDC8764D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754C12-9BDB-4C20-8657-A9A083E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6C8333-5958-4349-B87F-F271C400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6F63A2-113F-4F17-8671-EB48CC9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047CD4-C674-4D33-BA31-523EA08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DA0A55-8F54-405E-B7CF-9B1BF30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63BA41-53B0-4229-ADB9-C0A824E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E6C29D-EF54-401D-8122-457D6AFC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F856EF-54FA-47A7-B983-1963F948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2E465D-04E2-4A85-8B72-BEFE1EA5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A1562B-A6F8-4F50-9AA8-1516435F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F464D1-E470-4DD2-840F-80A7CFEF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2F248F-048A-4D5F-AB5C-F2F255CC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E09663-9F2C-4ABB-9E9C-23C8DDC0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845C1C-C824-4D47-B3D8-2A37F81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894E2B-F322-4527-97BC-CD1E2BC8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F269C4E-8C83-419D-B83B-26EAC317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C2D6AB-F88D-46C1-ABFE-C8F6080E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266A65-3765-4788-8A66-B027BF2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A733256-2BDC-4B91-BD65-2882601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57C2A7-69ED-46CA-900A-FB428F0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F3FEBC-E99A-4FD1-9E2B-9186F32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17E37F-04DB-4598-B32D-6B37D3CF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E0FF809-E79A-4A1C-B23F-99986DE8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267F4F-0952-44FE-8D8B-474BEB52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B979D0A-D323-4A4E-AA79-C79B5BA4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FA94375-8026-4AA6-AD3D-CC9DD414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4241AF-836E-478B-BE4E-6FF2E71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50401C-21B5-4897-A15F-E2060EAD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3D35F0-A719-49C6-A0FA-80B89BF5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6EF242-F520-497D-A0FE-24F2F7F2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DF3F0E-4E04-45F2-9FBD-DF27CDD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502828-B4F7-4C2D-8F82-41D28BBA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0C032BD-5D90-4079-AEBE-26E4DC0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AEC9090-7A18-4555-8F29-DAB4309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B45F6B-10E6-4F7C-AAD9-14B03C7E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ADA1DB-F212-4CDC-9900-D6AB294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A3D498-AABF-4A08-8EF7-1804F73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AC9111-1411-452A-9A2F-4854DF18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4EB53F5-2B69-4F64-A9CD-DE6DE08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BDA0F4-2F14-4D8D-B9EE-D904ED1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4CD008-7675-408E-ADCC-1FDEA4F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541025-7F39-42D8-8AEB-C02097B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624459-EC3D-490F-A4F8-151721F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4F72E8-8157-43FF-87CD-D29539D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91114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5F5C1F0-F8CE-4014-8CF9-C332FFE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9068-B9C2-45C7-AEBA-0D615BDF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1525-3816-4359-B6E9-4F29A912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FE36F-78D6-4331-9F4E-4515213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C06D0-AEA6-4FED-917A-A9C826DC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9D6A-16F9-49B2-BEE9-8ED017D0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D2957-EC0B-45D5-A0AF-7C1FA48E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3FB86-2C7B-469C-8B58-3FD5FC7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35472-1D6A-4B0A-B1B8-9AD8C296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95D2D-BE1F-440E-A59E-B655A555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F8AB-B1D0-4D73-9BBF-9572B9FB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5D936-D79F-4C54-9ABF-516D1C3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EB39D-B313-4C1E-AC0B-435D7555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C39-2D46-4738-A1E9-DBA15E20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E9A75-5FD8-464D-9FA9-514E095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94B1B-1BB8-457A-B1A3-BFF17CC9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58C54-A639-4FEE-9CB3-C3D149B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95ACB-CC51-404F-9622-BE1EAD9D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28B69-0EA9-47BD-A8BC-B24B56F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2A983-F73B-4F52-A86B-E2D2F97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8E94C-21FC-4A65-9C8A-33E96EE4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71136-0774-4AA3-9F65-D32FC153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889DC-77B0-407E-BF93-07798BA2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BEB02-6705-40F3-B383-1660412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1431A-B034-43EB-B66D-D39A19A6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A996F-076A-4DCF-BBCE-14B79F28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9E9FD-A72E-4DCE-B92C-CFAEC923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38DF0-A321-4C2D-8463-02F958E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BA4C0-5EF4-4EA9-A552-8012095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B7EA2-97CE-41A6-AE8A-B36794B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70D5D-1EC2-41AF-B101-29DE9F54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CCDBC-627E-4A90-AAF9-D41919A1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F2DCF-89CC-43D5-939D-02CA5203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BF83B-E4D0-4F24-93D5-DBA6B54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E0B49FF-C9FD-491F-9B3A-D052CDF2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A128FD-617E-4E2B-8AAD-60A25DD7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16875A-48B7-48E9-8696-196ED2A9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59013-C724-4E82-978B-E5201EA5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9BC212-659A-464A-A62B-D6D9CA4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A2D536-5248-4AB7-9D23-EA56ED6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6C4FBB-6E70-4781-8885-C4454C5F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ABC164B-CFA0-4D9F-B89E-3B7773C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C81E9B-D082-40B7-A45D-92CCF868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1B8C44-E829-4BB2-B885-F6857D5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9D3ECB-D98F-4B41-8872-37CED3FA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3F06C5-89EE-405F-AE27-43E4780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C7F985-4744-4653-B175-CF413DA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97070C-8A72-4BC5-B744-E36F23C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059E6F7-E8AA-4733-8153-5913B25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8F0BD9-198E-4AD5-B045-AC1751B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3454CC-6167-4647-8FBA-F95DE68B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5B19DD-4854-48C9-A23A-259608F3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8ECA05-9D1D-4665-AA44-63BA9BD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600C73-C462-4929-8D81-4A0E554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459AAE-3B56-4DCF-B3A0-9DB34FE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344409-3DBE-4565-8D18-86709C04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F8609F-DAC5-4687-8506-979B0C3E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6B643B-CD91-4DC1-B0B3-FFAA65F8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702872-528C-4678-A2C2-1DB1EF41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D9EEC5-76ED-4956-B1A1-281EF62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678F5B-8DAF-43A9-BA58-F0AB5FDF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4DF1A3-60BA-41D7-A5EC-91166F3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0DFB60-CDA5-4E0F-98CD-24AAACB1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44EA83-E81E-4F15-80EE-396FF68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2C8C91-08B8-4C20-A436-0E20EE68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3DDBC5-8279-486A-9561-10EC1CC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B77888-958A-454F-9D9F-5840950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D24822-3CAB-479E-A181-EDCE893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E66DB3-1CCE-4384-8AEB-4E8E8A50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64942782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26DD937-1371-4B8F-B26E-E2FB853C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9A307-8511-45A0-B1FC-0A94F89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4017E-38C4-4791-A4E6-B6E8754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C3520-9254-4600-8765-56E0C736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8913C-9769-4940-B767-FDA4C2E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 febrero - 21 febrero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A2901-554C-490E-9C01-DBA81438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2500E-F9EC-4944-9951-ED5260D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ABB5A-99BB-4BBB-B35F-BD56E6BB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FCB53-7471-4F9B-A6F7-574FCA9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F0025-349A-43BA-8930-B632892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55AE1-CF2C-4484-B9C8-A822A0C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EB3A3-BA1F-4C3D-B191-0F0EF7A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95D97-FDFC-4F4A-B4FB-907D666C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A4E5F-4B6E-41BA-86F6-10686565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B520F-ED89-4C63-B5F1-CF31860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B1145-6CCC-4356-9411-AFFA3080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3CB92-D8F7-408C-8485-E796D3BE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592D9-9F33-43C3-B2B2-85B2CB01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19DCB-4FD7-4146-BDAC-7D32468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825BE-B74C-47B3-B192-C27541E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BE110-F150-4361-BA3C-BE81773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251BB-34E7-4BC3-8491-0641A03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E2452-0244-43D2-B2DB-D048B4A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91302-BCCD-40D1-ABEB-8B9601D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9BFBB-55B0-4DF5-B509-B13AAFA0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0C60F-0905-4117-905F-7955A2AE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ACF95-2E18-41C1-8A6E-35521D9C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9D476-8CBE-40BD-AF74-DCDB8432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E35B3-B461-4C50-9248-4FB4FF5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C5F8E-3CB8-4024-8369-6B14758D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1D33D-162E-4701-B526-37AFE9F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C9DEFA-5460-4297-AF61-47723734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A0C972-D1C0-40D3-9201-09EE431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F06A9-46D7-4896-BFA4-4396DDF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3D9C3-8A10-448C-93C6-0DF203C2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F81EEF-D6AC-4DE1-8345-144CBC7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772248-FAA8-4753-9D6C-33805BC6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360EDD-AC38-40F4-B148-BA25A19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4C2025-BB74-4A34-BB1A-775D310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6BB486-94F7-4CE7-891B-A1257E3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FD4BE-02FA-43C1-8A60-2D01E7D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BCE8C0-FBB8-40AE-A2F0-60FAF42C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4132D1-2CF7-4BE1-99B2-EAFAB055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281CFF-1683-4E3A-911E-59E0A09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DDE2D4-C892-446B-8247-E5064E4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D5B107-24A9-4ED3-B1A8-BC372B6E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D2B155-2E13-41B5-8E69-08976435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4F6010-EC08-42CF-9E06-EFB98E5D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C114FA-2C2C-444F-B15D-3066C0B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FE4A53-888B-4236-A623-B83210A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CBA75C-6C21-402F-8C33-3D9FB37F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B27307-10CE-4C34-A9AF-ADCD9D7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044E18-A995-41D0-9842-12F96E6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156AF2-98AE-45E2-A73C-2556F317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85EEA6-110C-4E39-A394-3F8A2C9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DA6895-285E-4CCF-B6AE-4C43ECB5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839AEF-1C7A-4D79-BB86-A4B5B3E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49AABA-B2D1-4AF3-9EB7-7BDC52F7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707CA2-572D-41BA-85B4-8D95D566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27A1A6-D96D-449C-B069-C24805B4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E6E680-277E-4536-9009-5F3EF6E2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30C66D-1446-4362-83B9-2848E9B9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EEC8B7-1C35-4D76-B5A7-935EB3DF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720A0F-8DAB-4DDC-B453-4A2EE38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3033A9-7979-4345-BD7A-AFCA7A7F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EE13A4-44F5-4688-9DA9-15AF252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818905-BCFE-4024-B4DD-F4AE8D29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F025E4-4EE3-46C6-B18E-DFA79D42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8FB497-F187-4139-8D34-610925DC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EF5F25-578A-404C-9AE1-2854C1D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E8733B-A6D3-4F90-8E11-39CE174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164330-6701-41BA-9BCF-6E22178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B5C863-BE19-4483-B30E-9F1299A5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F4A191-8C2D-4154-83AB-2FEFB545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DF4F79-2FB9-45F8-9BDC-6C38687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978E33-7A11-4BEE-A075-95AB7CEA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B78F0E-3BC3-4889-AB47-598580B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D0C34D-2107-4891-85C0-D36A5283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9B23DC-DAD3-4BA0-8C3D-2B47E97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896F92-C7C1-4C18-BB75-1DD732E8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CEBC24-3C1E-47A4-9F2C-EC17C95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50D99A-BAEF-402B-89B1-B588A50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B87C57-B5D9-410E-ACA5-C1FD9869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DCF661-A88A-4678-A7CD-678D59C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77740E-FBA4-4D46-8063-19BD6782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F25C462-CEA8-4834-A8E1-1A9CEA01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324319-86B3-4107-AEF1-3B26A27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766B53-A9C7-4883-8796-C70BC57C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62C6CA-B01F-4BD9-A353-69E3281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E206A0-5F73-4EBA-B018-E3323CA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B19A10-DB31-4FD7-82C2-F768A4E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1AE6DC-2358-44C3-BEFB-AF699088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A38B51-B910-4EDA-84B8-BB237651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3935307-89FD-4FA3-ABD6-B78F9171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EDFB8F7-3850-4AFE-B75D-FAB0981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1924E8-01D4-4155-8749-4CD7ACD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5BB60B-9B93-44A8-ABB9-D0FBB0E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BC0192A-C67B-4B84-81AE-62BCF18F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8276CF-5698-43CF-B202-061B901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DF0B6C-9E8E-4AA1-8BA0-270AEDA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882DDC-595E-4438-9D52-488A65A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215D59-9A09-4F60-948A-9663E37B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3D8C8A-7950-44BE-A253-96BB34A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F40BF6FD-F005-49D7-A303-4C820BC4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78856A-B2A6-47B8-B125-A5FFB1A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534ED17-1D05-4E01-BA9B-65C6E5A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A97DF7-8EAC-4DD1-8B1B-E3E403D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B20EDA-883E-468B-BFB1-D003B851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CE6D22-9F26-4E32-BB1A-45740336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627720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78D086B-CAB4-4202-B602-B2EFD2E8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80E61-D1BA-42A5-B889-724BCC28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30C8F-5CD5-4CEA-9D02-A9D2C48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3281A-F4B4-42E6-8B69-9398421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49007-5892-40E2-8E8A-96AD32E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051F0-F80A-4F52-898F-ABDA333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0D568-C7D9-4E2C-853C-7B7660B9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26C4-12FA-454F-8D4F-47ADC745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DDB1D-206B-43B8-B004-1F041D58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66EE3-56C9-4EC9-A6A8-53837B3E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47B1D-FE79-461D-9224-6AD5FF9B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5AAF0-BE93-4757-BEEF-5FB7F6C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03575-B5EA-4941-A84C-7667CE37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360F4-3762-4941-BA7B-760A42E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4235E-A23F-48D6-BC76-EC96CE5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363F8-C730-4595-B9B8-68E8B64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1DEF7-6B9B-40D8-9B83-4A953D0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85DCC-1F0A-453F-8508-BD4075A1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1F079-04AC-4B77-BC99-E7F7544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FD5CB-96C0-4AD6-8A3A-A3B88CD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9DB68-602B-4D19-8FA0-0E26FC3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D538A-8C13-4BC9-9C48-A5F30F6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8F005-DC0F-41B1-98FF-D6E06E9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F0DEE-5790-4C37-A54A-58F3E7A2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FC970-B254-4B89-9F4B-C9C4715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475EF-79F0-49F9-A60B-C8BC209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687DA-C6A7-4D05-8489-37FB2DD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87A71-4407-48C6-89E3-82690368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111F25-81A2-43A9-8918-43356CE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9B5BC-0479-47E8-A255-0790B3F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B9C68-087B-4645-A98B-AF36E57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8CA29-4059-4F6B-B91E-31ABDCD4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700D9-5496-4D66-A2D8-F349FBB2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D000C-0B4C-4CF3-9F84-8B0CA903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886E04B1-3A21-4DE2-9E05-3730B962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AD5496-807D-48BD-8D33-43B4E27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7C34CD-BC37-4CC9-9501-E5F6A552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AD371-1ECC-4D6D-9CF2-9CC84D2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F5147E-667B-4846-A1E0-A3EE0424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79E7BC-B925-47E8-82AB-2A4D3856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BA52F3-F9AD-407E-BB9D-434F326E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C18FA54-506B-4566-B53F-88200D4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58AD0A-8DC9-4329-A4A2-291D0C4E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3B394E-23D8-4301-87F0-EB8310A6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DEAB8D-EF54-4CFB-9BB2-92A9AA7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623851-C41F-499E-B08A-8B433688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36DAAA-A9C8-4EB0-98D2-4C6E60CB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A90ACF-7C7A-4640-AD41-24DAE91D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35AB75B-4FDF-43EA-871B-0EEA1E8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21D333-FF41-4C59-AF92-675F398B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5395AC-9F89-4976-9682-50097B2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AEFCD4-11F7-470F-9F0C-0D7B0EC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3902C2-8826-4F5E-A4B2-CD5231D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847307-947F-4340-A570-1912AFB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6EF3F0-6B18-4641-B214-0806E15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4543C2-C9A4-4B64-B3DA-8D0BAEE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4B99F7-1479-4ED6-B748-033055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B897D5-2559-4CFA-8E82-2CE266E4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411C25-2196-4526-BD87-E45FF8C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729DBB-CDAB-4F23-B9F8-7F887FA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5788B6-AA7E-4D95-B3D2-8B7C5B4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E31AED-7170-48FD-AB49-3B8E4E7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CD757D-BACE-4253-A6C3-EFBF7E24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9B0C0A-8F8B-45CE-8A4D-3A19DC04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CC5B84-3936-4A83-AD20-3BCF806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1F102D-E9C3-4FCE-BC73-CDF7EC8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CE2CB7-4A8B-49E9-8271-28005F0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B62E0B-9ACF-49CC-A7C2-B45F80C8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6C8095-E885-4724-A17A-00BE788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653895820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4110922-A355-4B4D-BD7B-EE9BF2F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4BD89-C4E4-4EFE-8B6F-03D724A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5F2EB-7048-4960-A06A-6DF50B5A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53C59-8901-4188-BD92-4CF86407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0A559-3B67-48C8-AC60-A6678885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 febrero - 28 febrero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7E20B-773C-4A91-8DC5-0A9B1776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698DB-81A9-46B2-9C92-C0CC8BE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88285-A9FB-422F-8702-1E27F3F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3BD92-56E8-41A1-B3D3-F4B90579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24D5E-0E49-4106-9B5C-0E47E634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507F9-8C4A-44E7-9EF1-D77971F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4385F-B99A-4B8E-AD6A-923B629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5B758-DE40-4ADC-B3CD-F3AC4D8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0F99D-4A36-4194-9086-229DBF5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16EDB-1AA7-4306-8795-519F160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2A599-CDBA-4512-9F9A-6D86BED6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CDADF-C0A0-4DF0-92D8-AB3A8AA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C0687-64B0-48B6-A689-00087B5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E5AD4-B88D-42F4-875F-5048C9C9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399F0-0C2C-408B-8583-9C1CA1B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E8148-1E36-432E-A11B-6D41904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5A9FA-EBE6-4927-9BFB-3A928D13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444DE-DFE3-46F7-98F0-AEF11017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43357-FC82-4C61-8197-7B4BAEF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F3E46-C05C-4575-9551-E078B68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43AAE-D388-4D7C-B652-B930F4BE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3EB4B-FF42-48D9-AFE4-B090CD51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09CBD-DEF4-4B01-874D-D8C121DE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03D66-5D13-4F8A-B61E-1908184F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C3ED7-CC73-4C38-80A1-AB83B82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E0B9B-CDF1-4EC1-B94A-896D007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1ACC3-F0A2-4EDC-9EF3-92A87CB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E3907-AFC0-49C2-B7EA-5D437A33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9D68D-EBD5-418F-B7C6-83763FE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0CD75-4051-446E-B406-16C08F9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5B32D-F79E-46F9-833E-E9CD71A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1A84F4-78EA-4712-B283-8AE2750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D4AB0-6AEA-4755-B0D4-FEA1C09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B35CCF-EB26-4959-8D3E-0F57D761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305472-C591-4D1E-9CAB-C88ACEF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84F588-9573-4F53-8651-E2CB5C1F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DED924-5C4E-4C48-B95F-F5A56D8F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A8D26-652D-431C-8A63-3B2F30F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F759A6-0809-4EAB-AB93-8C1C9252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F01EC4-C900-48F2-91C9-4B9DAD1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EA4E43-6137-4D07-AC9D-D3583825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769D5A-2B02-4BAE-BF76-29E5087B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B8773B-53F5-4D96-B647-D790743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8FFDC2-60E5-404E-B23A-B8EDD02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4BB52F-068E-47FC-9488-FFA871FA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B53E30-D200-477A-A671-634AE4A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E15579-39C3-47AC-92A3-C165422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D8D58D-CD60-40C5-8B22-508E6C5C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65599D-CC86-4235-8D19-081BB66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157E5C-93AC-4ED3-B08E-203ABFA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50AC81-953A-4FDA-83DA-395FB46F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ACBF4B-0228-4A06-8817-09903CC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77921F-63C5-4ECD-B5F3-588369F9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49710E-A12E-486B-BFAB-A9375A24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D11D0-2884-456A-9035-69A98976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72D695-3192-42C4-8548-210B217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EC2646-E69D-4BB4-AF0B-4FA6559B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DF3641-4607-47FB-81C3-D91F72C4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639D6A-A526-4F6A-B1DB-6491CBE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E82702-D75B-458E-82FF-5F228F8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56FC38-5634-487D-805F-2571826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ACC2DE-484B-4B29-AD88-257C481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786F05-9881-4BAA-9433-782D9CC2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0624AB-0DE4-43C4-8C57-E0785EE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DAFDB3-A9D5-4268-AD1D-CCE924C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50BBC1-AB43-41BA-866B-C9C9B41A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0BE80B-6A5E-43BB-9AC9-4014108F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90A57F-C66B-495A-9497-E03B7A8A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96C9DF-4B27-4AEE-B10E-2A549CB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3D806A-E14A-4F2E-A8A5-CC2608AE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8670DF-5012-46B0-B272-8C440CC4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A973EC-028B-4F4E-AC37-33FD40F8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B77FAC-1532-4E24-A53E-CCBAFF2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9C46A2-8D86-4F60-8D5D-DF8454AE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8521A0-8876-4BD1-89FA-F0B80D0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67AE53-8866-4CE1-90AA-D6E0407A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D8093C9-9E77-4E9F-BD83-FCFC0F3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3E51C9-75D9-4742-91BE-D45E27C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0CA4ED6-286E-40A3-A165-586546B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AF1AFD-3A93-45A2-A189-69E04A9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7085BF-01AB-4391-B582-FA79C8C9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699E156-1DEC-4653-B9DE-E0BBD28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E341051-A1CF-4541-819A-FE82659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56F808-C919-4D9A-AD9F-F357B3F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227AB6-19AC-4EA8-B304-7013F4E8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E722178-118C-4D24-A006-7E79834F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83913B-5488-4F19-BC33-895809FA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AF9147C-C2F7-4F82-ADC7-4D84E228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E9A63F-9992-4D94-BF87-40336359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E510FB-49BB-4E3C-9C02-22D579C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27C704-581D-404C-8C95-6DC6DE64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F127E0-52CC-4C24-8393-18870FF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25118C0-6B9A-4721-9A03-1D7B074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9BACCAE-702F-42B1-A774-B746C42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826892-88E2-4060-910E-43BA39F0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FDA51C-AC32-4ED1-99CA-24DBF248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55226F-87D1-4E80-A2B1-2B24AB42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02813D-9049-4BE9-9272-2E5417A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AA42C29-6295-468D-8DB9-F93A1B14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65091D-0103-406D-8898-E1B2CDD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6A2840-A5B8-43EF-B025-1E5CB28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1DB132-0E25-441C-BF86-1662AF7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BE0173E-9FE8-448E-877D-9811170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985AB5-DE0B-423D-B408-741556A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8944435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400EB64-5811-4689-88C9-E5F19A4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B6DF9-F808-4552-96E1-719A720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CD35-A710-492E-9FCC-1E45697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4CE9D-9F06-48EC-AEC5-2851905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1AEF0-056D-48A6-81E0-6616D536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ED7CC-010D-400C-8F32-5ED5981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CB7EC-00FF-4D6F-A54C-78BD94C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E4D92-12DA-443F-9234-628C48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3708B-F1AF-4768-B5E0-47A3BAF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614FC-8C67-462C-98A1-8DBF7228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71C33-8BC2-4666-9970-026FB78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A6C6E-C2F4-4A53-92AC-850C9434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D2FF9-D8B7-4751-8AF1-C27674C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A9EA8-4059-4E98-A1C9-7AC11B3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55BC9-C18A-46F1-8D55-14830B92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2011-4244-4EF1-93F6-2565ACA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A2E1C-8CDA-4B93-B9E3-B0BA1EB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8E2D1-526E-45BF-9F26-11A830C7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B9936-424D-4D36-8C6E-340C63C7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37BB2-4F60-457B-BCEE-4151424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93C4D-6E72-49A1-8AB2-74DCCD5D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79C86-DC6A-41F7-869D-4CFF9927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7239E-D5EC-4684-BD88-A02F629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37FF5-20C0-4EB6-A362-6712D57F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32A56-9E79-4D4D-9659-A248C01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0AB7E-2CB7-4320-9417-5F206ED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C86F4-6EC8-43E8-B998-914B177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5B6BF-C90D-4B2E-977A-C4FF855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7683A-E8C1-41C4-B33B-B56390E1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488193-E7C8-40D1-8304-55FC70B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72E6F-C8B2-480A-BACC-3A64608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6EDAA-DD23-46C9-BACE-A97F332F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78E08-C9F0-40AC-B16F-24828A8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E0AB2-5975-42B5-A94F-1968F758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FA7CAFA-AE97-43C7-B0CC-A033F45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1ABCD4-3598-4BF7-A30A-E335B07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1162D0-7BCD-4C5D-B36B-4BE2D77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1097C6-9E34-4C16-8B38-686E5E43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1CD431-9E6A-431E-AD60-7C2FFBA8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6D3B0A-48E8-4D3E-9542-AD2178E1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1B0D91-570A-4B69-861B-4EE9270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0FF37D4-A02D-4EC5-AA55-1BCB3F5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6453C1-72F7-4C5D-89CD-8BD1237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F7D01C-7C3A-4A95-A0B0-30429BB3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F5276F-A4B0-4413-A7E2-B1657CA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C26FD2-9E03-4EEE-A291-C672C7A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4D3069-A747-469F-82B2-0BF332D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8E10E-043F-4601-96E3-CF3DD01A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CBB3AC7-C558-4AA4-9C51-5367F25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2DB33D-1EB6-4A52-B7B5-1829D25C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D65408-49EB-416A-A8E7-64C0BAF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7471C9-562D-4D0C-AA0C-594C900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7E24B5-A8F8-4AE1-9D3D-D91A12E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D3B980-7ECC-4491-BC91-7DE5433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AC2827-B8F6-4834-B1CF-0A2DCC2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D993CA-DFA8-4CA0-BDA8-412F103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A7DC2-06EB-4D39-B469-76D6A7F5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8AEE82-0011-4044-99CD-B2233EF4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397532-C9DA-4EBD-9554-EA35AF7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6A777F-D94D-49C2-A847-47911A2E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014007-54E7-41DE-B1E3-2E5E082D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22CC83-19FA-4926-BE6B-BF755AD2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84CFBF-9A15-4192-9EF4-5B6297A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86038D-3736-47E4-BD24-93BD164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F85E11-1C5D-43BA-AE20-FF014185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8052A1-525D-44C8-AC60-9E68FD4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EC0867-59D8-4D44-9168-2A31F45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7427D1-74FD-49FD-B62C-6F3BD23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768782-76E7-4F6B-94E0-8C4B55E9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87962876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399CA0A-9F16-4EC5-9862-0FAAF85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C95D2-D74C-4CD7-9A95-84F26E93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53919-1B6D-4AAE-923E-200FE56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22E33-A1E0-40B4-B463-ABCCEC40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D415A-887C-44C6-B976-34757741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01 marzo - 07 marzo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52784-5E9C-4102-8AFC-81D68939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28A65-B0ED-4A92-B5EF-BF65F8E5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25572-4FF9-49D9-BC4F-BD8B6953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E2AA9-38FF-429F-A536-DA7AAA0F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BABA4-76F9-444F-9CD2-216EB9A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A17C4-4C18-47D6-BB5A-D520EA6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F7231-225C-49AC-849B-7502E03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FA33D-F188-4F28-9885-E378FD3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26940-F5AF-4813-BF82-05F7A19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CEA5F-27C1-4DAF-9C20-CBE6BD1E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32B30-6D26-45DB-89EF-3000641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7996E-134E-4D3C-BA55-3BEF518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F461D-7F53-4FFE-8E66-6B383C27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F6EAE-15FB-4C5F-A1D0-57A1B5FC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39B83-0090-468F-A622-13A7DAA5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683BC-66F6-4B63-B13E-E1077E15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9CC26-6420-4C3A-92EF-D825408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C113C-3159-439D-959C-54776096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D12CC-AFE9-4B15-9C30-59BC0059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0EB34-DDD1-4697-8CB8-D9A748D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2B231-FEB1-4489-BB6E-EF45865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9172E-90CB-4075-870B-19444C02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BD7BE-3EDF-4ACD-BECC-52B8A03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7F90C-A138-4390-86ED-4E345B7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367BA-00E1-4B83-AEE5-82524523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1FCF1-39A4-4F59-82FC-036B41ED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E6658-AE09-4D77-BABA-9E27677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BB95C-E3E1-4F5B-BA25-13006E9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9D57B-037B-41B1-84EE-873D8668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3DF03-E99D-4031-98D8-FE242F9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B91655-E597-40A8-862D-FBE3BC27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48BD15-F3D3-4039-A322-37A1EED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F432E6-8731-4C48-9F05-D7C0F479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6BA75A-5CFE-436F-8D9E-81E528B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C8742C-BEAF-4EC4-B802-520A816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76502-3FA3-4E0D-85E8-D67E197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806DD2-EC61-4F9A-A8FD-F9C5182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851BF-75F5-4194-BF58-E42B8AA1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2F06AA-C066-4C07-A2F0-6972962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1394ED-D16E-4829-9679-9764C79F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5E4840-56A1-4453-91F6-5F62961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0A126A-24C7-48E8-B838-2E66433F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B189D8-2CAA-44FF-96B4-1C9041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F9C421-3FD2-4416-B02B-86570C0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99C368-317B-4112-B299-28384F4E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BE3007-60BD-4CBC-BB71-3E07895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41D921-9067-47CC-924E-D447EE25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801305-C776-43FB-AD61-9A885F87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2B5904-2848-4B43-8701-BE97A7F7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312A67-7B34-42B6-8C7C-1FB95919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E55999-535D-420D-BDEF-871907D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201BA0-70F0-475C-8CBA-3CC36CE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906ACA-3655-4521-B42C-63FD819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520C73-E043-40DD-8BE1-529CB9F6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D3F64F-262B-48FB-89EF-DD529D7B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7317FB-8DCB-4B94-BADE-9CCEF47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D47DE1-9C88-4E5D-8AF5-F07B11D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B45531-193B-4B70-9086-6686BF2A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B8873F-F9F4-4F7B-89DD-2909D33C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129AE9-612C-4E9B-A4B8-A851499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FFFC4E-CBAD-4B82-9F00-A76B8159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D7C634-0B4B-4D15-ADCD-5E0CC55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9D4A24-1C49-4AE8-AFF8-CE4A1CB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1DFFB1-A221-4CA3-AFEE-96318DF6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1299AC-4DD4-458B-B85A-ECA6719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16F810-39B8-4457-9EFF-4C9B1C1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E41593-5181-4486-BDBA-8EE28BD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EB8C55-CC10-4326-B075-ACF01891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D17ACD-2625-4D40-913D-5A0D9971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1ABBC7-DD0F-4E43-84ED-9D1C3AC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D8095C-FEDA-4563-84AE-B29EEE0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31104D-2026-4F1D-909E-264C497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B2A42F-C4C8-4C2B-BF2E-D919014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5006CB-78B7-499E-A1D6-F320C91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792E89-E925-4AE0-8CC8-9E7876B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60BC88-6B6B-4189-B046-C42A2897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473D26-F3EE-4450-96A4-73C369E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44FF83-13CF-4B5F-A17D-E370DDB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3E3242-AB7D-4A38-BC30-887FD49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E52E374-24EC-45F3-8E40-D0DFC1E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3052F30-8AB1-4E40-AAE0-8FBBADE3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1E7C61-F8AB-4336-9277-9B5AD01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667F53A-F39B-447A-820D-572EF0B1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40C6A6-82A8-43EC-AF19-0336AA1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865A11-69EF-44C7-8D6E-D4B09B0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02C99E-C147-4518-8B55-BC863F2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AE83FB-B4D0-4159-A84F-A4D8CFA9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5696AC5-6DDD-4261-88C7-872B8C2C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AD82EBE-7291-41E0-A88B-E9101177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F49EB68-623D-4725-B193-26E0F84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F9E166-38C8-41C5-BC74-15CBCD6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35004F-56D6-402B-A144-959324C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B181718-2CD0-4A3D-B2C5-C947704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F844E8-B7AA-4B5E-ABA1-2A8EF9A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275241-C3A0-4A03-9852-CEACE60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8EC546-886B-4CB2-9D52-8DDCE5B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58D4BB-CC2F-4EDC-9E26-8D857106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75CC30A-ACB3-4ED5-9653-57DA81F8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315ADD5-9A1E-4B07-AF97-91962AC3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EAABA4-28D6-4046-B152-41851CE1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7DFA526-A447-4A0E-857D-47D7AE5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4A3C2DE-AC09-4513-8CC1-13D2CB39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5276913-EC3E-4058-BE07-115231DE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A80111-A025-49C2-A88E-B57D4ED4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58843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A4D3E22-BA68-45FD-A373-63F2081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4B85D-04A4-4599-9643-9C8A398A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96443-9B6A-44E2-80CD-B89AF5B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C85C8-DDA8-481D-915D-46B98E79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A19D7-AE41-4701-9A9C-E86EC3D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2AFBD-B1B9-456B-B4E5-127B002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2A10-4A10-4805-B24A-740624F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B2212-D8FE-4775-B2D9-AFCA1C43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22311-B8FB-4FC7-BDB6-6FCACB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80791-23DC-42BA-9C24-14516C6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3C248-E528-43AF-8680-175902CE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EF8B3-230E-4353-B74E-E8A23E0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68F1C-54A5-48BC-9F7E-5375ED5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189E9-7AD1-418C-A86E-CF3C188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C49C7-E0BB-4F7E-A2B1-8396FAD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613B7-DC65-4787-991E-C8AFBFCC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60CDD-6FA3-4B39-B2B8-096A966D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A2155-36B7-4DCB-ACB1-21F4EC73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28F1B-AF17-4D6E-BA00-843AA17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A7EB5-BD79-44BA-9BFF-13AFB8C2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79673-A9C6-4192-A96F-93F640D5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157A9-5B85-4751-9EF0-F0FD832F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EE6F0-71B0-4116-B260-CF317BD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213EA-5699-41D7-AAED-DA6C8D04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E957E-7867-4E43-8F03-7FB9DB52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5537D-639D-4429-AE41-2CD7F511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90FFB-B28A-472C-8A48-7A2B739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BBF0F-AA0D-4204-A480-CC656B1F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4C249-C5BE-4F4F-9FD8-B660A3BC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B7E11-9C4D-4673-A6A1-311367F4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E737CD-0036-4981-BD97-7694C1C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78B4AF-1424-425D-8101-E739FAD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C8940-52E3-4DEA-B03B-7731B52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CD8C1-30AE-45AF-A06F-AA7361CF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1073808-C7F0-4C27-8120-BB2D979F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316D8-DA51-497C-8BC4-EA1D390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8E0A1-572D-4FE2-963C-005C33C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819F87-BB76-4C3C-A697-D33814C9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F84E0-A0CA-4DFA-B633-1A18D96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7FEE24-A712-4312-9FB9-58707EEA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DE2672-3AB7-447C-B693-A61A0660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9E2F1F4-043E-49AA-A754-72D25689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E6518F-5028-416D-9832-6E3793B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DE4029-44BC-436C-9BA0-5E6DCEA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2C9B30-B4E6-4AD5-94CE-94A25718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9F451E-7355-4193-8D0F-F1D6B695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4BB08C-33A4-4421-991C-E592C149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02CF7A-C409-4933-91C4-9020E0C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12B0C04-25BB-4CF3-99FD-01F55AF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B78F79-D238-4D6E-8A52-CA9E121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E131B9-6CDA-4E37-BBF6-ECBC39A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DA4C20-D8DC-442B-96B2-708BA21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FB0362-1B10-44E3-A2F6-1776E73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451E8B-2408-438B-9033-28AA15AF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EF45C5-CE76-4C52-92E3-E5C7AF7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465E79-FDDA-4B0F-950F-A50A354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DEA0A2-31A7-4CF9-828A-8394C45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DBA28F-C345-47F7-8E6F-1A315AC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79DE05-7D7E-454B-B5C1-79B2146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F64D11-9DFE-404D-98E6-4EF65A3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23D745-0A3A-4D00-BC12-EB62FF86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7E1B95-81C9-496E-9ABB-4073455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91491E-2488-41D2-A9AB-3DE1CB94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C1C857-9305-43B0-B1D9-3DFD1307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7EFCE7-974C-4F32-B63E-8036E3F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CB9170-B707-4F83-AEF2-45192F0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5D9F84-C0DE-40B5-BB53-6E44C08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335C00-B6F2-473B-9A88-F9763D8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446F63-9F0D-4C85-90D7-D0810697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688010400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A44F937-4AFB-481B-94F8-F930C80F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950DC-603C-4BB0-BFDC-1BD551C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07A2E-A336-484D-91D6-C0BD6EF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43CDD-CE26-4972-B4AA-E4A5FC75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9B2CE-F20B-4BF7-B804-18A85E4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08 marzo - 14 marzo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AF46A-E663-49FB-B2F8-759C7AF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7612B-9D1B-4FE9-A4CA-5BBAFF8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F8E48-FCD3-4EC8-AF7F-EF89BE4F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AB533-748C-4D36-9BCA-5E4DE446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79578-12F3-4CF5-83DC-F65EF796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34EEC-BC45-4AEA-9351-91D4708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648AF-AF05-43D1-8AB1-EA85F9A3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C59F-B9E9-4EAD-BAC4-278E81C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61C85-DF77-409D-9EF0-D69215F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C3850-1F75-428E-811E-F226BEC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F9B88-A700-4E58-A31D-ACE2C64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F0ED9-267F-4353-B08C-E98DE6BB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7EE5E-F8A0-48DA-BA95-EB17ADE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BF863-9857-47CA-A470-487B251E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CFB3D-069A-408D-BC6E-8F5CC6FB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B4553-72BC-4C3C-819C-520AC4F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D0FED-EC22-4F8A-99C4-7C3F0AE9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2C307-8956-4FCF-A558-7E85A1FA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FC52C-2533-4365-9CB3-E57FFEA4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EE953-8CD1-43A3-A899-61A06211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92763-2274-41F7-9DF7-6D959E1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13258-487F-4272-B774-D2BE8982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4BDE6-1ACC-4859-8904-AC53980A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EC0CC-A2C6-4045-B8FC-9C3B223E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DBDBB-354A-444C-B371-9D30B27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E0E92-0DD2-4C34-8704-41A30990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AD9C8E-49C9-49D5-819C-8600032B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23F4C-D054-444D-B5AE-6635183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23BC7-96E8-48CD-BD78-FE08102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B8C1C-3014-412F-AABF-C291DD2E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72F5E-4569-4103-A4F4-CD9F65C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C9B3E3-310D-4473-92F6-2F683281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72C143-FE8B-4B8D-A051-8E4833CF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CD048-F071-4E54-990B-E4FC9D1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763690-0781-4CFA-9ECF-EE668E4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1DB54B-A4AD-4D1C-B27C-4AB2E850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B23C9A-78E3-4F31-BC60-7ECF6C7D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9A443-D429-41A8-9ACC-A014BB40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AA51D5-451F-4D7C-8843-A10FB84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74E49F-70A1-4B10-8BA6-31AF89A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A35F4-A5E6-4C5A-9303-95D69E5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F09A95-F44D-4486-AD7C-06CB068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CC317F-E8B3-4121-982A-06701F9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09476B-D79D-4A9C-B2DA-16E6C6E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CD0474-3A73-43A3-A642-A2D75179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72B8E-E62B-432D-9E04-1BDBD72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D98D64-CD98-495A-9AB0-987A200D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4F0708-E664-4501-975F-DB7D44A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B95738-1448-4935-8985-1C31295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083CFA-72F3-41AE-A73F-BA19FA5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EEE366-79A1-4B26-BA10-848E780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A0BCD2-E595-41A1-874B-50E96AE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B5406A-1DBB-48BE-871B-483CE74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D9A2EA-0A79-443E-BC4F-2258D014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230C00-0435-4D9E-8073-32460BA8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F054A4-7C3B-4863-86D6-04C8A91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23675F-D9CB-467B-9957-C2D080A5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733596-AB0F-445C-A3C5-8ED6CD6A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0F4AA4-6E53-40F5-B4A9-936A23E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5401E0-352B-43E8-A9C8-069D1779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980B2A-547E-4706-B18C-9BC511A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C25896-0B8E-40EF-B5E3-BAAF54B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6C683A-5388-42E0-AF55-ADEFD738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35027C-FE18-483C-BD1B-F8D84AE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2D68D4-05E0-49A6-A0F0-A2B614D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D315F1-A176-4FC4-82DB-63085FF2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16DECE-0C4B-4733-A13C-11C1D38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8B7FF2-4CDE-4121-9453-DE7B486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89C2AD-7F5A-4289-9256-B7548DE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6596FB-9314-49ED-BF33-BB30B4C1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8F74A1-D9D6-4403-93AD-99C38C6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D9339F-1628-4039-A345-FADB1AD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0677B22-D24A-4D9A-ADC6-F3C6444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2ECBC4-565A-4E01-B990-024E1710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DC421E-7543-47FF-B64D-AD40A50E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E16FB7-4830-4E0C-A9F9-235A4AA8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9D648D-BCE0-4122-A30F-012C4AD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5E86B4-D868-490B-8A85-FF2496B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3C9E93-79DA-45F4-BC57-87DABE7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B1AD4E7-3DA4-45D2-9A6E-728A9005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A527DB-1880-4563-BE2A-FE32F50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FC4F44-3EA7-4B59-B354-FCEAD579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323168-D95E-4431-AA37-C0300A8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C33744E-472A-4872-AC1B-D029689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E5311B-350E-4A78-895B-AADD0092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98C27C-78CD-4A3C-8594-60406F3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E407564-3C80-4BD7-8E31-9B24DF0A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2B113B8-DD87-4CD5-B856-2209A71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43B6E9-750E-41FC-AA89-297209A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B65070-D2B1-4942-886D-B1A9253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BA44E9F-B4FC-4F8D-AEC4-53359D1D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EE400A-A1C8-499B-AD67-ADEEE9F8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99E42B5-2674-483A-856F-46077ABE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32C0313-9E1D-4A9A-8D91-57BC942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B6F58F-A597-4318-82CC-15643C5A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AB1D3-2EA4-4DB2-A4C7-D0F900A0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C417CC-2850-4DCE-881F-AFAEF77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34C2F4-017C-4D8C-B1CE-767349B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385C0F6-1CE1-4C47-ADBF-56884499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F659B8-91A1-48DD-8A27-412D2A7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A03864A-11B4-4F15-A11B-0CE87F9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7F21FA2-B538-4D73-A597-1F07FA3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FE32D75-B923-4D9D-9A88-810831D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D68650-AE74-435C-8CFC-518951FD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556510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EE8D0AD-F897-425E-BD39-BCAF71F0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E7546-9A82-40D9-B5D3-2F00F2D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9581C-7FCC-4D06-99D6-7B925787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E517C-5C2F-4323-9E31-DA93417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70D85-416B-4827-876B-E2FE3C28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A4592-F266-4143-8D90-BCDF9A84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1761-5855-41E8-B08D-1C166A78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762F1-C425-4416-8950-36B2A260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D9925-0CA7-4AB0-9BA0-499AB0D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9BF30-B2FD-409D-9FF4-1481CC8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949F4-CA00-434D-BF71-18FD7B6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FB178-17A6-4664-AF34-95767F3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36884-5255-47A0-8867-CD73FC0F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25007-B60B-4951-9188-5A45625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C73A-01BF-4CA4-99CE-0964851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90C8B-1B49-49E4-99D9-5D3FEF4C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74CCB-B770-4978-94E8-4098A2A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A34A8-C977-41B5-A42F-4AA32C1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DBD34-0C59-4E38-ABDB-B40BECC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E7233-AD5E-49B4-9FC6-0FFE50DB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DA24C-15BF-478B-A34D-CBABF5DF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D40D9-C338-417D-8538-3A93052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44EA4-3680-4584-8BA1-FD49DA0F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3A17B-E2CB-4DC0-830C-3CCCB2F8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857FB-B840-40F0-B951-30E53A52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3721A-2153-4B51-ABEE-55ED834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C1615-F722-48D9-B5B8-01EE9822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783DA-3681-4DF2-A343-6AF04E5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A206A-2274-4064-A351-FAD0CB5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BCFD4-688C-4A90-9EC2-1786EE32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CB8DB-5346-439D-9A3D-92593B5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4DB47-AFC4-4F7C-9DE1-2E5EBA03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183BA-279C-4FB6-A6D6-1ED99AF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CFA457-DB48-4225-9DE4-42E47DD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22631AC-7F5C-4F76-9B83-7F9427F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63144A-78F9-40E5-897D-BC4E4C8A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5835E-ED3D-4298-BBC0-C09D6A1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14AF8-278C-47B7-A772-362DF85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46E98-8FC2-4CF0-AE5F-D46D84E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5B97D-7D42-4FF6-BAA4-174A6C9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04E81-C2D8-44DD-B61A-CB1D12B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522106E-9C69-42EC-8C62-35BE4BF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2FA067-AAE7-48E7-B3D3-4B8A234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6028D-935E-4BED-A0DE-D67DB9E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84D2DF-83BF-4B31-8941-7967BB8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1CAD06-3EEC-4F18-A5ED-5A445E7E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EB08D7-841E-4348-A8AA-5EDB9A2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A4449D-4B2B-4153-90ED-15D116D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FD675DA-77DE-46BB-A876-4361DF84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C28968-B5FB-409B-AEF1-CEB8E06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774343-4D31-4276-9A7E-6ADBEDC5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A2A152-A459-4EE5-B505-690887CB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F97B97-6191-4A65-8560-3D405890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A327C2-C880-4FA2-9306-E3994488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0D742F-F30B-4ECD-9052-1066EFC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B102D1-55E8-4C03-B78D-2FD3233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978727-770B-489E-8E89-6266E8C6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1B9946-A558-43BA-B601-09A9163B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44E3FB-34D7-42E7-A379-9B22CE4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DDBFB7-5EAB-41C3-BE15-5782565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F1E6A4-24ED-4477-AD44-0FC280B6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13A759-FE25-40A8-BCD0-31FF1616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8FD0FD-A6ED-49A3-9ADB-61BDB4C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CEC917-8B62-4A90-A27E-EA88838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A344D2-9C9F-41C7-B805-E2C6D54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7DB9EC-6A1F-4E98-8433-5DE9A51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52AB06-0B3C-4F59-B04A-EA1B813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19A3CA-9906-4270-8D3A-667CCEA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9DBE11-CF9A-4C12-B12B-9429244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04518657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257A708-FBD0-4790-B94C-0631CBD1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2B296-02B8-4128-9511-15B513CC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70441-29C7-4983-A985-67B08E9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2323-2E3A-4A0C-A8EC-AB9F1399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DC4F1-B3CA-4464-806C-6B57C1AC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 marzo - 21 marzo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55F26-2D4C-44D6-BC04-ED26E1E8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2318E-2CFE-406C-9263-9D79B3B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6C9CC-D4E3-42D8-A9BA-97BE9B7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4BABA-DCAF-4388-9F2C-FB3DC2BD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39623-43B8-4935-8356-AA0853A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1D81A-489E-4506-968A-7F0693B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322D9-4DE0-45FD-B79A-88BB9F0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1C196-94CE-418B-AAB4-4E23824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E846C-A4A7-4B17-AB0D-30B6F73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3D659-B2C7-433D-AA9D-B19154E7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366B-42EC-4F83-805D-6FE05AC5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B3E85-7FF2-4856-A388-211C401F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EB3B0-60EE-4E57-A28C-8E65EF2B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135DD-1AB1-4EB4-8EDA-C7C3124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E1D05-F21C-4713-AB2F-478E63CC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D37D0-B714-4062-B401-5387E6B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738DA-796E-4066-87AA-3F0E9FB0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AA495-EA1E-4E11-BADA-7078313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F4630-6535-4EF7-829A-F6CD6A3D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67DF1-8870-48EA-B938-DB5E19F8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6E0F3-C158-4D53-B209-AC97FC6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A7166-8656-4165-966F-36266E8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6535F-953F-4036-BE69-3E875956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532CC-8F1D-44C6-AD36-0B3E04B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96378-401E-4DD1-AFE2-047D205E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952710-5993-482A-BB7C-C780F2C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ACC300-178D-42CA-8842-E007FCC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1CBB70-5EAE-4F30-BCA7-F38492C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91DB0-3F4A-444B-A333-DF7BD6D8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F7BC9-E0B3-43E5-928F-CC29B960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DD3BD6-6281-45FB-B3DE-738670B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38101-68F5-4BA1-86E0-D296F98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81D8D9-F37F-4601-AA52-33A57495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18F54C-FFFE-4DFF-9CB1-30E7C2E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7F29F1-FFA0-4DE7-97E0-42D62A6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8403CF-2247-41CE-A611-8404EB78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0C69F6-CFD6-4A53-AC0F-8BA7444F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E3908E-7062-4F17-8D7A-3EAFE8C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172690-C30C-474B-B2A6-68F45748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B80CF2-92B4-4545-95E6-A63BD20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ECEC10-E0EB-4FDD-A186-AAFAD31D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684A7C-25F9-4B46-9896-C118AFD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5F47C5-FBE1-4E81-BD8F-AB43DB9F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352674-AAAC-4C29-B6E2-E26A41D6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689ABB-D679-44E7-AAE0-79628659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901DA8-51F0-415D-BF65-030A31A8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631911-DB82-41FF-91A4-1921DF4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6E2407-410D-4256-B260-0675616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DC5F4F-409C-4C3C-9D25-A5793B23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456FD1-CBD4-4EBF-8047-00941A62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F3E227-4929-4E6D-84A3-66B2207F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3AFDE3-8254-40F0-A96C-1ED0A29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BFD843-4274-4A9B-80DB-CDFE13E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7A82CA-6969-460D-B13E-DB63C2E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FA39E9-EC7A-44D3-9D38-93B5F32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19E95B-4F60-41FD-8314-7FA0030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602B58-6883-4588-8F53-9E85CFD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E5A354-007F-47B8-B7DA-CD21E37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60FEAD-7489-4307-B74A-5A808D5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148E1C-F51A-49DD-81F8-0A632BCF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5CAD5F-7094-4D1A-A36D-60CFBE60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00B5D7-DAF4-412C-82ED-15089958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BF9D4C-D237-4BF6-9997-61CEF6E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8AA5FC-5A03-450E-A160-DE22C13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A663EB-3B4C-4F12-BA21-FFD0F860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A83939-DD88-407D-98C0-30285B35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C2797A-BE20-46B1-B693-3ED189BF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3FF364-F377-4EE6-AC6D-C04B186F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88E298-E60A-40C5-91C1-BE3FD87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8351BD-BF22-45E6-BE7B-16CFBE27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B68004-3378-424C-945C-F007265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127401-16B4-4BDD-9D4F-1EA33E79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FA25E2-C6B7-4CE9-B944-BEA5E4A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35490E-A9A0-41F3-94F8-AB4C9437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AD706C-FAC7-417B-95E3-2E32D84A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7C3962-CFFA-4103-B7A7-3580F962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62795D-CF02-45FD-A7CD-4CA8BCB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58671B-71DA-47CF-9B98-70E66131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D8FB98-1F58-498B-B4FA-A24E0CB3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92DCFD-F149-4E6D-B520-95B2DCE1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03CD9B-97AA-43EF-A0CA-76BE98AD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350ACC6-9308-44DD-BA33-4722F1B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58C809-7AEF-4DB7-9109-7DD15B87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6176D4-2116-4524-8D4A-EBEA6EA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3EE5AA-034F-461A-826B-6ECE6D84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AEFA7E-95EF-4767-8525-4C61E139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DC7400-CE2C-4AA1-ADBD-3D9B5A7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46F6D6-F8A4-495C-A069-FC121E4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BB5AAD-B72D-461D-BDCD-A75CD75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BFB7AB-8760-4132-9F77-0756583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6ED222-639F-41B4-9EDF-5F5771D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94330D-CF6A-4C3B-9D37-CE5D62D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AAB0357-D00A-47AA-998A-AFB2DDC3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8BA6D5-87AD-4DD7-B18A-D57B56AD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89CFA3-E100-4DA7-8CCE-67B6FFE6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9D7714-6B01-413C-A0AB-F7D211F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7363B3-ADAA-43A5-B4FF-937DC38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78468C-BF18-4328-A9F8-4FB7E9D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5FF7228-7655-4FD5-90FE-801F4773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22A49B-ACA6-4AA5-8242-48D428BC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642B4F5-47AA-4D5D-93AA-B9B87DB1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AADB5F-907C-427A-B784-3E53CBDC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98934FE-8B13-4D3D-8951-1741C19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438226-75B4-4E58-9690-311BB0D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583301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0007988-1812-42E9-ABE6-8D30722F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8DFE0-83AE-4A22-B1A7-0BF509D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BA8A-CBC5-4432-BFFA-8FDD06D6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D04E7-0A4A-4925-B267-29E8CDA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E10D4-D1DC-4DCF-A815-8B0B6A2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0C962-92AC-4688-9C6E-7759533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D21AB-75A1-470A-91E0-85CEAE2E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04315-6A3F-4BA4-87EA-200CEC7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E0215-8AA1-45D7-BFA4-BC086AD2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CA114-A03A-49AB-802E-BB48C7E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AABD4-7E3C-4F3F-9894-CF57B18F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21DA3-4841-4ACF-B199-93A38DC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94178-2E21-470A-99CD-4B51D4F1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FFD6B-2907-42EC-9C4D-CFB647B8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16FF3-C17A-4AF7-9B40-136081F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35965-71C1-4BD1-90F7-FDF620C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2F7D8-D7CF-4C37-BBBC-D817EEDE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99332-08BE-4A07-9B67-1EF58FA4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6E335-30A8-4716-BF1C-28BFADA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92F80-802D-4963-9637-936DCE6E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1C63B-2E80-4AC3-8D1A-14C9EB87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FF020-E3BD-4CD4-91B2-DD8F66F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F2004-6924-41FD-9AFC-C37A161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55742-1EBC-401E-AC57-442D76BF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EB3E6-609C-424A-B0B1-A9EEC7C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9E772-F352-4CCA-9E5F-E4A9A991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17CD5-9C64-4BC9-AF83-F922E3C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160E1-E525-43A6-A30C-4622080D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4EAC6-1738-4FCE-90F7-6889B2D4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98FCF-7BF9-4D11-8105-DA4618E3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9632B-5322-47F4-AD8D-182C6435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387A2-FB7E-48A3-8A55-22DD2B0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F535D-E0E3-49B3-89B9-1574AAF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9CF58-9938-4B17-8906-DA54C9F3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CD849E9-841B-4CD7-AE69-233F114B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622E8-7D9B-40ED-87FC-91DCF25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17E6D-B598-4354-BD9B-98E5BAAC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2EEB8D-C6F4-4568-93A4-3C1FD40D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736496-F22F-425C-958E-B3B3A7DE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365DA8-DDF9-4D65-A6E8-9E23F65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3F3567-1A7B-49F3-AE71-E018AEA4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DC5E443-6996-467D-9C4F-78BB6160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D30F6E-781B-425A-ADF0-84AB220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7A1091-33AC-405F-A6EF-7A7392FC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81E6D7-2E29-4D48-B00A-EFA2DB4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14A7E4-499B-4BD3-9632-186BC94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5D6DC-796A-44DC-B9D5-80D8044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5089E4-CAF0-4FCA-99D7-1AC931C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BFE2C303-1975-4A3A-8930-96F5D11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7B6386-E028-45C3-AC90-E81C3D0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08F605-E904-40F3-B91A-DA8C1CFE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32AE9C-0F4F-40C9-AE14-A44B7CE9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32C30E-4880-490C-AE6D-2F649969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A20D2A-866E-4977-82E8-9A8E3FB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306B8C-2033-4CDB-B582-B51A3A0F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E5E06D-DE07-4D6D-A767-06F6D82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87BE8A-0BA5-443F-A967-DE2A044B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779386-B8ED-4919-A4C5-97FF4F2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D2B0E2-900E-4D5E-B644-152DD3A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87F0A4-359D-4C0F-982B-E3FA48FF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3249D4-51F9-4AC8-86D3-0A7064BE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277375-2F2B-4790-9659-F2E87E6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3384D3-344C-40D4-8629-7EB10E6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5C5A26-058A-4561-A49D-233ABAC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2AD30E-74D7-4B89-9A61-D852DE0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1E8944-B08F-4457-AB4A-82840662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448DEF-94F4-471B-862A-1117AAF4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D5E8B2-126D-49F8-B016-45274FF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AFD1A2-2559-448B-9CCC-632031C3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7687396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554A7C7-8639-41B1-AC33-75C5667F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7E55-8662-402F-9B96-14B8C3D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12C44-69EA-4058-8233-0C711E6A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654B1-1017-4C6D-8660-544FBD2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04DBA-1A60-47C4-A7A1-87E1C7D5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 marzo - 28 marzo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5788-4F0C-4292-9647-91BA0AE8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DC5E9-96DC-4D9E-AF4F-DF47C069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E8AEF-2BC3-4F33-912B-A6BE5C22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04A4B-8BB7-4946-BD53-99BFD7E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058C7-DE6F-4BE4-8005-B967B88B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CD233-1D54-4B43-9DDD-270CAB1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C684D-02C6-4389-9B51-4E13ECC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761D2-EE65-4D54-ACBB-8AC34D3C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B1DBF-68E3-4444-973B-662C8D41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47D84-933E-4375-97EB-3F05FB50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5EB2B-2676-4B28-95D0-8604A185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3F98D-BD5D-400D-AF53-25BD41C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440A0-2134-4F89-A22D-10DEA3C3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DE31A-842C-4449-91BE-5B3088E6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A7AAF-30E4-481B-ACF9-FB30E4D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61759-774E-427B-B053-F876144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2A711-99CE-476D-94C0-A1484307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C8782-79C6-49D5-8E3B-0FD2521B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70845-2732-4D3A-B79C-6F5D9B9B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EEF57-A68B-4631-A27D-9668A9D1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90CA-DF7E-453C-A607-8163CFC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CB9DC-7D5A-4CFC-9401-E8367304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46E179-F001-46FC-B2BC-63F9B4E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39445-32AB-47FF-A0DD-152C1721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73F0E-9BE5-408E-A64A-14C7F25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2D993C-B8E6-4E8E-8A1F-DD0650A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39A555-F55E-4E8E-809F-F3073729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757BD-16FF-4DF0-AE96-3B2636E1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8B9F6-A1D3-4FEB-98CC-78D0304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A30F7C-AC0C-438A-AF7E-B9A1FDD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0FABF-16B8-4FE0-90E4-3172D2B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875B1A-6235-4941-97E5-B89DBF2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50052-1718-4049-AF2A-9737A9DA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36A6B1-240F-4366-B353-735104A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0B5B12-B50A-4FC9-8F08-9F93FBF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D7BFB7-F1F5-41F1-BBF2-6C58126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595B67-2054-4DEF-BD54-7EC9065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E21567-C573-4C2B-9102-61AAEC65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07C123-0153-440A-BBA4-DBB2A213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B51AB6-A592-43C3-A05C-ABB04F8F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8F7C6A-5071-4F24-BDD9-47CE47A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A8AC24-59DE-4BCC-854A-422F61F0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EA83A1-21F5-4703-A7A7-44A00258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BB64A6-82EB-4DA6-B55F-2DE433BE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7A2C37-C34F-454F-B37B-2E9DB6C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D8F103-4A7E-408E-ADD8-C183746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32D3E4-5291-4672-BC2F-82FF33F6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637F5D-C0A6-4F5B-8542-084092C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B5045-E45E-4AE3-8037-0B2F68B6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13E65C-B9B1-4094-9C87-48F87ECB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B1C37C-3D50-471B-ADC2-B457A1D2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95A738-CADF-4169-8767-570EA40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93B9E2-D673-4D51-B0CD-9B2F9D8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4EADB0-4CD2-4E1E-953C-6841EA5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0116F6-2ACA-4502-A8EC-9EBC3E00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FF002E-F3F8-4FD1-8C40-4169E7E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C9F373-5A09-4F2C-AB81-8F5B4AE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C2E4A5-FC76-4C65-A973-461F2731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3415BB-F24F-46AF-B209-5A2E2CB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DA1EFD-C7CF-4F68-877E-D14CABC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8FD071-D258-4C13-8429-63B1344F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EC7D35-0DCB-4AC6-8BA1-8022BAF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DE1098-7DE9-4ABD-9E97-D0DB162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985467-9B7A-45B5-A02D-A1BC403D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4F075B-19DC-4D05-8979-5E90A2D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C40DC0-28AB-43E7-9726-525B5433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6A5754-697F-43C1-AC8B-4D438A7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6E1FBC-F7EB-4657-B4B5-CEEDA4DD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70DA10-EF04-4734-AD65-E9A7CE3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B55287-7539-4F2E-95DF-80C11D10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47CB31-F5A1-4F95-A31B-FFDD91F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11C566-1A8F-4ABA-BE08-1379EA3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A27935-2090-4C94-8A96-CA80DA5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00A7C9-B9F6-46FA-8E41-AC6D0953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E2D14A5-C798-4C92-A361-2BA7D3A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F3041A-A528-4300-AB1C-45A881F7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489196-6F5D-468B-A341-A31DA717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3DCA31-EFBA-46E8-AB05-5AA51968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735173-D141-4417-9FB3-83AB74A6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D9A7877-B137-4AF0-AC3A-61ADEA69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39EE54-BD39-43D9-A074-535C23FE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81C8A8-8038-45C0-8068-4B569475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77C1CC-ECE9-49B2-805E-05F82A0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56C914E-11BB-4FDE-9801-135D663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C74A63-622B-473A-911B-6BBCD2D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DAD631-CAA6-4A10-B57A-BF1FFE8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47CCE3-FB0A-4C91-AB7F-D46C4E57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44C454-9E86-4E73-967B-FDCF147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DEDD2B-4EF9-4A3F-AC1A-FB85DEB6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02867E-DC6E-426B-83B4-1B6D73A1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4F6614-F3F1-4C49-AC76-84F2540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7DA042-2D20-44E8-920F-6A0978AE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DDC2323-C237-4CA9-8A2D-8D8637DC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EC6F63-74CA-4118-B55A-49395D5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161EAF-2E33-4D0B-B89F-F731BD45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B8981E-2B6B-4BF4-8687-02909CEB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96A1F0-38D9-4275-8583-9DB7C08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8E26AC-6B90-4EF8-904D-BEA55E7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E408C6F-8ABF-44FF-B99D-C9C7780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27F4CC-F92E-4EBA-986D-7648B5E0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8FD2E9-B79D-4B70-95B1-A96ED62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908E4D6-DCBC-4151-B810-0D44062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989364-7445-4AA5-8F83-B5156DA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0AFB18-3781-4F8F-B4A9-2DD5398D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315458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F8C5F6A-F850-4F4B-BA9D-A2A941CF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ED160-DCE2-4C17-8F19-68960F3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C4FA8-E22E-49C7-A173-59BC467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A11D5-2F23-414C-B756-6FBFB92D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3999D-1D43-41D1-8C63-090B1DF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90EEA-BED3-46EA-B50C-B9899B7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38F79-A3D4-4C6E-B526-E299643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1E0B8-5B9A-40D1-8704-5A2241A3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CBD90-7BB9-4FBC-9278-80823ED6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7A02C-8061-47A2-9274-CFC2D50E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0A180-A40F-41EB-A90C-9FA17021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AF003-7966-4EBE-9295-EED3E23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8273D-B529-4AE4-9B49-BCC17ED5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99231-6ED5-452F-80BC-FE921D3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566CF-3205-4743-8DCC-D60F63DE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94A08-5805-4054-8F8B-C1C8E983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6E75F-A605-44F1-AE67-49C83E6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983D1-49A1-4D1D-8CE0-D95FC4D7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0A6A7-5610-4C30-B819-B9B457A8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AAEEE-E8F3-4602-AED1-EAA23510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81659-F9A4-4675-8AE5-52A6277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1EFDB-6661-4B43-BFC5-4000BB3E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7219F-490B-4DD3-9F3C-CCC21333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7F3CF-E205-4C3B-96D9-468D323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EF0C9-E217-4D0D-9766-29299F9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97F41-FD4F-48FC-9452-54A110FC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5B6AD-1CFD-4FA0-AFA0-D2FF987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E5508-ED50-41AA-9752-94AD7EF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A9DB2-59BE-49C6-8FF2-01B312CE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CA5F3-CDEB-4776-AA2B-86922E3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642DD6-B09D-418E-8BCF-ECFDFF2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48AF5-4927-426F-AF1A-B0A0D25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DF7BA-1A98-4422-A022-F45F825C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052C65-5DC3-4354-9BF2-96FE38A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6BCE90A-E5B3-4D39-A691-EE08B095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654247-0F80-4C58-9C3F-00F7E2B8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9A362B-1788-4125-AAD9-4708E8AA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0EF7AD-E2AD-4779-B6A1-9F7AD438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BA2402-330C-4140-9AC5-4D4A68A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0AA5A-999C-4C3C-9CAE-37F176C3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321803-CD54-42E1-8BEE-C88A75A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7EF14D8-A71A-4BBF-8DD6-3342828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BA2E73-1138-4FB4-872B-1261A07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E55AF5-F50B-4092-9674-521502D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507997-DE34-424F-9DF2-C8F5F573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62A30A-D44F-44F4-8030-36D6E44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024C5A-9DEA-4CA1-B45C-61F43CA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624C54-E849-4B21-9736-45FEC6D7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ECD9670-8C8D-472A-89B2-8E5FE598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8BFB75-7212-4AF4-A1F8-0ABADA2C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BEB3B-63F5-417C-B32B-D872DF1A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0DC0C8-520D-4D2B-8297-77EF52FF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08A381-3F5B-47EF-A320-B7C4373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CB4582-1FB3-495A-AC74-A57E677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AD5986-0996-4A14-96EA-A3A7433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333D90-6016-4573-A583-5219BBE5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CD9A9D-101D-4F77-992B-0AE2B264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178C7B-A78D-4D68-8C09-EAD13EE1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B41F01-1DD8-454C-8E50-A084DB68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6B61D4-5A32-4F8E-A526-BDD2774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A8626C-20C7-410F-AF2F-DD3C9F37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98E62A-DE49-46DC-A0BE-99582623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67C32B-0CEC-48F7-9793-A76D41B3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5D7F0D-65F6-4D85-A6E4-78134CCC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7EE0E6-A8EE-435D-950F-555CFB4F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F3596F-E033-4831-B79C-6ADBE02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3A2AA6-E931-4598-B70B-F3E88EFE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356643-1F28-4365-80FD-5737B561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FC4357-88AC-4DD9-8503-A141BE7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05139750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9D49E29-105F-4F1E-BC2A-57E89DE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DF1AD-1AB3-4C62-8A30-8F7C94D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DC24F-9C6B-4182-981A-E2F72ED9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D4EB-126C-4080-9453-A14C70F3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5010D-B8D6-41D7-A89B-B483C67D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29 marzo - 04 abril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49F16-9241-47B2-A60C-B221C7EE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6BCEB-02A5-429B-880B-CED6E6D9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DFCE7-CB1A-4AF5-8C0B-DB8CAEF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4E42C-4DC3-45DB-B65D-B421C730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826A3-28A3-4D3A-AA22-BB988E0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BDE15-65D4-4703-87E4-19135F9D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0AFAD-90EA-4B32-ABDD-518079D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9EED4-A0D3-4E00-9135-0637441F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DA7CF-9455-4236-B315-4128C0F5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ED41C-0AFB-4752-8ECC-C95978B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628DE-3871-4B41-9CC4-2A6176BE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DCBE6-4B46-4607-A984-A8ACBFA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8C74E-18BA-4DE1-A7B5-BFE3CC1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4D829-E5BD-45BB-A211-4DACB1ED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A8A3B-9B45-4EA6-9DF1-65F7047A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79589-8C90-4510-A225-BC54272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4C82E-3DA6-4E95-B600-F9633C8A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447D3-66F4-4B03-BE61-0BEB897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6A7D6-AB11-497C-8A0E-A5F715C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FCCAC-04F9-4514-AB9F-53AC0C6F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F6178-7450-43AF-9402-DA6862D8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0ACD5-D31D-427E-A6FB-EB13865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4D5FB-79A6-4795-A9B8-8A4B5368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99356-8916-4726-8206-7098D3D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8E7F4-FA8E-476E-AAAA-A986B1C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B7996-C44C-4CD9-AC81-D2D5DE58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EB659-E1E6-4576-9EDC-E1DE48E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55422-1E2B-4100-A6B8-9F44F32A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619C4-6139-4DEE-91E9-6125FDE6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7C7986-373B-460A-A32B-5F7B497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2D2EDE-FEFC-46C0-A610-B71AD40D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478C7F-9036-4C24-8D3E-0A158F6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E97BDD-B069-4239-8D47-570553E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A4F542-00D6-4828-9B27-8CB0997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2B50A9-B761-494B-B0BB-AA3FCFB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2CE898-ADC0-467E-826B-8B9EFAF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49C299-F57E-4F80-8A2A-34F7FDB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53139A-2C0F-496C-8CEA-F1F2F333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D990D2-BF1E-4659-BDD9-8A917FD7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68A63-080E-4F86-9507-291F911F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10537E-5A5B-4901-8E0F-FF59C64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E7A9A7-CBDA-490A-B40C-44DF512A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9F1914-57AF-4254-96D0-86D1DBE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A0F4CA-DC3B-454F-84AB-8ECCE5D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F8C2E3-58CF-45FD-B1AB-0F8BCBE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EE3F8B-508B-4AB4-BA7C-2929FA3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64162B-56EA-4203-BAF1-449F3A4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91FC2F-AE09-4DE4-8A1F-0804B94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2D7B67-BC56-44AA-882F-DFE230B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F05514-38F6-40F3-9E47-E7D3713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5A0026-A2F9-4260-A846-47DDAF0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C44399-35D4-40E2-A7EE-2E7C60F9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3ECAA5-8B72-4A4B-9C67-1BABB09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DB2061-01B5-4003-A6FD-EABDAD86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714EE5-0700-42CC-BAF5-F52BC3A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B94DFF-7102-4CC9-B3B6-2084E4F4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7530EC-73B6-44DF-80EF-43DFA3A4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908770-2344-4EA1-9790-6062B72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49E7A4-750B-4EBB-9278-D769B966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D18F03-E15D-4044-B8FF-EB59BA6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C5A029-EB7A-4E25-9234-49DA8C8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6B6E1B-6CED-4FCA-96E9-F9B9ADAF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AB2FEA-BCAC-4647-9CA6-F890FD1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8D8788-0E5C-4128-B643-D652515A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EA8AF5-029B-4B06-B11D-A40344D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0D1709-09DA-44B7-B6C7-3D69B6D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61C385-B2EA-4C13-AD34-493BBC3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21BF62-EAF2-4CF6-BAAA-66E9AFFE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1DF346-A8B2-4D29-918F-DD8B0815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2833A2-3798-4002-A7BC-DF667011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231A56-0663-4C4B-9004-6487AAE8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2FB3F5-6113-4860-A9DF-74F074DC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612D2A-DEE3-409C-8484-9175B6B9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6438A64-5364-45AE-8903-69349D2D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32A34F-E691-45EA-BBB3-631C72E3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F25048-7356-4BD3-BBB1-915ED479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95D04D-5579-4C2A-98B0-ED1597A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564AB9-9A39-4C76-B8AE-DE5AD3F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113A94-249A-4676-B314-94C05F91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33EEE9-1107-4A2C-A552-B70BAE78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F9C3B53-B9E7-4943-BEF8-DEE59379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E6B1213-07FA-4948-8ED3-219E869E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D432951-F173-45D2-803C-C1E326B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EE33CE-282E-4E84-BEED-8588F03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6E946A-8945-4E7B-9D2D-1EE32F4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A6B481-51C5-4946-908E-797E5A6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347142-5DEA-4138-9AD2-BD57E1B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00B3D2-FACB-4C9E-8D03-13123CA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584B624-21E3-4611-8DA5-1A7FC1BD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352AF1-D649-47E4-B842-D6647992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664D754-3A5C-43B4-9B6A-A95992D0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1A6E18-EBA7-4360-A2C4-B1A719E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7AF1C98-ED61-48E4-90ED-4EFCF6A2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5ABB11-02C3-49AD-883E-4536C0DE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03225A-750F-4D4A-BDE2-E00BBFA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6175FA0-B937-40D8-9F3E-C7ED2A55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D04F47A-73F4-492D-9B32-EE934664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DCC24C-5173-413B-8552-B9EB18A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1FEB52C-7986-480A-95B9-CCF9AAD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F91C4F-D12F-48AA-95CD-B0AA675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C02B178-B545-4490-8F74-16A067C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2A4B28-0466-467F-AD72-574478F3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B1C375-65E2-4F56-BCAA-6295207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CB6E709-B5A1-4631-977F-D416247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217600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C9C88A1-1AD2-4550-A65D-26398780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DF3F9-05E9-4119-B6E4-66CC003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6332-6AC0-4BB0-9D42-2101A7E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8105-C5A2-4977-A08D-F102E97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4CCCE-9BCD-477F-8045-100DD85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EDBE1-FA6F-48E4-8330-E69661D9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D3EA1-7559-4304-A471-377E1CD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7C313-E79B-4FA4-B059-06654139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54279-C3B7-401F-B8FE-2D3A5CBB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E1E3B-1B54-4860-92F3-B01CC309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7ACEE-057F-45A7-974C-4BC020BE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AF337-5CF8-4314-9397-8A794A48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DC39B-B5DE-454D-AD88-8EE49922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2E047-FC40-4844-8201-213A1E0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C6C4B-7FFF-4AFC-A602-8BB8335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31679-40EC-4D92-90AA-A8A1A4DA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D5893-AE2C-4266-926E-36A2CA9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3CB91-2984-4253-973C-798B144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2D956-52AE-4559-83EB-6DA09A25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66C17-E231-46F3-8400-D7E784B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78887-6CEC-4F76-A2E3-40B229F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DADCD-41FB-4F82-B7E3-F7000158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5E1F1-9CF2-45B7-80CA-8493D4E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AC5AC-ED8A-45AB-B7C3-76C3F53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4E496-FBD0-4D01-8E71-0A8525A5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E6526-BD1C-40B1-89C1-2EE5CCE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D93EA-31E0-4036-A236-B8C18849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84E27-B779-4D01-8F71-0CE09712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8151E-AB56-402A-94E5-680E660E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CC5E9-8E2D-427E-9F55-164EA52D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B0A0E-50F4-4707-9769-2F33289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D4E8A-C00B-4187-8A9A-0B256BFF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266B92-79D6-43E4-A461-A6E2B01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0BBD40-587E-473D-9EBA-00B3E4E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CB61ACC-0CDC-43BF-A764-2711069E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C4EC5-6A04-4427-9A7E-2E411AC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7EE6A3-8D64-48B9-A34F-6A35816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4D58FE-A411-4E13-9367-F003CC9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EBD74E-0684-4AA0-85EE-25F00E86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394E39-0D49-4E86-9F30-5B61F6F9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4EB47-5B89-49F6-90C3-33659D77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327F6C4-0D6B-4368-A0A0-B77EA89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0B1455-DF95-40E8-A0E9-96948B1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39737E-849A-47E5-9BBF-CC717439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0C7E5A-C9F2-4F9F-80AC-4727CCA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504CAB-1370-47B4-9ED7-64C00C5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32D7F9-F97B-486F-A8F0-563F727E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15C61A-BD37-4361-83BE-6155AFF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66D4ECB-C94B-41FD-B096-2ED27926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381D82-4254-4D45-9F89-EE29BAD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BB3E6-2578-48B3-A6FE-B259502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1EE8DA-8F11-456A-A391-36E6875F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77CC47-8EB8-4354-A01E-6FC59752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66BBE-6A84-4CA4-AA21-2C50F33F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5023D6-96A9-4414-9695-B347F95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9CB70C-058F-48A3-A63A-BDAB6AF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8A6491-7CDA-41F7-8932-9814C91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DE6547-CC34-4EA1-BBFA-B8277CD6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F5D696-8EE5-464C-B38B-8199136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DDAD4B-BC62-4F15-BCA7-C2C7837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BC5DD2-0E1B-4351-BA17-91FEFB1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D293C2-B353-4619-92E3-AF8611E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3B8EDC-3F18-4E72-880B-60AE39FC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C9D2E5-F5E0-4F73-B104-C9069C5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887507-D657-4C68-A07E-8FED21FA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A0721A-0C44-4B3E-9370-303C0B0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A8936B-D3E9-44CA-A7DD-2AB727B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D958FB-9C5E-40EF-9F19-CD2CEC8A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065553-2D68-4E39-B3A3-1FD5337D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63863938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20C5EA5-94C7-488F-8C8F-48260B21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1C01A-B31D-4089-B72F-8DB4EAB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A8D8A-3629-4358-9A32-3B2F6DF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E24CD-E418-4116-AC84-D5454CC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42B1F-1F1E-4199-95B1-28B6965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abril - 11 abril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DF4B6-7636-46E5-B049-9657D1C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E5536-C95B-4820-8772-D9BC08DD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7C376-5648-402B-BE14-D2AC4B1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D5957-62BE-4799-A9C9-BCC64DF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F5E53-4B95-4CE1-9E4F-1822BBD3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98500-F752-402F-B48F-BC9DE68E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E6166-15D7-4EFF-AAE5-2FB43530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F88A6-61FB-41A3-A705-D3BB675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3240E-0004-435E-9B84-578766D4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61BC2-A071-4416-9180-8FB957F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10726-95CA-4443-91D2-0EF97D6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DC3EC-6A60-40F3-AC8D-24A48BA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C6EC1-337B-4FDF-8DD2-79771149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BB55F-4AB0-4B0A-9185-064F7B7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8D1B9-9A39-4BE4-B5D4-84ED7643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9905D-061D-433B-AE3B-854B25C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C8D19-9545-4069-A448-D23881C7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07C7A-7381-4599-BB7D-51D6965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BD805-0DF1-4525-8BB5-27B43C34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AEA97-B410-4B42-A545-1D0A38A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AFE06-CA99-48C1-BA31-26DCAC4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30A37-B0EA-49F6-BE4D-B15A013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10291-1C4B-42BE-979E-92C310E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8454A-0B2A-4E50-9659-EC0229D9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B6EAF-35F0-4A75-9A1A-1C07516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DEEB2-8F20-4731-96CB-3C3CD1A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436F7-2A0D-42F4-89EB-014A2DC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9DFB4-2845-498D-9E62-15B49442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B3DED7-12CC-43C9-B2EB-FBC29EA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D82594-2FD4-46F3-8F00-73062FF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79246F-8C3F-447D-A911-0BD6BF2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C0A691-21B1-4434-B24B-75D40FE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684F9E-3D4F-4A16-9EC6-B76CE757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F39FD-106D-424B-B63C-E99CAC3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66A6D4-352A-4332-9C40-A744B92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64A2A-FF52-4203-8372-490688BF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B2D2E2-E6AB-4E85-8EF2-DB9DD8B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9FFCA0-3685-4CFF-B111-769829D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9A782E-0D1E-431F-988B-E461E2A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0D17E0-0179-4408-A70C-5FBE641A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23EEA3-E4E5-4E98-845F-550BA06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E58522-6E0C-4141-A3C2-3C372AE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83DC26-3817-4757-9648-E453463F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1EA47-EF88-4536-B894-A8D03429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E8FEEA-3236-4156-881C-4E8CE3DB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9E4A48-F3A8-4106-B4F8-3AC7B54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632CA9-9F8F-451E-BFC9-627B846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2E24A7-A494-4C3C-8F18-9D0BCB3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986DEE-6B63-4637-8204-5CDDA81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72AC51-8BCA-4598-A61C-227FC0F1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D9A989-2100-4BF7-8C92-A31F181D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AB355E-1F1F-47C8-956D-3785C8F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171BDC-997C-4290-8716-65568D0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C2BC34-ED41-47EC-BD2F-0DE4943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09460F-527E-4995-B1F8-FFC3C31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FD80E0-5C52-48A0-AC97-2604099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3B472B-B43F-4074-92E5-C2CD172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19EEEA-7D84-4225-8331-1464341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BED6F3-9934-4C06-BA05-4414751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8A870B-18C4-4E2B-A992-0D89351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11DE18-EC75-4DAD-9835-0B7AFAF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3FA2B8-79AF-4958-BD1F-D80059EE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BE35A4-191B-4CAF-8A51-39D791DE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FFDDE6-D3F0-4759-B64C-3A037D2D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5FEE08-EE7E-49A2-B286-BE6EA73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29EE19-5344-4CB5-9C6D-8808A1E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63419E-70D8-40A1-90E8-73C2403B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4BF089-8E87-4DAC-BC36-8EC6D08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9DBFD3-D294-46E0-BC3C-46726E13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796E45-AF94-4EBB-9E77-864E2ED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99155B-AE66-4568-853C-598225F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74AD5F-A420-40D2-BCA9-6BF32D3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C3D02-75C9-4051-8137-86B25FC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F5F450-73CB-4965-9C91-4B39303B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86233B-9BA5-4DB3-93DC-F6234048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DF648E-8F68-4DEB-9A66-5564D98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18327E-D68A-487F-860C-BC8D4325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EDB40B-1C3D-4A0B-9B44-BD153A9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5B5A939-2D60-49B4-ABA4-2E2E4721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B85D15-5DE5-4197-8BBE-BCC65AE5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8EECFD-CFC6-4F5A-9952-379F5265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52D140-6A9D-4711-BD0C-02C5F56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CAA12F-577D-44EA-8091-11C6735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5B7979-DAAC-4E5D-A5B6-E2B4409E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8D742-C7BF-43EC-8C94-16A21F22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9554566-6C3D-4549-8981-198C461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F44E96-7453-4A82-97FC-84EF82C8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2C3F52-06E1-40A0-AF6F-A58D423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4415A5-40EE-4C33-A6FC-1052C5D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B023ED-BF57-47E3-B58A-33F2AC5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133146-BD86-4B27-A557-FCC1234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91B308-2526-41FA-A40F-3A9BA5B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F55B1DD-8648-4AE2-B781-642626E6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2087F3-9CFA-449A-98D6-5299B731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7969D5-8D43-4473-9E12-186755F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E08987-08A6-4E4B-A6D5-140B0A9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9889A8-60DC-480E-9059-AA707C8B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DC5F59-D40A-4873-8FC5-F4773752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CEDB62E4-0AB1-4546-8EEC-A81E179A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1AD8E5-8D66-413C-9271-D22AFC6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77060BC-2BDD-4BC2-B0A7-BBBD1E0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65FD6CB-88E9-49DD-A586-1D2DFCA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772CB2-9112-4724-826F-728C782F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90BE2A-62C6-4770-BC19-BCCEC36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3005567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FEEE3A6-59D4-4705-A8CC-37388AFD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94239-ED6E-4221-8DA5-66B87ED6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44BE-8939-444D-AA2D-620D4A3C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EFF9D-D7F7-45AA-B429-2276BEE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A9B41-1861-4A8C-9B21-0B130C54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BFED4-EC16-400E-A22B-A68541A4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7F863-74E7-41BD-9D28-BC148837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D2CE-A3E9-4CEB-8327-2D10E6F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03C03-DBDD-43F6-92A4-1D4697E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BC97A-23D2-44C6-9FB4-251270B7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56841-0643-4324-9F1C-77DEBF18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B9541-84C1-4F89-9D8D-44551CE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56F8A-22B6-451C-85ED-B40D4C24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63EA0-A375-4E12-8CFE-EB069A70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4A86B-EC8D-42F3-897C-825271D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49715-BB51-4FEC-A38E-21136CB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BB42F-B78A-4BBD-8582-ACF36536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D2E2B-1DCC-4AE5-AB7F-F19ED35F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5F3E9-3BFB-4FDA-A328-0E7D770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2C5EF-1453-4C6C-A72B-0DD1F2A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F225-B8E3-4F99-9693-21809FB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DC7D5-6CDF-47A1-8AD5-057DAFF0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EFD83-E1BA-4FE6-94D8-2CA1E3A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C85C3-8498-4075-8A8B-AB3E933C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8DA05-135B-4615-99FD-CAFF1DE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AC2C1-C487-472F-A9C7-064B458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69BAD-4303-4D52-8700-CB6BC1B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06C76-DF6B-410E-B10A-AE953199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D38D6-105D-4A17-BCB3-15EE9D30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07A6D-E938-4495-AD73-EBBE7123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3DD65-D215-4592-99D7-B567A23C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339A70-45B9-4EE8-B2C7-3563D779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4E53D-D48D-41A7-A2DC-6F96CC14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1AE95-07FD-49DC-A86B-0520E14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1491DCE-3B0F-4FC3-9E09-DEFDD36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56EE8-08DE-4993-82D6-5343445F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C032D-9027-4F7F-B448-6101419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9448B2-77BE-4AAE-9BA9-3F3EB45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382B87-5D09-4DC5-B585-1BE0B09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F94ED6-4B5C-4482-B501-6B8A457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10FFD7-CE2E-4D51-9F43-2359FBD3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F3B7C75-40D1-4C17-8BA3-BC488BBD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AFB3AF-8E6E-460A-BE87-CF7DC31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558515-776E-4901-8C9C-4C8BB570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01E320-5CFB-4A77-A6CA-BC32D9C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9B7646-27F0-40CE-98A8-5E33FC9F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F5C8B-2B18-4B96-8738-59E6760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0DE251-19FF-41AA-BE29-C9C541D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A3ACB86-F72B-4B8F-AE1B-50C817D7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38D6A5-ED82-4054-B2A0-911ED94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673DCD-8BD5-4190-8FA4-D09619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77F02A-89F4-4236-B1C4-A7A9D46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002B11-DA27-46A6-913A-C7BFA4A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D1C116-4595-495B-86C5-71F09FA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5E47E2-1740-4754-81D1-38F577E3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D6393A-313C-40CD-B757-48004113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E8A1AE-AE75-4DE3-B552-BE32BB87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8B2AF3-8BDC-47ED-87C3-8A0D045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776F6B-DD3B-4651-BCD1-DBD31B3E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3147D-6EBF-446B-9C91-CE42FEA3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9DE4A4-CED9-48BB-A98B-7D71034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DF6524-AB05-48CF-BAA2-8DF1BC4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E483EF-ACCC-477F-BDAC-9416C922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2921FC-2C39-4C4A-8E5F-5C5FE57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C06193-66EC-4CD6-9F6F-BB65830F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E718B0-4E4C-4384-9665-9CEEEA4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F1833E-4A1B-4EC7-AD8D-B951CFAF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A8A834-E43D-4890-B77B-B89121B4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269278-681B-424C-AE8B-10CAA714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206446646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2B26A06-C80F-491B-A71E-AAD2673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056ED-2C7E-4491-A28B-27E16FF9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38804-461B-408D-9061-7CE8946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EB7BD-EDE9-42AC-A216-86ABF9AE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D6419-5142-4862-9B73-400AC94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abril - 18 abril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B477D-1E0E-4D74-9C2A-17C32324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55619-7E8C-4E2F-A7B5-180503B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3A214-E968-48B9-ABA7-F60E6DD4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675D8-DB28-47D9-A94F-F39E838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12F0A-CD98-4B3C-98B8-43E6BA4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75D77-401B-49AD-8C82-D88A4FEA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1A396-1B98-457E-B3E4-877D9E4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E44E2-5EF3-4B6F-BC9F-820D2797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CDA46-2271-4CC9-9CBE-7F6E567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979D1-2DCC-41FF-A9C6-3A5548B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55C89-E6F8-4B23-AF20-CB537C4F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9A873-1D71-4834-9366-72423FB5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95DF2-930F-4EF7-83E3-00ADAA35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18F74-FB83-441C-9E76-398A9D33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1065F-E072-4D7C-B194-10E9FF9A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4BAFD-6371-4571-9984-52D3BBF8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18609-76A1-4839-BBE4-0BF805F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E9A3C-898F-44A3-AA71-63BA8A11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7F856-EFEA-44ED-AF55-BF44B48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7B2E3-9BEF-412E-9767-D7F3534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EB2F3-64AF-4BE9-B577-ACEFCFE4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8169D-7306-4E25-8078-88A39DF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B4FBE-C97E-49B4-85B8-41546E6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E116D-A01C-4F5E-A716-625D4BEC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C3BF3-6628-4C99-A8E3-2A7DAE86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EC3FD-BBBD-4523-8A7A-2581E69B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56052B-5683-4389-90B2-0977E364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15D61-0F52-4A9B-BBBF-2326506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7619E-F365-4018-B3EC-4D28EB7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F4D4B-759A-4DD3-9596-444FAF72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F6AE62-DBD8-4682-AAF2-0B1D122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6EEB5F-D290-448E-BD98-1ED262A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80743D-82AE-4E77-B9E6-E836F93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DA9730-0B9C-44FC-83FC-EBD30FE0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B2E120-7240-4507-A969-CA7E1BD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594A5-8B37-4371-8AAB-2E2D331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6D65E-3AA3-430C-B67F-EB23CD50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9BEB02-A567-4819-9EC3-8812F5F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3DBCA5-BF8B-42F3-805D-FAD9756B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54A13B-025A-4D52-AA3F-D87096C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33C95-C7C3-4B83-90F0-DFAA48B1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146239-5F3B-4CFF-A9C6-CB0E565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9DF83D-A600-420E-9984-B2355A1B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4A7203-6B94-4CB4-BF84-E5E76E3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37A99B-5C2F-4792-B8A7-C2D02F69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480428-9AA5-49A9-8F45-1E7E90F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D74FA3-0320-4852-A004-EE1D0F9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CB5109-E217-4076-B137-E0A0121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C80414-5C9F-4399-A2DE-8FD7C61F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A9242B-5BEA-4BAA-B4B2-F7081EE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163A85-5CCA-4AA3-AB14-86E8B61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A515DA-9474-4835-BEEE-872B2F0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AE3590-5B2B-40E9-B8F6-6C3743F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DF708E-F31A-4E14-BEA3-5D07C43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44B8D9-87BE-4A51-A70E-6ACB7DC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EE12C3-3190-4FF2-9BA5-F6408AAC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BF9214-711D-42C1-AAA6-6B9DC597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F46862-D196-4BF5-9501-8559774E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C059F8-9F63-46CF-919C-2BCA302B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ACE799-14F1-4C6C-B4D3-76554AE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47F006-7EF0-48BA-9B62-33CD4D5B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B88E63-7415-44C5-8EF1-6E3CA698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77C2B5-163A-4A96-A3B5-918B694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1EA5F7-37A0-47B5-9F38-B0FFE17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22E1B2-FEEB-4C39-9AE8-1B3471C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04AEF4-CDCA-4112-BC7A-C797C626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BBAC76-2A1C-40B0-B00D-EAB638F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99F34E-56D7-4CBA-B6C7-A8248BDF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9BED16-A4B4-456A-97A0-0AEA4FB5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BF112C-5ADC-46BB-B42F-AE9500F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AB720E-2671-4467-B954-3E093FE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C3D204-8D76-42C5-9D0C-E6E015E4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9400CC-E738-44F7-89DF-3362700B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0ECF87-F4B3-4B2E-A4FD-9928ADD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93E945-3233-4964-ACC6-130085B6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F7E1DC-3807-4A05-9C23-61AE29E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B933F4-4D91-4EB2-BF09-D62F945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BBB5CD-7B57-4B02-BCC1-6642A21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F0532E-33F6-483F-A7B2-1E88CFE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099238-3E61-415E-93DF-A7631E4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655BC0-F5EF-428A-909E-CB8CF768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F987E5-B5D0-45F1-8123-F49841CC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713846-625B-41B2-A5FD-2EAF90D3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DF90B2-5391-4400-A553-6A2C4C07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B12F6F-E885-4973-AA2F-E888AC41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259C045-F0B1-40DE-9463-C3837768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903A97B-FB3B-4AE6-823A-6DFAA955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B7A1EC-E6E5-4BAA-910D-122C3DF7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F784B9-C6CE-4693-B960-10491F8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CED882C-D2B5-4DD4-B48B-7E0C4495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E549B54-11AD-43B8-A530-0E962A0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40D4C8-314C-4C2B-848B-0B6CFA58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50FD118-85F1-4C62-ACD3-1060DF6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573728-AF6B-4324-84C6-DF83B69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90FC2E-C42A-4BBB-BCA1-A5E4D6C1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DA5D95D-A801-414E-9F4C-4865D81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63106C3-47B3-4897-9C8E-E66DD96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7512D9-E555-42DF-8FAA-5BE797E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F164EA49-8B97-42C5-B50B-AC00F70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27D189-A1F7-4C99-95BC-0D64FC03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578E280-390C-432A-AAE4-A4882BB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721D37E-509F-4E02-9BCC-74C0A7C9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C00339-3F84-466A-A4F3-8007879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3B747D-3751-4867-9B27-04F1F3B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070504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F3E131C-5AF4-4C05-99E1-118E633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D8CF8-3859-4C8D-88A8-5DBBC84D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120ED-D859-466E-A312-6E25298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F3920-0C2A-47B0-94D2-5054477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8F9E-F2CA-4B1F-B2CC-EDF22D6B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6EFDD-3EB4-4895-B45F-7E63A0D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532CE-93A4-497F-9184-F7DE552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639D2-16CB-4292-BA0D-3F31F9F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4044A-B1E8-43E6-99AE-8CF3877D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F9C1A-EC75-4237-A02A-9050BB2B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4A17F-49D8-4E5D-9249-DF1A810D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02CA1-B70A-4EE6-A9E4-3B83281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71277-ED96-4AEE-BD90-857FC9BD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698E-CCFF-4B46-90E2-A3DB6C08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3572A-7D15-47B4-9CB7-A0660A67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A3424-B168-497A-93FF-DCA79F6C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C8487-3208-4439-8C6F-326515A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94F29-A873-4CC3-8896-1180639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4850C-44A0-4F71-B7FA-2811FC9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4CB9D-49DB-45D8-BF49-605585E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DC7A3-131A-4DC6-A2D4-7924678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8F9B6-5292-4336-978C-6A74349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620FD-A9F2-4F5F-8C79-B22FD32B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F45C2-9791-456A-9BE0-26FB758B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28AB9-075A-4043-9707-339048BD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DCF1B-2CA1-423A-8B16-B5F0CF11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8E38A-D016-4918-BB32-D6AE853E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4CBB9-32FD-469D-AF95-3A90ECA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FF57B-4B5D-4FCF-B9A3-EC96C16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97508-C1B1-4BDB-83FF-7BFE70F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75351-F994-4C92-B158-177D35AC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AF53C-41C8-4B23-BC80-8366BA6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B48067-4E22-4703-AC36-2B28C9F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71360-6F4B-43D4-9150-6B34B68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0EC65C4-629A-47AE-8550-8993579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7A6741-03F9-49DA-994F-B2586012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DEC38-8EAD-4329-84F8-4C1A4A28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AD92D5-FC04-4F92-8004-061EB09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0F5AF7-D7A2-49E8-B0C1-45ED5EF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E973BE-6520-490A-8E4E-6F4EAF0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DD1FF8-E94C-483A-B90D-8433269B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52B50BF-950F-4E41-B9E0-6F17BA9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326CF6-C03D-4E31-849C-228C0011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0DA0AA-0E83-40C2-B900-C6D9AAC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5CD4E1-E433-4923-AC1D-AC4484D0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09FA2E-EB97-4357-8E5F-3C158DC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27907D-F611-4D7D-829E-84DB40D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4D7E44-2DA5-414F-933B-82C36BF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551E74E-5C47-4403-836C-0B84E51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7EB2EB-F1B1-4AFC-8B2D-3DE65C97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00EE8A-C0F9-4FFB-9873-57FAD73E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A89EE4-178E-4387-BE4D-C9DC112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6C85ED-9BB0-4F2F-B62F-859A78CB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5DF794-A126-469E-BEB7-0F3E5D4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B56579-29B8-4762-B108-86D86ADC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140313-169A-4A7D-8881-6C70D53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2D0146-04B9-447E-B7AD-CF7D6B7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3A8404-8E3F-472F-91A4-904D86E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CC78BD-C2C2-4CBA-A0AA-92E70599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99FF9F-B283-438C-A150-9586DAA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3241CD-ADEC-4C9D-9206-376C3FA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B56344-5F99-413E-ACF0-6815FC92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E8EAA9-388C-4D1F-9D92-D699FCB0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E3A593-AD5A-4190-B643-4749D8A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EAE26B-0B29-4467-A1A5-58FB717F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3A9EA8-7AAE-401F-B4D3-B4E2B58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A26A74-4B57-4CFD-9A20-762E2D71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97171B-541D-4C24-A2E1-D7EF400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F51142-7582-4A2F-B1B2-EDBDD3A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279023790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3542D64-C2FC-4870-AC61-CEDF82C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83F01-911A-4E0B-8AB4-34B9BA0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C532C-9D4A-42AA-B77F-819F2C37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0D393-93FC-4016-98D0-3B846F09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475EF-6265-4D32-B419-98FAEE68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abril - 25 abril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460C5-F068-4FEA-8A01-7AD6403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73D38-68BE-43F2-B97E-066D641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E7B86-0A5D-46AB-9BD4-77277E8D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20CE-2DB0-4572-92B5-13381C4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1DF07-636B-46E8-8031-C51C8872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1D79F-129C-4BA3-A03A-C9C689F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41AF8-7801-42DD-8952-928B783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7E89B-BE2A-4CE7-8A73-699195A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44EDE-CF00-4EBB-92C2-8A580240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2B3EE-BB66-4A65-99E4-D8D1A63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B2CED-0F8B-49BA-BE80-BA366DE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AC210-EE95-4E69-A7AE-45AD1F2F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028CE-9D53-4FC7-AFB7-E5E90AC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7CACA-E6F0-4943-8354-206DF5E3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B93E7-3792-4D16-93BB-C8CD03F2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F64EB-4EA5-4FB4-947F-FB0C06A4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79F71-895B-44FE-948D-9192785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64034-61CA-4C85-887C-55F5A8A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B1EB5-E891-4AF7-8C79-C3729D8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CB0A4-03B7-4F6B-B4D3-C6AD6E0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B0431-F855-4F74-ABBF-26EC538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ECD68-2BCC-4072-AF95-E77E3C1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995F0-77D1-4493-A87D-392C89B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51C4C-E1A4-44A0-8BCE-D2B570C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BD5B5-741A-4072-9023-7A2C92E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312A9-03D6-4136-87A9-9CEDD43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945ECD-F552-4E92-A344-915DAEC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F37A67-00BF-4C77-BA5C-46FAFBDC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AF798D-4B1C-41F0-AC6A-5AA543B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241179-493C-4699-AEA1-92F1193C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C9849-0E25-4A17-9CE8-5B6D5903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9CD87E-A6F1-46DB-8918-CA36A63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EF4C5-3358-4F23-A1B2-FB5ABA02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74F38-92B6-452D-8F8F-6ADE77D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1E0B61-7008-4398-99AC-648D64A7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EB75CC-8BDA-4A6F-B0FA-831F863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2797EC-4904-4F57-8EF5-0D024A5E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C7F087-4778-40F5-97DB-454A19C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C68EF4-056A-4EFE-9630-19016F6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792868-2588-414A-B2DF-614EFF95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1E7E4D-EE20-4799-A308-D96D866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1C0B6B-336B-4E86-8A7E-4E0600E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AD2BD4-4AF1-4537-9B92-7E9FC75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1341F-C707-4B1E-B67C-0B5E87F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F042E8-2364-44DC-A4A7-6F26B37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6040FF-6A2B-40DD-95BE-BAFCCEA1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929001-7673-45DB-A21D-DF75E7C0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DDC93C-D602-4D16-B8FF-4FC9E4D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725620-A311-4132-8C03-95E3D1F0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F7B26-455C-46D6-83DB-A795DE17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A7B41B-BCB7-42CD-88F7-3D62CA82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FBCF38-B4D4-4191-86CB-3E77139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9EBA49-36DA-43F6-A71A-FD2FFC7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7A1802-2015-45F6-8F18-B40E0D3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A36CC6-BCF4-4016-BD8E-2D0547C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8B2EB3-7C84-4B53-AEAC-06ABC4A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EBC448-65EE-4EEA-8203-7B5A8D3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93A7CC-7FDC-4C78-B22E-3E184018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33ECEA-6937-47E8-AC4D-9483FD3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7FE847-DDA5-427A-9B07-9183319C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068E67-26B8-4FC9-94A6-027CD969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D1E137-D31E-40FB-A423-C8B2534C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6D4538-525C-4C30-9C98-0DD3927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0C030B-6224-4A03-B2F5-B9FA00CA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91CDF3-5A01-4D1F-9D40-1EA1E3C1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80A054-D44D-4A97-BCC3-DC7477A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69AE6C-214B-441C-BFB4-F322A1D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92184A-DA03-4319-8D26-ABD610B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475B5-84F6-4F75-91B3-63627463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E2E8C6-BAFB-4A15-8D7E-8C4C5F1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DD10A5-9F05-4CDF-A56B-54DCD1F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F1938B-2A94-46CB-AE81-ACFC613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7F3DDF-0F28-46B1-AB1F-4442DD8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1B701A-C7D1-4B20-AB2B-7BDFF43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66AD98-3AE7-4259-89DD-3CC90DB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8F309B-27C0-460C-90D6-7B527A6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200389-5BE7-426D-A53B-35ABA38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D6238F-7F67-43EE-8252-F92B38FF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8B9106-6EE8-442F-8D27-FFC72EC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0AE511-6253-4852-B36A-570CE2D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7EA444-8FFF-4802-96A8-6735706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53A84B-5C7F-4DF9-B167-0F1CE831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985B11-86EF-4539-875A-FDFEC16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95B11C-AF8B-4711-B2BB-B59C68C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76EF95E-7C1C-4A36-9228-8CBFE07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C1B74D-2442-430D-A1C8-9A8403EA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D91DF5-9B8C-490E-8BCC-7C11A38E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F83C6C-2240-4C81-BDDA-8F20E2B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DF91E0-E085-4F96-8336-B0543BAB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900BB2-014D-4A45-8EE7-FAD82926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53C57B-CF16-491E-8FE3-10C4530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EC948E-8354-4E8B-8132-1F41BA5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8DA193C-7AEA-47D9-9C30-56399DCA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C788EB-776C-41BF-97E7-FB3216E6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3D4E661-6C0E-4C3B-8603-02EB25B3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CBCB6E-2154-4FFF-9F53-C26732E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5572D6-2870-4793-9683-FE66FD5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B8EC671-D916-47AE-9123-0CAE46CF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553C1B2-0CD6-4007-A295-5677CA72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0C3A5E-CEC8-469F-97A0-8C5D5EB7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DFD11AE-8C30-4486-BB08-02DB03C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CE1E766-045F-446B-AE53-CA6F018F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7128BA-6F38-4130-85F6-7A23F8BD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099F95-ADB2-4C8E-A812-B65466B2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10189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F1DC4A9-CD55-4369-9373-D5AB4DD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E6443-7CA9-4848-97BC-043E8D4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FD8C2-1947-4C63-A7F1-B64115E8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C4EDE-B685-4D00-B30E-FA51A063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C216E-5BAD-4CB9-AD76-BCEF478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76EA6-1644-4138-BD1A-B7495C7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4F3D0-D2F6-4484-937C-47C0DEC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58991-B215-47BF-9B0F-F7E5683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D667A-5522-49DD-84B0-D57CC6F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A6110-6C48-48D5-8A6B-AC40E36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95D9F-E5D9-43DB-8B01-5364098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56DAF-E603-4EB6-81DC-611495C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82E3A-11FA-494E-8A17-184ABBD5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51568-8C1B-439C-A0C8-FED5501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C3255-5FDA-4FF3-AB5D-EACB5D4B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8D231-876E-42C7-934F-25047AC9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A6098-2BFF-4B2B-97E9-3E9AB0A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246A2-822C-4671-AC90-ABC0949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BE95B-0B53-4E11-ACB0-B734854A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3365E-1D05-4822-8EC3-1E5A519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A4C3C-A317-4997-ACE6-FC352EF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FCFDE-0205-4A77-821A-DA549E2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8B591-5AA7-493B-8830-24F2B08B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D7D07-688B-4951-82E9-A756E8D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D281F-863E-440F-BB42-EF4675C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63C69-2542-47CB-9DAC-CD6F6C1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EBBC0-E86F-41B4-9D27-5E44784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0B296-52AC-4F27-93D3-FC0BC05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E2D3C-4589-4295-BE8A-8D0BD781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722B2-5C3F-48DC-8693-91E32F25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20DDC-74A9-431A-84B9-18DB645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3203DF-211E-4E82-A7F4-EAF7B5E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86380-197C-4123-9ABA-85C98D7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29F018-A105-423C-85E7-7FBE8FA5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6E641C1-9927-44A5-8612-8C1D1FE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3B822-A400-4062-BE84-97308C5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5808D9-0BDF-4EA8-A384-FA23854C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3C666A-815B-4352-99AD-EDC172C0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FE9AD-5C11-4821-80D0-3FC84C3C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44562-8083-49ED-A25C-C835E94F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9E536-A485-4C2A-BC82-9B7FE629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7E606F3-07FD-4116-AC79-72105BB4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F7DA88-0B7D-43C6-8FFC-6241D9D4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E7C0D0-809B-4C90-A3AC-51D92D3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438ABF-1717-4983-A82C-F39FD0E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715226-9E57-4D93-A323-313725CD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54C026-7172-4529-9CD3-B3836B2B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5F31B8-BF74-4FE6-B8BB-CF0E0CB8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76C9F74-1B9B-42E4-9F40-6F79F7E6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054F11-7FF4-4E14-A447-B29E2905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F9C55F-5105-4797-972A-885B868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EEA0E8-98A0-473C-BB30-025EBF0E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FEFF46-D488-4B77-A31C-DD97770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3719BB-CD8B-4889-B379-A3E9B79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ACCBC1-5954-4567-9DC9-E6BC212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CD39E1-0BE6-4CF0-8AA3-9EA3F71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0533C2-4B0B-4E8D-AA05-42E1CE0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49EE1D-D36A-4871-8FEB-C5DC4A0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53B09A-6647-4A4E-B189-0234F554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E3C098-5B3F-4DEA-91F2-5CE45D8F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DD1B18-65AF-4E6B-8B1B-E4E79FD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8556EB-6716-4A22-A5F8-33A3D4C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F27940-7C0B-48BE-A10D-DCDB559D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48A0CB-75C1-4069-89B9-2ADE68F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0577E2-F356-453E-95A6-A34102D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6A9F65-E73D-447D-8D24-ACE830DF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2D3A05-B553-475A-886E-E98DC0CB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BC647A-413A-40A4-874F-58C0864D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913951-02FF-4077-B692-76BF837B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95393141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623A4F8-3A3E-4BFB-A37F-8F1A72C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ADBFC-D9DF-49AC-A353-780F653E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FFB88-E96F-47ED-8376-1E4CC17E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C5F3-A8BC-4132-BA26-26B2409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0AE38-E2D0-4907-A12E-3CBC37B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abril - 02 mayo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EAF9-0B33-4C52-A7A2-DD023BC3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CB940-EA72-4554-AA33-36CBA264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D2DC4-B6FA-47EF-9159-29DE426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E538C-249F-4111-835D-22CA6AA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AB6E9-5F62-4D3F-87CC-D9CBB76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60E14-0311-47A6-8020-63A79E6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7004-8901-4182-9710-CB2BE06A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29495-44FA-48CD-959A-C2FEAAC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DB117-523E-455C-BCF9-13E1A6F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D189E-44EA-4CA0-A976-A7C39F3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71B87-79E0-4490-894A-7CE6086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987A6-73DE-47E6-B0CB-3C09954C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8368C-76B3-4038-939F-999BA63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1BD55-1DC1-4841-8B2B-A0221E0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8E12-E60A-4839-9E88-5937CC8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4D9AA-637C-4ADF-9C9F-91FEFEC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63D0D-B668-4426-8606-D2A22344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CC968-BA39-4D76-8659-43077A69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A5935-4A00-42F0-8CE1-33A0F3C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1F855-5BB5-46D9-8CF8-6F759DDD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3C09F-F963-4111-9D48-4835772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8EEA1-875A-47DD-90D2-14DC80F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40383-82AD-4C7A-929B-C017906D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74DAC-3328-4E38-A5AE-F1FCA430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D7F60-A4F9-41BB-A5E6-674CE97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A7D8B-8D90-4AE2-8B0B-E58B4880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11916-C5C9-46B9-B7CD-2AD0CA46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5C271-9875-41B8-9888-563175C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AC39D-3197-44DC-AACA-F98252A8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F9C053-0959-4D75-805C-69F5810E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8F4DBE-AFC1-4EAC-BC90-21A25DE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37468E-BBF6-4837-9037-CA63496D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CD510-66FE-427C-A190-8515385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F4501A-A29A-43EC-8E33-52A34D2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69D811-2FC0-4267-A378-18F1076D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C6A509-C558-4C8E-A739-8CB22A99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66C6E6-D445-4FAB-8B31-429D46E5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AEF857-E5ED-4530-8777-A9E1BBC5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20C560-D4DA-49B5-B541-0CD72892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8803D7-B33E-4E72-BF66-E2DC93C5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FA0A71-5278-4626-A43F-592B746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6460E8-58AE-4BB8-9483-F52CBC0E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C83498-34B3-45E4-8FE0-3FBBE5F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14C1C6-8944-47E7-B8F8-A095C56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D7C74-F4BE-4481-8E0E-B3FAF073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800A98-B718-4FE0-AA7B-ECA0DA4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B4E5AF-D7EC-4CBD-A130-1C4F041F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E1388D-1F83-4240-9471-F4C364E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BF080A-79AF-4BE0-AD43-857FAA5B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1AB5D2-747D-4421-B20A-325B0C44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987DD2-1C98-45AF-B7D9-8D5AF146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F9DB48-6012-4523-BE0A-84988C5D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17543B-6C3A-4412-BB4D-8214524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DA0CF9-1C96-4603-86D9-8CA77E10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5CA993-A7EB-4BEE-80CC-2383BCD2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C07014-98D8-4CA7-910F-C71690F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F3390C-FEBE-4ADF-82B1-12517B67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D1FDA4-37BB-459D-90C0-6A3C4C38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506A8E-8C55-431B-AF22-CD5554DB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43EB9F-BBF9-4662-B127-7E2863C9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02613A-596F-425D-86EB-478D238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68F34A-76AD-4B33-BD19-7BB6256F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0534B8-A799-45E9-801C-4C5541B2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2AE7F9-0A63-4CA7-94A6-B74373B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583A40-9EF6-4D76-A73F-0F293FE9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4CA429-484B-4FD7-B543-997D50F0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E08EEF-8BDB-4547-859F-873DFD5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7F280B-97CB-4E82-B8A0-2D0B5FD6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64DEF7-645B-455B-8AA9-C6CE034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32FB6E-B587-467F-852A-9FDEC23B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EA4F1D-2E96-4507-9220-B77D4466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12BC88-21AB-4961-85CE-AD4E1A8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D37C44C-ADF8-4F13-8CD5-5DCE7558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5E7C60-B885-41BD-8641-A7FCBC4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2A3431-FE7A-4543-8901-B2E23F64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6EA8B2-92CF-4E6F-85F3-4074F183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4C5D30-8694-4D68-9F66-417A109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8DA805-DEAD-4AE8-BA0F-9C2F6A40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2BF9F2-D9C4-4400-A4AD-810B0F8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95B196-FBED-4DB8-B3A9-39AB2FF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630181-39C3-49E2-8006-12E8816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7B46E6-7980-48F6-BB85-0DA4BDB9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04283A-1871-4A92-A79E-9AD841D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214842-1EE9-46D5-86E7-56DD0F2E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E9E7FE0-ABDF-4AFB-B689-6224E20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8CCAD3-99EB-43DC-A0A3-AF839F2F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BF2054-4B98-46D1-85A9-9A68BD6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4103C0-61B6-4AA1-8C9A-79ED99BD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8DEF805-DFF5-4891-ADBF-02E789D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A2DF7F-AC3C-44AC-8D49-6CB4872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661B47-19F2-4E5B-BB92-A4780EF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9F9389-B441-495C-B09E-D07D9022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AA1C3F9-8ADB-4C4B-ADF6-630F4F1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76FEAC-F4E6-4415-A3FE-0B74857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C79763-E20F-435A-9E4A-2A5792CE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C22A197-17BB-4EFC-A7CF-9C1B9AD3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5386200-2D84-4B99-969F-2C325FB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65F23B1-0362-4C84-AED0-CB9EE44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19927AE2-653B-4323-A673-16DD5A33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31384F-1718-4FA8-A77B-DE1815E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4DB02D-7601-40AB-A375-C17D2F3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4858B9-5CBB-42C3-BF20-6ABC539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A51AFEB-0D9F-4784-BAB8-5B44C630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7EC7D5-3DE4-45E9-87FC-502DDCF6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124072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13B4DD1-95E3-4A51-97A8-770542D3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23BF0-4C56-425D-815C-D27574F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43DD7-6FBE-4692-B850-95090A5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7314-CF0E-43B8-AFE6-A988289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589E3-18DA-414F-A286-8553BBA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99C6A-76EB-4F87-937A-0A28801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F48EA-C9E7-493D-BC4C-40A0870B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FC242-EF87-42C7-ABE0-A136585E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5F0D9-6235-432B-A01F-CF44CAF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3172A-ED67-44DA-A6AC-BB4F913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D0668-EDC7-4530-A91A-7D6D6CFE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4E55B-4FF9-483D-B757-0BC12BB7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88E1A-D7F9-4C0C-9419-6836A729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64806-69A4-43CE-9CEA-757E4B3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0AE88-0D4D-4300-9C99-A3B274DE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7FDCA-FD58-450E-843D-0CD33018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62E94-CE84-42D2-9C97-A6956FCE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C14ED-6A93-49BD-850E-59D0D90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6A76C-96CC-4D7F-AFF2-80EEC94F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DE24C-47FB-4FAE-A849-8F6A691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F89A1-1DE6-4D06-B7C1-4AA78D3F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3ADAB-F35C-4707-8B1C-46701A2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69CF9-4FA7-413E-8F9B-276EDD97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54CF7-A3B6-40C9-AF6B-D5FD1A55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DF7A7-498E-4D65-8B12-8AEA13B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82174-253C-4EC5-8AE4-16D3077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3365A-E76B-4DC5-8203-670889A5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0CA1F-3174-4441-943B-54D7ED0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53B52A-3306-420A-8D0D-3126275E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458AC-0944-431C-AAB8-BE48214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019B8-0B72-4BF6-8FA1-BA9DE80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D05EA-0D3E-4259-A252-77987253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1512A-692C-4A64-A259-A1AC360E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D352D-7D8E-487C-A6FA-0FE9FF4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968E8F4-CFBD-42A8-A1F9-AFC1C419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4E794-E364-4F1D-9F0F-A4AD8190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D3D1F5-7A04-408E-9CFC-48530B4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B23F19-2EB5-4759-B133-C4C0970C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E7352D-C7FE-4BDB-9901-C0870AA0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53948C-1BEC-4332-800B-DF081030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116E8-5DE6-463D-8406-AC88F2D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A49C648-F9B9-4D89-9B50-4111733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21280C-AC0E-4774-8235-1F522E04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6EDB2B-C48A-4876-8493-2F08DAF2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E727CD-4720-4223-8D34-9D09937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FB30C1-DAFE-4434-A59C-16C18DEB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4C9A78-076F-4151-8137-E81E6EB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983C16-34BC-4D1E-BAA2-9710DBB3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310B977-5942-4576-AAC1-4810D55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634F28-6EA8-4994-B97F-0F6CA10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8DF149-0E4A-46AD-9E8A-5AA6450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D681C9-7F0E-4AAB-B6F4-E02E390C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FF9D46-8A77-4332-B2E1-DE0CFC1B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1BDE1E-31F0-473E-AE10-A7BE54E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C3A51F-BA05-4F6F-B18D-AF37E37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672EF5-8D5D-465D-B37E-0DFCEB38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188278-01A1-40BF-A288-EDD52FD7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2F609A-16F5-4F3C-8A5D-260C90F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83778C-5E76-413B-8E2B-45FEA28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412337-D646-4FA6-B7F7-FABC93A0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335532-85E0-4FFB-BF17-CF95254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998E1E-7DEA-4BBE-8710-FC2D427D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67A53C-C710-47D5-AB0B-0F094BE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25C7A9-8C81-4EAB-B59F-ABD422B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9B351F-253B-449E-A9AF-3F5CE380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7C492F-8959-4379-B806-BAF1ACE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B16510-836E-4ECE-98E8-D70D22B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A73BBB-D504-4D3A-AE42-82436F5A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C3549D-FF07-4387-97BE-F8349E9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64169601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B5855FF-5BF1-4D25-84AA-7D715CE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79075-19FB-4C41-9930-0EA37C21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B5D92-BDFE-4125-A564-5FD10D4D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86006-B9E2-4529-8024-EDCA18F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98DC-33F1-420A-96D0-DAE2DD7C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03 mayo - 09 mayo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B4B29-44C3-4B43-B0AB-D6B30F3B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F3141-6272-42C7-AC53-982E8961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5CAE8-4597-426C-8B2D-2473217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98C31-5DDE-4F7E-B600-A12C5AD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EFC59-3925-4CEA-89B3-B99FF317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76BA1-6851-4E83-B14F-329DD5B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971DC-49DF-4D01-B0A8-28263B46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C5E96-496A-4733-8932-9012E44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0BEC0-105D-49FC-85E0-DC85552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755F0-506A-4EC6-A31E-5AA7A00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01789-C424-42CC-BC07-6362BC8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9F88D-A688-4815-A4FB-F539772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72FFA-7D6E-46BE-9F86-4EF26A28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59148-10C9-4B92-B819-B3AE49B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5318C-8EB4-45F6-9142-F37E7D0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3E872-3D55-47EF-8A55-DE6217A3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AE146-3C85-4118-8B4E-A7E834AE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FC3BD-B01E-43EB-B372-91D671D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305E7-1DBE-4645-B875-1F6FAE5B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CE47D-E846-4B13-A350-D5635E3D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A017F-9BF8-4C3B-8F70-CDA06B23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01E1B-4F87-4591-ABDF-6A94D96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C537C-0F79-45E0-B88D-FE04B80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EB21A-0BAF-4502-8373-783E205D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2B76C-2F85-4D83-8E09-C422CF36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BBDE96-640A-4894-93FE-03322ECB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0DA3B-C500-476D-81FF-63EFF5B0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C92F2-0511-47F8-B7D5-5AC4A71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A9BD5-3E5A-4963-965A-2546D767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80545-EE79-4426-AF09-58D13DB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3EF9F-F330-4A8B-A736-523CF6B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76E4A4-F4D0-44DA-82FA-2239F9A4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E44372-B857-4BD6-91DA-C9BCECE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D8DEEF-14DF-4331-BD43-60DD6441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5DAE9F-0EFF-4E03-A543-408DCDA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94E339-8258-44D8-B34C-5ABF0DAF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ABD9CE-2E97-40F0-AE33-C28D5DD5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B1DA7A-7F30-4350-82BB-FCDCBE6E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06720C-1479-4867-BBB7-E6D7C7B0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EAB65D-30E0-40E6-B8B0-7FD817E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879EE0-E607-4F5F-8AB7-786EF20E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0395B7-9528-43B9-960A-75D91271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AFCB87-CD36-41C3-8CFC-A9D2927A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5860CF-5648-4D02-B6C0-17FE7FF2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63FC41-EAEA-42C3-BF48-A4D08FC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D3AF5B-1CD1-4AA6-952A-F91C9A0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8FE3C4-ED82-44F9-8AD1-0850F5E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E1861F-D334-4D1A-A502-2179AA2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C060FA-91C8-46F0-A58C-2DC9DC2F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B8501C-9F05-453B-AECD-5FFB92A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748944-1A8A-48B7-A9EA-7996CC6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63E0F4-0F17-4FF9-B438-5828E666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E3862B-2303-4504-AEEF-E7B3A19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4B50AB-A429-4544-A087-8AD65D2B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4D89EE-F6FD-4619-AFD5-68798C2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C822E0-006C-438D-8D4B-393C6B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4B596D-9C28-4B4A-8F15-D3913FBD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E057B7-7A87-4538-8384-E738C7E1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8ABFA0-4879-4581-ADA5-FFDD22D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EBF39C-17ED-4A03-B5CE-C892AD6F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722502-4190-4F3E-8E07-9D941EC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2D7432-3B8C-4AB7-A75E-BCF37E9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646129-4C92-46E8-A310-04E2A4E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40BFE7-A9EA-4F88-AB0C-5B2C12D3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CDE549-42B2-4C17-BC09-D9CF475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148DC0-5473-47FB-92B6-DECD613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C23BAD-FCDB-4D91-9FA9-9DD77395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18658C-B55D-49D6-BCF2-1E151D24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019A8D-13C5-4C89-BB47-6045C2D2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A4A25A-63CB-404A-9568-80ECB806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BBE00F-F4C2-4C2B-ABD6-1237324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B6A93A-171A-4C4C-87A1-252CF9F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559582-DA85-46ED-99D2-C41D861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4A0D64-877D-49C0-92BB-CC4EB98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0225B5-FFD1-4789-85CB-9226227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A52A25-CC52-493E-B65E-E685DAFC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E84A95-CEA0-4B37-94AD-E91BF55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33A00A-E030-4571-A7EA-E56C976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3930C48-7331-44E2-AF74-3BE4B815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728041-5972-46E3-A2AD-95741BEC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72DB39-1086-4ABE-AD61-4331EEA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A9FF90-7F5F-4144-B9BA-28E8A541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16E878-2572-4776-9C72-9D6CFA6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740B5B-1CE8-4BAC-A6F6-62B0233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979E7D-140B-409F-A457-1D99489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CC662A-D923-4557-BF26-C9759ADF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88832E-1EE9-4B1C-8CC4-F2796520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34A22D-A3E0-4724-A440-0CDA18E9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F875336-20B8-4CF3-BE4E-2F77FEB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57AB45-89B5-4E27-BB9A-DBB0B95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3CD5582-F275-4047-BCB0-FD6BDF6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29F2146-0C4D-431F-9645-D80C58F6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E46E8C3-7DF5-471E-A0CB-1FC7871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E8B350-5F5A-46FF-B520-0CC6FC92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6FDE71-7436-4F60-961D-05C51EAC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2C466CC-7B39-44B3-BB4C-FF79F9D6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EA1CFAC-4A9B-449A-B8AE-EBAF8169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95E0C4C-A546-4E26-B347-935C513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AB81087-BADA-4F6F-A2A5-727FEF1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B75647-4AC0-47A3-93C2-3D23FE62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63AB4E-CCB5-4B16-8049-AAE4CCC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2ADE6F-7ED1-46BC-828B-640C618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BABD51-B22C-40B3-8FFD-D88E7CE8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459B10-BCBE-4BD9-9FE6-18D91EC8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691361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E8F3948-6A56-40BB-9568-6743EB54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F960D-C891-438E-ABE8-AB8898D0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5B133-B111-432C-9D60-BD07A23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AC64B-0BDE-41A7-BC97-65A5C65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684B-B159-480E-8899-0332EB2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D9C47-D040-40CD-8021-B923ED7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4FAB-D53C-491D-85A0-F26AF92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AA8A-763D-4F23-BC3F-20FA85F0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DDA14-E8A4-4B97-BC58-3972631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BFEA7-B55B-48F0-95BA-0C75A751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20AC7-FFC9-4608-B58C-C83D26A0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2B3D4-3100-4C69-83C8-91778F80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75DF6-2485-4E0C-851C-06ACBEA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6CBD5-3A0D-47BA-98AD-D74631A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DD96A-38D3-4E59-91D5-48267F9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41D1D-8148-48A3-9313-5C574C2D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87FCA-5C97-4FB2-90DA-72F97DE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E8600-6B2F-46D7-B7EF-DA5D095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41DCC-8CC9-415A-9255-6F45CA2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3E7EA-8713-4B09-B8D2-76A2BB0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3FF50-1EDC-40F3-AF52-E12C84F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EF1D3-2628-42C0-9FD8-3D74488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1E25-6FCF-475F-A208-912C03A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5EF16-84FF-489B-B3F6-9792410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ACC34-88B2-4A34-911A-F122B88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3D80C-44AD-41C6-B293-33472470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FF91B-5932-4894-80EF-498F7523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EB5CF-F056-43B2-ADFE-961DE76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25C83-D86E-48E1-B9A7-FFD70EED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65576-49C7-43AB-B4CA-92C8131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D98F5D-8EAA-4D37-BA18-321DBB4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FCDEF-D868-4FC6-AE03-B0652EFF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FB651-3AE8-4DE9-AE48-B9C7A5A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8AEC0E-51A4-4EC5-A2E5-8DDAD75E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3480D3B-4345-4DA3-80D1-A920BFF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F859E5-DFB3-4722-BA56-42160854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4FB4D4-7904-4D05-A6F0-19A2E50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DB36E2-6931-4A4A-9A5D-00894EC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45777-6677-41FF-AE2F-FE961A1D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AD8620-DF12-4B93-B11E-D5FF5B9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41776A-526D-45CA-8631-BEE330D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804B0E0-207A-460F-AD19-EE7C9B53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5D646B-B2A9-4061-A4A7-DA2D76C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1774EB-4144-42C6-82F0-B0EE570A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806EB5-3C4F-4D41-A29B-0EAAD774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80EBC9-CCC5-43ED-A828-85128BA8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B0C315-0D61-4F5E-B359-F073BA69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52AF6C-985F-4A2E-838E-F756487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48355AB-A96A-4366-B1C0-BC7E789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B122BC-A8CE-4E1A-ACB2-39ACCB3C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387A1F-CBFD-46A4-AD6B-04E797F6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165558-322C-40EB-97A8-273D826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F8653F-61DC-40B7-8B49-9EC0393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A34D2F-CAF7-4484-BD47-8447E35D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3C6A38-C318-478D-9436-85E12E3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3E8E3F-D5B5-4935-9211-FC73532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815B37-9C89-4573-B56B-9C7D6DF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9B79D7-D4F3-4808-80D4-F84E65C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ECA1D6-B45B-4918-9DA6-A2EE2834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FE220E-A7B4-4782-AF00-BE80509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3DED69-595B-457B-A34C-A621A16B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5E20CE-1887-4883-9989-97B85C92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E0E17B-C107-4232-90AB-A7332E04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1D60C9-AF43-4493-84BE-77103BB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E8AC8B-CD72-442F-B217-2B3AA2D9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3C86536-4F3F-41D8-B10F-4ED94B8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E5B871-6B25-4BD7-B54E-67F2163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6D8435-2D45-4921-A5AB-CE3141A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2C7356-9BB9-4F92-88EA-2F5BCF0D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05612712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6A35382-EA46-4EB7-96CE-67C080C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09E48-A8FE-4277-8F48-45175DE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F22C-AD05-4E39-B7C1-24EB57E4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B568C-8205-4DAD-9884-EDCBDC9B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A94AC-1668-4911-B275-362A8430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 mayo - 16 mayo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4297-891B-4690-B2C3-288DC182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D246E-4D4D-462E-BDB0-EC0A995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EC9CE-80BB-40A2-90C9-C60B763B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298B0-4FFD-48D7-8AFD-6F1F719C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EA7AE-C8D8-4304-A041-FF70C1E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D13A3-FD50-41FD-8C52-140E9597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90765-8767-42B1-B323-9821258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13452-88CD-43BC-B25A-6C3E09C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B699A-023B-4B67-B3F9-96D34B63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16D88-946E-4C88-902B-BBD3AE2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8B31C-C7AC-4CB5-88A4-1B7E47C4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3B233-03F5-488A-8794-1A9093C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6979A-F915-406B-B21D-C323DD2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B7D4F-8C8C-4A9A-9FD5-9E1EC21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79DB0-693D-4464-9C4A-494B015C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EF0F6-A217-4667-8E97-915F5B17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A4C57-F62D-4D1A-908C-91F96CA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52D9B-810F-4358-83D7-18375833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45A26-D5E0-4133-B179-8948553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CDCDB-7136-4635-8409-9638DC09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43FD3-7DD0-4388-83BF-170541B6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BC7CC-3944-426D-BAE6-A1522FB9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7D93DB-0EA9-423A-BE3D-0DF45A7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9BA69-997D-441A-8BA8-8B28879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C867C-8436-42FD-B7B5-2DB12DC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E4FC9-C87A-43B4-B531-FC6AD6EA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EC547-A205-47E0-922E-081CDD80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5615D-7BCC-4C7C-8C02-4C8A86BE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FC7C9-7F0C-4313-8E38-83513D8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66DD84-A5EB-4524-B084-1B5703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76445-9DCC-449E-A81C-2E981FB3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F08E9-7271-4DD7-856D-F4F28AE8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D4D3E4-0C82-415C-8FB0-BFBE54B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D7B89C-4906-4F27-94EE-CE1E7D62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E5DADF-58F7-4031-8F4C-4167C70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0BA403-C293-4AE5-AACE-E905511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4FA9D5-478B-4239-9D46-A35B68BC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2ABD6B-647B-4C8C-A038-9F7E5ABF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DC8C2D-37DD-43F4-B90E-BB81A574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D8781-499A-47F4-A2A6-4B43DF6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58A0A9-DFFF-4CDC-99B0-2948F4F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411CF6-14A0-4DEA-9E05-1C3370E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5B5FA3-F2FA-462E-ACEC-F6DB322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01F7EA-180E-4514-BF32-FC76A25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67FE72-43E5-4D5D-8A3F-D9B80EB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A6CCBA-FB9E-45BB-9C80-91F3B3CA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3C2D62-B9D6-42BB-B208-4467A91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2700CB-D88F-4B7D-A1C3-272D02B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C44110-B6F6-4CB0-ADB3-085AA2C6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5FBD88-0F2E-49D3-B813-660E371D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33AD5F-AB6A-4503-AAEE-C294511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258B19-5866-4EB2-AADF-F2FC5FCF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F2FF2F-26B0-4A45-AEC9-1C27566D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3F2846-F6FB-4AD7-9617-20DC20E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F671A5-33E2-4AE5-8CE2-3273204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54B54B-9B2E-4E79-A7BB-5C5F517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3B5C88-67A0-4276-A04D-5967FCC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2850AF-AEF8-41D6-B640-B3F90E2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B47454-F93F-41B8-AB37-A2412E4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EC2AB4-F342-4C52-B60F-994BC9C8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B64581-0242-425A-AE84-0AE75BF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6CD158-4259-42C7-987B-EE98182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228F06-8DEE-4CAF-A605-925ACF42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75F0AB-1652-474B-991C-1021099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BEEC75-CF37-4D0A-BFD6-3BE5C58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D66BC2-FBB9-4D22-95E5-3F3500C8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A5272B5-EF8F-4F0F-A628-772DAD1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88C3AA-5E1B-40CE-B597-C6521E7A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2CA804-1DE1-4337-BFA8-E53FE4CE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ECC7C7-561E-49B7-9DF6-01EB41E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759C7F-DE22-4CB2-BD32-83E9C2B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85A467-B592-438B-A5D2-6696BA0E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2BC5E0-5B77-40BA-847D-25CF6A8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C4476B-05A8-4E6F-A883-3A8DAC4B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CDA0D7-3BEC-4528-A492-B5174E38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D9023F-2A25-4748-8620-17519E61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37A9726-6981-4DAE-878B-06DCE08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1090E7-376B-441B-AAD7-B278CDE8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2F2D41-E530-4923-8E05-8D0712B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03DC54B-579F-44AA-85B1-129B955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734355-6D4D-4696-B3ED-BF81B02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AE398F-4C14-4E18-AEE3-E668A617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AFBB83-EB90-4D6F-9F88-E1F366A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26E6AF-B8C5-4F5A-817B-D23567C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043FA5-79EE-48D6-A2AB-76F2481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DEF456-238F-4263-BD7D-75E44819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0F06CC8-057F-408A-BA1C-4F202B0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42CFBE2-6EC9-4F9C-ADA7-101D273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3FFEFE-46D3-472E-AEB7-31868A1F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C2A78E-9C3E-4549-AABC-AE20506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E10814-28C8-4B96-8499-33A1C89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226E78-6AA7-48EF-BE03-233273F2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52B8306-B743-4B5B-9D0E-2BDDBC5D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F7EDEF-812C-4262-B27C-53705296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668FFF-17B3-4060-9BCD-39FA443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19281E-5DFB-43B4-8280-DBFEFAD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C56CA4-84A0-487A-93CE-070504BC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4CBAB1-9BAD-4D9C-AE6D-B3073A7F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7726EA3-067E-4B28-9A37-56EC030D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6862C4-0FE1-4ABE-83A2-01FA1D2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9E1B46B-C7B5-4E6A-A6F0-0ACC7D40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A2342B-ED1E-498E-9719-BF62EEC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68A7A3-A303-4FC8-BF18-4B63556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C26474-70F4-4106-9833-D52422E5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4271157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EAACED5-7FE1-4B6A-A515-7DC21741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AF08C-217E-4515-B2A4-DA54D01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B429B-D910-4457-83F5-AF743F1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AA2FD-4048-4F99-9345-FFC13C7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DC72-DF83-4C61-98E0-6F650BA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D4AC4-C602-47CF-9490-37748A9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719C6-F753-4F57-8184-AAA4630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CA4F9-7915-4F99-BF4F-BEBF566D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06B3C-D657-4E7C-B516-7B9190D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18BF7-A37D-49DC-887F-DEE4B4B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496DF-5EDA-4A2C-868B-ED619CD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1B8A7-97AB-420E-AC2E-05CB6C5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C636-7FEC-493F-BEF8-C957451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91982-8E9C-48EA-8038-DF508B7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D4E01-767C-42FB-995F-18290B4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775DC-A00B-44E3-A5A4-A1A17847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5CB7C-F18D-4349-9FF8-3C64809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D0EE9-3B26-48B8-A1A2-2889CFE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8176D-D21C-444D-9B18-A84E429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801DF-57EE-413C-9AFE-F89C944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2A2A7-659B-46C9-9B46-E6D5BCD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C2680-9618-46C5-99DC-5457B8CC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237EE-D907-41B9-BA6D-E87E5A13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00068-90AB-4495-9FAA-5B3BFB0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5FAA0-478F-493A-B4EC-15AF6F2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32661-1012-4712-A515-B14E323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BB662-E1A8-4656-8476-D84F2CB7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EE57B-DF31-4A69-A300-C56DC46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FEB34-7A3E-4974-B0D3-F531A80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79376-E6B7-48FD-9033-901CEC5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B425A-0381-460B-8406-C9C1677A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21B8E-31E9-41FC-B706-9D3DC6A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2229B-AC03-4625-A92E-4B7E2C35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95524-3C61-44D1-B901-954F381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818F61C-B66F-4C18-8F01-8FCD1D8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EA0284-9011-4622-B62D-9661C02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A90DB-B7F9-4461-9EFA-5307D1D5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1C8CA5-B01B-4B46-ADD5-6336E5E9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1CE0B1-3E8E-4F06-AE4B-60A203E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BB5652-80B6-4038-8BD6-FF1C855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0DC121-B61F-4BC6-98A6-F5C00D54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A75EB13-E410-4542-ABED-F0A982C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A7D910-467D-4B50-9CC9-455BFA2C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EAF2B-5330-413C-8C85-CBB877B5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57786B-48FD-4B17-B203-3104B4E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B04B7E-20AA-4A73-97ED-676CD367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73C914-A317-4118-B5DE-50465FA8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A78038-9CF3-48BF-82B8-FF446608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D139638-24A5-4F64-A775-4677D8F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A44F95-37B2-4906-8683-B529D71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5B619C-C945-4A7E-8DF3-98328115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3419C1-EEC2-4E5A-8BAB-70600B0C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E01193-866C-4A7F-8666-1C7C71F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8824D5-EB62-4CB9-AA9B-A9A5949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B4343B-BE86-4A6A-A06F-B4BA6422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6E2DCF-67D1-49F2-956F-B58F4FB5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55BD90-37A5-42F2-89BB-ABBB766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2E4035-0BAD-47D1-8171-83CD0B4B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C9D424-1600-4086-B935-007349DC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E4847E-9621-4296-89D6-CEB376F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BC188E-45CE-44CE-B05B-ED039C1B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7C2151-C672-46D6-8B10-46EB78E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8CE303-1A57-44B3-B906-3373C66C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9EC93D-8B13-4553-BAA0-D4EB52A5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EA64BE-57F6-41F7-9C25-3F77452F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B132E4-0C28-4068-B5F0-84018ED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295516-AD75-477D-B9E1-2BB7F9EB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8B34FB-F49D-49ED-9982-2F41A2C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14B68C-02D1-4302-9CF9-94CBB39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68853485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2A64068-F93F-4DD4-AD66-967C71B0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CD85-2A61-453F-ACC0-7A08931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C2FD3-FB17-4805-9F0F-37943945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A44DE-7391-4110-9CAD-D19488C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1FD78-AAA6-4C5D-ACC5-96447D61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 mayo - 23 mayo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8192B-6AF9-4371-8FC0-2947607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4554A-5F5D-4F79-A42A-218E5C3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C3486-ED0F-4D07-88D9-9D9D37EE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63B9E-7FC1-4801-8C45-3159AA7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10A82-FB77-48CB-B61F-00F7E23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632ED-BF2B-4E76-8E1B-307C532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114C9-90A5-4D1B-9205-9D6025C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2BE0E-F98A-46F6-9752-FE0A7A1B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49719-45C1-48A6-8BD6-2721A5E6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BC0CF-F2B8-4A2F-8A64-10BC8EA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ED85-B35D-4AB2-B806-93BF85B4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493F0-BFE0-4EF8-9108-DF5637F3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6122A-3BFB-4001-949B-E228A0F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801CD-698A-4FB4-8531-21D7160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076AD-B81D-48C9-AB95-D6AE233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A86B0-E72E-4882-8E99-0B63124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2F38C-56D5-477C-A65C-9CF45E18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60829-A57F-4643-AB80-61B1964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1D2BD-0B9B-4020-B8EE-A29A1F8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FDB15-AB10-43CB-907F-82ADFFF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DD2F5-2730-451B-91C1-EF3AA0FE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55A39-8DEC-4B0F-8A05-AFAAEF0A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C3D5ED-244F-4F61-A109-49DDC44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9822B-08F5-4DD2-B7DF-598C6937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BCB62-F57A-4EFE-A5C8-C8C436FE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67FE49-DFB1-4ABF-9061-28478D5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FD088-F610-473B-BCC4-1F322922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F2726-1DAA-47B5-8C0F-269B1B9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86431-0360-4BC0-ABBA-05E16BD1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8A28A3-1876-495C-9D04-59D85D29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9DCD5-9157-4B16-AB05-E63050F7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421FA-00A4-4C86-8382-F9C183E8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A30BDD-C5CA-4070-AEC3-DD76AF6B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030A92-51B0-41A6-9482-E26163D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270F9B-E97C-4DB0-BFC7-868AE21F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C76E22-4BEB-49D5-9889-D704530C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37C8CB-A0A8-45CE-9E55-33C2A6E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A9CBBB-FD0E-4577-8E20-8E9B503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C20713-5C34-4D49-A040-B3A62D5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95D63-9A28-4D3A-AA8F-54D7E0F5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02CE6E-C728-450A-9371-5A3701D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EA9AEE-F3D9-46D4-9536-F603DB49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31437C-109A-4728-8515-4F0E4EF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50DDFF-62C8-4B6F-B6F7-C5222DEA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6921A4-1EE9-47ED-A3CA-3796FCB2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117881-74B8-416A-9AFD-6A9968B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FA9CAC-F50A-42F9-9374-1C03328E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3A5117-4806-4D4A-9510-B811065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F08DE5-5EE5-46D3-9793-8532F46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8FF7D5-6452-401E-8124-830A612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C988F2-E790-4B11-B75A-685020C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516132-014F-423F-AC89-FC3CE457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A39492-02E4-4408-9413-E2ABB7B1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979143-8411-41F3-A3E8-679F2DA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AFBB7F-A209-4A7E-AED1-DB7A26DB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7F5291-FBD3-4CCC-BAB4-E60CA74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867006-7728-486D-B3E1-7371F63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00B93C-3287-42E5-9948-B2D77C1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64C753-C029-4C90-B217-F06363F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BD2F6B-DF7E-46AE-98CF-30AF258E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D450B2-86E3-42C4-8780-C9447611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8206DE-4E6C-48FF-A016-C7693BD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D1B339-9864-451C-B237-7CB5C588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6E83F3-6EE1-45CA-98A2-EF31DF0D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6B2211-6932-4B11-A0C9-DB6D1C10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B5FA20-06A8-4266-866F-51E33285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D40356-DE89-4BF5-998C-58E7850A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8FB3B8-5750-4432-B1A4-1F8E7C1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5B68EA-2F7D-431D-A1DD-8EBF47B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87AB83-E7F2-4824-81FA-B5C1DAD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C52459-05E3-4032-B7BF-365BD9F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7E1318-F03E-49F2-BD2B-092DF8A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92B451-0C56-45EA-8CCD-489D7AE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09E625-0010-47E6-9276-C893FE0C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155487-0546-45FD-9A26-B963E3D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646E38-EDC6-4C23-9A70-75B2AD8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84F1F3-7D7C-45AB-8D79-A5F4FA3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C22866-698E-473B-94F7-C31BB0A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B241116-0A25-4381-A26E-41418DD7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B3E7D4-1901-4138-9040-AC711CD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F20742E-F386-4599-8046-265DF000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D70B3A-874D-4B7F-98E1-E28D8162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C965956-7101-493B-B7FC-1CAA43D2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DBC8F9-B854-4A49-9BBB-16C97D9B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2D73F7-D639-4A44-B224-1D4E3A1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2AFCDD7-F5DB-45F6-8EB8-1B55739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0BB845-10EA-42B4-BEDE-51C76C4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470F92-2724-4A84-AB33-4877D5B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AC0A31-C4DB-4E02-981B-E50E116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2BDA9D-0787-4B3E-9EB5-C53DD0E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E30565-E182-45AF-BC13-2113FA60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6B1BBB-667A-469B-ADDB-7A1621B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B9978137-3E15-434C-A024-0EB175F7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6F9EF3-3971-4500-AEB5-CC84435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5B3E1A-FF8B-422B-B0AC-2A470B6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AD38F4-5F9A-4598-9BB9-DCFBF873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B669223-57C9-4755-88C3-D68428B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01D78EC-2DDD-4FE5-AF1A-5D4255E5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FC0918A-D8F4-49BA-8202-A80281F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2B7566-D2CF-4541-9858-1A0EF09D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388176-EA66-40AB-A597-1C464294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3ED60B4-3BB4-47C6-9974-0A519BC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AA73D0F-5882-413A-9637-14883395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B80015E-0B7F-47C3-98F2-0DBE3CB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757334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872610D-CD25-45DC-A378-9A069E2D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C2552-4579-49D5-9EDC-0B1681C9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9FF28-5DDB-4E40-9F4B-AEF417A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66BC6-D368-4556-AF8D-21AA56D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F9715-E91F-46EC-B131-E20BAB33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CA95C-CCAD-4B84-9AF3-C3F0502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A3336-CDCE-4C68-9A7E-D12B356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51FA0-9DCB-499D-A8EB-6A85F8AF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5877E-0CC7-4804-B721-918779EA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1106B-B4D6-4A6D-A39D-7AFA2709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C6581-A213-4825-894C-1C02F574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6E51E-D81D-467C-A150-BC6D8F2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B856-587B-4AA3-9B74-7E0098F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0E4DE-B67A-4CAB-AEBF-B29AA11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447A9-0196-4301-8063-4E69616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DBCBE-64D7-4917-8736-365F0898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95000-6CDE-49F7-8BE6-267FB73B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FDD06-31FC-45F5-81AC-29C2807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07AFE-DDE0-4258-9745-7DDEDBD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72CBA-B318-41C1-B536-4DA6227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03E36-CDA9-47A0-9573-E8DD3D73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C8CD7-5BF8-470F-99D0-A8B8CE4D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7FB57-A5FC-4093-86EC-3CC451D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E5FA3-DD99-44F3-868A-28A3FBB1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F1DB0-F177-4F72-86E7-F15F6879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FF480E-A3E4-4940-8D15-E51DD0E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A1697-E49B-4134-AE4F-DCB255E7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2A96E-3E7C-400F-B4E3-6D44844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3FDB3-40A6-4E7D-BFB0-0FF493D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6792C-A826-48B7-A30E-A6378CCC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E61E7-CBFB-4204-AD36-C9EEEBDF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C865DD-1548-42FE-8C15-A6B0CD8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1291C-E05B-492D-9BB2-90B0A34B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CDEAA4-2019-4EAD-B0E8-FE144070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26097E2-5AA8-4C5A-823A-0FEBED77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9A3098-C9BB-4C14-BAB6-14C056B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D8AFA-287F-4CF1-ABA5-9EC2392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23135-BB2D-4A72-ADBA-F2999673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976E2A-E654-4771-BA0E-4A651E6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F0C5C-BC73-455A-A70E-CD7FD0A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547328-4517-4D08-B516-C8D050DA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7BFC234-7EA3-430C-B93F-361FCA4C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ED5AA3-DFD8-46C5-8745-7F0A580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FBAC8-075C-43D9-926B-ECE4441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380223-B716-4EC9-B1ED-4B73D58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20B971-63B7-444C-BE49-75C7DA3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F6DBAE-38F4-402D-B97E-AA2A9EA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0D1D0-8C5B-4735-9D34-93EEFAE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A1A9B34-FA87-4532-9A4F-5622633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71C24B-8E0B-4C6F-A455-502072B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4903B3-A87E-4F89-A735-C64BA0D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52FF0E-689D-4B1F-9DE2-2402523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06F55C-69D7-4E69-BE9A-9776EA9C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71CD62-BD8B-43E8-9299-D2A278C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BA8543-D73C-4424-ACBB-6C18EFA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6339EE-A163-4F28-A28A-E0F04DDB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066290-2AE1-46C4-8A99-294B508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88339C-5A44-46F4-A1D3-7E05265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B73C97-8960-4F9E-A216-1AD91255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00BDDD-1343-4C96-8A7F-E99145B7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6CA3DA-42BE-4B13-935F-987EAA80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013B22-F751-42C5-8215-13B0F85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EA3651-8F09-48E2-A08E-5EDF8F35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AF55DC-E975-4C4E-98A6-EBEEDF7C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6DD913-2AC2-432D-8880-0BD7E0C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E18375-0A2D-4E77-902F-6BABA2D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57115D-1FA4-450F-8500-6E301543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314F1D-61AB-4E1D-9C1C-DBE0F7B5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C42760-7F7E-4DB0-9CE0-23A2B0C4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983555020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7882F3E-AE6B-4C79-8F81-3CB3E12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52BD7-6006-4286-A554-0B033445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E329-C985-4379-81AC-8DF72B3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3FF22-B919-4395-AB1D-4A557D5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D2FB5-4767-431A-A78A-AA4F31C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 mayo - 30 mayo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E2E49-BF5A-4676-ABE3-32D14A1C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4B5F-EACE-44B5-9F5B-C565672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5F50C-B0A3-495D-BCAB-8D47C8F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5E4E5-9C47-4F74-9707-5BBFF83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AC598-CE5A-4098-9407-D0F3E68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EFD7B-603D-4850-9E34-3E9FD71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1C10D-B107-4925-9117-1EB4670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8AA12-EB12-4C3B-A4F6-AFB13D9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591B5-7647-441D-B564-FFCFFD22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408FE-378D-456E-94BC-7D721547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B87D3-13CB-45DA-954A-EC8F89C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1F450-EB9C-419D-B631-F7D2F56B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9C3CA-E844-4797-B920-1A1A91C5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C85AE-8E6D-4F6E-B8A2-62B5D32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8896F-CC5B-4B0A-A9AA-9323291F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6254A-F8CD-42B0-BC9E-422713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A8FB3-47AD-495D-A9CA-6B99F44C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C8EFB-59E4-4D17-A7D5-35DDD338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2650A-B71D-4D4B-AA5D-17107F3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986D5-BEA2-4C15-9A3C-4461EC0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63299-B5CC-4049-90C3-99D84D67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115CF-C790-4C36-9C9C-1E0099A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552D2-3075-48F6-94CA-607A4359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DADD77-C6DD-4E46-A268-DF9834E0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AD65B-052D-4B4D-B99F-8D57F71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0314C-3B69-4CB9-B63A-55585D9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6FE64-3B85-4F38-8DDF-B153672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64A6D-9E94-47F0-AA38-657F740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C50ABF-1873-4A70-B4EA-A34FA312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684B09-C410-4905-BE7C-2BC01E7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EFBB32-3F78-47D5-91DF-5DB02A4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A5010B-3749-42C0-BF24-F89A095D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D40E50-CCC7-4490-9A6B-A1C16B7D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7BB7F-A7D1-4AD4-821D-CBA47B9A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5393C-27B2-4D03-A7F8-06AC0F1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99C2D0-93FA-449A-9C0B-A6EBC48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645876-2ED7-4E30-A0A0-03095FA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F46663-03A9-43CD-BF98-B80C7149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CC6837-F968-4E70-990A-B1BCD28B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3D969C-0B3D-4CCE-9793-4B675E25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0CC212-5996-4448-B56A-678AD44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C578AF-37AA-4BA2-A008-D546526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F515C7-FAA8-4D06-8BA8-F3BE57C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95C25F-B1BF-4CB9-83FE-5C257AC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308603-04AC-4F93-9E42-A762660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314E10-AE29-4CD5-9387-85EFF0A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CAFB38-5024-4766-9B78-663A47E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38EFF5-9571-4159-AB86-A913070D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F2E1BA-068F-4A64-B419-DF3A0422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B6BB1B-2262-4B6C-87AE-FBF4FA7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ADDB8C-5802-487C-967C-6CB2105C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833481-1C81-416A-914B-671CAFA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76D42A-1C2B-47F5-89AA-ACAC1E2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EFF6E8-B9A3-42B1-9BBD-71A9524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9F8B55-E9D1-4CD5-A793-05BEE1F7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0D314E-5E0B-4C1A-8D93-0949EC4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B8BF27-CDE1-4195-A9BA-5630DDE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7D01CE-D835-4033-A112-50F17CA9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4E25A1-E0E2-4718-8E19-7C03847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B455A4-E6C4-4C8A-9E80-A304929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13D227-BFF2-4848-AF06-7FFD0D9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B3E005-F816-41C5-8C1D-E5BA0BA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213751-CB59-47F8-AFD0-895F5349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89334B-92ED-4D5B-B9FC-A160C905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666C5F-8D11-4343-9D6B-42C840F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E41ACC-C56C-450A-A0E8-56369361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CDBFE4-204A-45F9-9B4F-0766BBC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BC660A-1B7C-4118-995E-60A3DEB4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BAF21C-05F4-444A-A141-C24EB336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8F5BF9-D214-44C5-B94B-251357CB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977624-D3BF-445B-AE85-1711B46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B671FC-313D-4B8A-AEE3-7F35852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0BE12A-F591-418C-98C3-ABF2D57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38349-E802-4D14-981E-668EA50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15A9AD-2D1A-4155-8774-D431FC2F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67BBC2-26A5-475C-ABBF-8D4C0051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3E9F32-3E21-4F67-8E35-25AFFCCD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5C922B-710E-4CAB-9E5A-CF4BACF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57CC436-DFAD-4346-990A-49EB6E8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7221FE2-8AF4-45A8-9A7E-3EF6B17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9AD48B-AE1F-46F7-9CB8-0083BE33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F7B62A-D38A-4717-BD95-840F759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AFCD7D2-52D0-4EC6-804F-A13C2575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CDC6897-B517-4B07-8C12-55C8153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BBB33A-C461-440F-A173-11BA621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54FB6A-F556-48EF-8C9A-A065A727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AA04DD1-6C9B-4C0C-956B-A84D090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95DD6E8-9EC5-4D46-BD25-06B536D8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768358-7875-410E-A871-2957478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44436BD-714D-4D53-A1E3-8A34EB6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E4CDAC-E7AB-447E-8A67-504A0877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3A5C91-4543-4EC5-AFA4-EA30C25F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1A29D8A-8035-4A60-AA4A-E76A97F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9704934-147F-48DD-A7BB-832EE49E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E19760-7848-4C02-B49B-D855FB8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B3F62D-FF0D-4FED-8465-C8AF50F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BE8977-E301-4E1B-82A5-FDC37B92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44DDD1-B31A-4A0B-8615-B404B9D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14FBA6B-67E7-4C5F-ADA2-D4514A0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AFD1FD-1423-41E4-81E3-ACD12A2C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595B61-C830-4ED6-AD22-F864DBC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CC04A9-E3B9-47F5-8283-39FC0C9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4C7137-E693-41F9-BF70-40F3AF0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CD8E78-3086-41B8-B806-910CE96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054712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D4F19C7-32E5-46E8-B6EF-E13FB84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4910E-198D-49EB-A15F-0A8DFD9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5386-0FA3-4264-B97C-CC0C990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15DD5-404E-4F8B-9C02-9AE5EFE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B1B74-8F04-4479-87C8-C06F3985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190D9-D9C7-47A6-B18C-61D23200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CC288-5FC2-4063-B2FC-26DDFD8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7B952-B10C-4ECF-8404-66F40447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A7B3D-1CAD-4E9C-B6AC-75714E46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29D19-01D2-43AC-8B43-72ACDB6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ABC2C-C73E-43BB-95FC-971FECB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74325-C583-43F7-995B-3B4FD99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95EEF-7224-4603-A719-CA00EC4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AD54A-2458-4C3B-83E9-FA60B31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2D4AF-D317-4B04-8637-592B278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FDE4A-D626-4B82-8B8E-ABFF7C3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3692D-F317-4FB9-8951-0289432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675A6-B249-48BC-9648-3495AB59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014EB-78E6-4E1B-95FE-033B3B5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97401-F55E-4CDE-B2A9-09382B77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58E90-8C7C-480D-A213-E303516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AA9A0-D71B-4EA6-84D4-60F6AEED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F58F7-949D-46DA-B860-6B2D7A0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D6B9E-128A-4EED-B7BF-7438FA34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9857C-39D1-4926-80E4-5FA5B3C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C80AD3-3EE3-48B3-A13B-E8DEC115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FD7EC-1C6A-408D-8AD3-573F5557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2D68F-F238-4E8A-853A-CDBB7EA4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935AA-7A3A-4495-8867-D872E140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AA058-2791-49A2-B839-613E1A0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6ADB1-9D65-453B-9D34-76039883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A0D80D-163E-4463-A17E-40067F8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1288B-29E6-4104-83CE-6E55E40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90F4-F80C-4809-94D6-077DF09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C9B8154-9161-4401-9EFF-C1AF3C75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1E3F7-9F4A-428A-BF56-C4A4F7A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767CEE-BC50-4B53-B88C-96116921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933EA5-5B1F-48D0-ABCB-815EACF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BC6532-E370-409E-A515-ECD4201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1F68FA-627A-405E-B396-A7F69B3C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E224C-ECD4-42DA-8A50-95B3E40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4542BE1-61F9-453F-91D1-19038D0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9F3843-D84A-4E3C-BDC1-E4107AB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F617B9-BD80-4791-8112-4BA53D5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C89F8F-2E01-432F-94BB-BF737D11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688ED-54D7-43DE-BA07-01BA293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1379C7-9CF9-46BE-9E4D-1355274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C08F5D-500F-41F1-A61D-99359F80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F2DFA16-193C-4DC6-BA20-E193A6C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862D7B-DDAB-40C3-9DE1-95ECE2FE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19F673-E152-48A2-98CC-611D16F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F925E0-8F4D-4B47-88C0-F015A86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4B4F65-C1E7-47AF-83DC-983E2B0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9B8472-B472-4966-AB51-3E9DE9F1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83DA70-BFEE-4292-8873-9B76BCB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209987-4379-46FD-AB3B-D98478C2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595DB1-4864-47B5-BEF4-53C64B3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1FD521-A48E-4FFF-836F-69A14B0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7E76C6-DAA5-4D92-83B1-8C099993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D8F20F-949A-474E-A84E-890BD801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04FC38-AA41-4AF6-9D19-954C2ED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29EDC8-9063-41A5-ADF7-FCCC248F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1A94DD-B9C2-46BF-8822-C452437B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A5BA55-F76D-4CA9-932A-78A86FBA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C9C5EE-0776-4A62-811A-AC768C6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FDFC1F-5682-439D-B283-71CEC16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4D6F16-129F-493C-B136-08D06C68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52F3F5-5534-43C7-8141-9BBD589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6B884C-ACE2-42C1-8994-D03033A8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01625130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AB52F6-9524-458D-B34B-F819B13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142FB-4D06-40E2-B83A-A8635AB4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48E66-B62D-49B7-A229-D9831A38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570CA-5E0A-40BF-A262-401164A9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D410D-6DD5-4C05-BBDA-02399C23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31 mayo - 06 junio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ABFE7-B1B3-46AB-B4CC-EEC561DD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645F2-2796-4EDE-9140-6AF97403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9F53A-8E1A-457F-BC1B-A8F48E1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826DE-A0F2-48A2-82EE-762A4911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66A81-1351-4CF3-8A83-9F8F1684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6489C-2373-4DFE-8B17-AC9ABAC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9FE60-9186-4D33-BB72-ED37404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8A6A3-94D0-4746-9AAE-66EB9EC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8B33E-625F-4451-A9BD-96B1E75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341B5-B49F-462B-B905-8A6D616E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087C0-B7F3-4065-834D-52136BD2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5622C-2B59-44EB-A64A-DCF688BB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040E1-9E04-4285-A31A-29F5C179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8A6C6-4247-4BE4-A1EE-9D9A63E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C894E-9C47-4E8A-AEAA-DDF2757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D4E5F-4684-4519-BC9D-D3D6688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79C4C-3946-4279-8510-C9AC5432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46B28-AAE0-4A5D-AAE1-E13BC62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49890-9F45-4C22-8D5E-213C908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79D60-5291-4102-A778-AAF3D276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FDC36-CFD7-46D3-BF4C-475DD58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A1B71-EF7B-45AB-BF76-E890456F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12428-403E-4286-A049-0A08A7A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126C9-AE67-44CE-AC97-319F3BC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ED1D3-18B1-42F5-A3BB-48DE1C1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843DE-7EDA-416E-8461-798F33C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80B1C3-5D33-4507-AE7B-85BAD88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7E91E-C406-4721-89A2-5EF45E02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A015D-52B1-4B5A-B370-278FEC6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F09BB5-5A6B-4063-8771-0A74E7B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FDAC6-E9F1-4123-A6BE-CF1C754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A6319-B67D-429C-A3BF-C69B2F9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6F69D2-2B6F-4067-A79F-3CAB4F45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783C5E-A7FD-4391-896A-7E1C8975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A0F2DF-43F7-42E4-8A15-A2EBF84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279DA8-060A-4162-94E2-8E53A76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5E613E-A154-4AFB-82D5-85E3EF4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02E5CC-5083-4234-8FB0-13F14A1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D3FCCD-5205-4069-B964-B476F36D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EEAC6A-E35A-4CC8-A74C-85A2B6DA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7B6FF7-CA7C-44EB-A97D-6B5E760E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4B60B5-2BFF-4D2B-9A56-8E699DD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58F781-97EC-4705-8D64-E3063331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D302F1-7579-4017-AA98-15FEA0B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1C6142-B4FB-415F-AB21-18B5EBF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733E25-3B0C-436E-9934-D6715C6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BD261A-84F7-4246-B0E9-C22A880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296398-32C3-4E1C-8C1F-B35456D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615BD2-A3FF-4A2C-B42B-2984DFF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F2FB2D-6948-4047-89C7-85FD929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24ACF1-3215-47F7-9CBC-1B880EB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9E8AE4-CE18-44A2-9335-444640C0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7EF9D0-CC8D-478F-B3D9-12249BB9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48D964-CE50-4604-AA8A-ADB3982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2AEFD4-8300-4B9A-8851-451F0B3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D2D004-17B7-43A8-B113-701B67F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5FA8F1-CEBD-4047-9ABF-CAD5B26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4840A4-FE35-4E7A-BF96-457E21FA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C7DE5D-7420-4E73-AA6E-6A101D2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BDB5B8-91A7-41ED-B212-FFA293D1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DC1AC3-839E-4268-A3B4-FB2B367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A688C7-57A4-4052-ABFD-8EB2F3B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B88951-3C9A-4906-A1A0-00367D06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30B999-A4F6-4407-A0AF-50213291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93A3B7-4846-44E1-8B62-D554845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D66E42-68CE-4613-A388-C247CA7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926E36-E580-468F-BFBC-F1841EE5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A9CDC3-71FC-415B-846E-8C489EE9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D9859A-5578-4A99-AF8C-42B125D9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7C1AAD-D7FD-40F6-BA6A-028B937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CC027C-7CB5-42F6-810A-423845F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73840A-98B5-45B4-8D0A-E1090CF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DBBC21-AD7D-4738-B914-B390F4CC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C61A75-AFC2-4078-AFF1-711D21BA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D36AF8-7A52-4E7D-A98A-96EDA3F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50C828-0E54-4D07-AA1A-6721755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9C6195-0B70-461D-938D-92017BD0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440FB5-91E5-4E9F-AC9C-54F90608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58BA08-0565-48FC-A6DD-478900A7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348E1E9-FB99-4C35-ABAA-FC658AA1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00948D3-0BDD-4744-9C0D-38CEC78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8DB210E-F428-4017-B05F-7384E612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4E402D-42DB-476F-8D83-5724B8D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05567A-9919-464D-ADB9-89633D60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6D06DC3-3232-4790-BEE2-02708A35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3BC1A9-405F-46B8-B228-4AD1CA4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4C9A28-44A2-4416-8FFD-FD24382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6CB2C1A-C7B7-4D19-8121-8F0FC4D9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D184D8-B448-4D27-913A-FBA2FD2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ACA13B6-C49C-44E6-896F-C314CCD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CB5627-1400-49B8-AB12-66260AF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6DCD15-8D1A-4924-BC90-E9575166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41FB222-F9D4-48D1-85B4-14ED134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0A3D50-395A-4CF9-A488-F4E3E01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594FD1A-956C-4C20-B094-161D4844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47D240-0347-4B8E-A8D0-8E9A228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8D0B60F-931F-43CB-A671-02A691F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838740-BF06-4D98-BB04-46C1C4CD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23BF8B07-40C3-433F-86E7-0824F5B1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2DB979-C46F-44A3-A726-9120C2EA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FEB194-D407-4FE1-86E4-EEC39E3A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327E92-7BBC-4F2A-A684-89BFBDA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A6781F-2543-4C26-83EC-6EEEAD90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5680977-40A8-47B5-ABBB-50CB291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7318847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E75B7B2-9428-4E06-9DFD-EE3DB029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080D5-0333-4817-9560-2FBDBC3F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B4985-E092-4F7B-A875-D6F7CD4C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28C9-612C-4E2F-93B5-A9E4627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A5FCE-E7A3-4F26-833A-5C16E8A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41DE-02DA-461B-9738-9C67903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83E1D-D6E4-4AE7-8D6E-31137B5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66146-484D-4F1B-9B07-1E5E03A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DAA72-22B0-4EFD-B924-EF979324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F7858-C47A-44A0-A1F8-1B11773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69494-13CB-413A-8F4C-98ACBE7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8F9A-5AC9-4FA0-B49F-E670D24A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CCEF6-B0F2-4CDC-96A0-36A21BB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81E30-7D06-478E-AA18-A2307CC5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7F765-1DE1-479F-8D4C-F4AD9929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0F449-5CE8-41CA-A511-6CE4529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9AFB6-A354-4576-9DE9-585AE96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F1585-208B-4FA5-95D8-C67FAFB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8E896-67F1-4012-905C-9860BD1F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B738D-F5EC-470A-BAAD-62069D4F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0C593-E36D-454B-B95C-967DCFF4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47B6B-2BDD-43A6-AB24-FEA43C4A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E60B2-D705-4A69-8C33-BF492C8D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3EC1F-9C03-43C8-9183-7F7AA34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7C32D-2673-49F0-A20F-E0A075D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9367F-7A9F-4E84-A280-7A95159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171AE-BE2E-401F-B0ED-A8408C45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5B96A-9314-4176-9685-A8F8962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959EA-3033-4AAF-9AF1-CC0D5D4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82FC5C-997C-4D8A-84B2-F0FE0E89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A64BB-50A7-437A-A886-EA34C3C9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FBE39-82FF-4C56-94C4-573F874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1CEBD-0B0C-4C07-9C52-2C8FCAE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151E5B-DA7D-4A23-A586-D2D0F0F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AC3CBDF-0CC1-4AFC-B3ED-3CA45EE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592243-94E6-42FA-9D17-C86043DC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3A3A2-12B0-4F20-873A-C6AAA640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E5673-4749-40CF-ADE9-53FE067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5A9A0A-0516-4B4F-9A43-67099876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E98A2A-B944-4151-970A-8A3B674C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066E80-43E3-45D3-99B3-1E437BE0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691976A-65B6-4779-9BCF-90ED62D9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41E5F7-2248-4F01-A894-4F95AFD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F9202-E42F-4197-A0E6-93102EFB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65684C-B06B-4F6B-89AB-E0C757FA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4C7350-157A-4A5F-AFD9-0404BF47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52371-2746-42C3-BBAC-374C83A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9C418F-46EE-46E3-BF40-BA24C29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15BCA3F-5D33-4961-AF93-B67D648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51B567-A207-4DEC-A363-BDDFFEE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57A1B7-73A0-4187-BEEF-3A8E78E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688CA6-FC25-4BF8-B5C5-8C7C829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FE8170-DAAB-46AF-B028-E64E878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22236B-A5D6-4059-AD5B-52F90FAF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401E3B-E439-403C-BEE1-58CDFE3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75AD70-A12B-4734-9BA7-75D4528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F63E1E-908C-4D59-AF2F-874F831B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7F803A-DBFD-4035-A6CC-2E3CBEF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4324B2-BD11-475F-AE1F-773F0321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C32FC2-BC55-45FC-A36C-560EE997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C47846-3D7F-4827-B161-FF458AD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630CA4-6C93-4081-8354-412CFCE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E908BF-0956-4FBD-BCF2-395C2304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02B4A9-14F6-4435-A6CA-D6927EF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BCC170-496D-4939-97F8-32B0245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099926-2E9C-47FA-9F62-E87B6F7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71D849-6D63-4635-8A8D-46A4379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277AFC-437C-46D2-81F9-D5AB1D6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A730C5-2295-41FE-B23B-1AA25F97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87961433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ECA74B4-FF37-4E8C-9897-EEF65D0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A8F58-9A11-4FFB-B717-28CD5DBF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403A7-68E9-476D-A76C-BD847D0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A129C-FD48-4385-8B44-1432AFD0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9AE6-D3BC-4D6C-9C8E-2F9691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junio - 13 junio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17FC6-EAC7-4775-83AE-18E418B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22698-006A-4967-815C-DB5479E2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453D6-7AAC-4BAD-94B1-3B4A5D97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C754E-104E-4E45-A25D-7D70EA63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563F-6BFF-47E2-85E4-AD67140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A0EC2-5FBC-4EAB-85DC-538ED56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5EB5B-718A-4BC6-8D19-5671DBD7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AF59A-3E12-4754-9F16-8988F196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5BC11-8BE1-4643-AA1E-48E15C99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FEADF-7F3A-488B-97BD-E3185E2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6A054-FB33-41BA-AA7A-D8B4E919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7F3D6-CCE6-4A33-910D-96AF6EC8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20E53-ECB7-40D0-B2DB-FFC4B06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C23E9-CB89-478E-85FD-907C43EC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03F3A-5C56-4DFB-9B9A-6CAA9078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7B9E1-FC39-41BF-8BF0-1E6280A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18400-2967-47B1-82FE-2C43541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D1AC9-8FC2-495D-A3B8-68414717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8456B-FB9C-4C73-A02D-FD43938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70ECB-C9EC-428E-9D03-37C8442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1DFFD-92EF-4D3A-8C60-5598E02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22AB3-AA32-4173-A039-F493B753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09053-C7A7-400B-8216-CCC7BDB1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2B248-C40A-4AD0-9683-818CE82D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1372B-FD45-4838-AFCD-48805FE9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ED8CF-F3BD-431D-9BBE-4E76588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6188F-891F-49EB-9DC6-B8C6B7A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23A04-5778-4DA4-900E-723A27E7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36BC5-C470-48C4-9E6E-82621B7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4090E-3D85-4986-8D4D-06FA2B3B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3BD50-D6A5-4C1E-A06D-896671C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F2A7D3-48E8-4E9F-BA55-E4E485C6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C360AE-4781-4330-8340-7478CEC6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E2FF7B-F35B-4FC4-ABA9-770612AD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B4A9E3-386A-4AD1-96DA-AC12187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F9CE04-E7D1-4D98-A289-1D876F7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EF0BB8-8DE4-43CA-8614-8C87A8C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0C26D4-15C3-4E2A-8C87-8AB50BA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B1C41D-F6BB-41C8-A8C2-2908B26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2BF3A0-436A-4C56-8120-42E0F2EB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426BC9-CEBA-4E3F-AA5A-13F04BA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724C0-5B70-4087-9A0E-8153252F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B8D7EE-A05D-4447-A151-300A3B36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4D46E2-84AA-4C34-B6E3-0B993C8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5678F7-EAB8-4073-A698-474AF491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34F335-9BB1-4E35-938E-BBE5F2E0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A76CD8-C39C-4849-89F6-9DF72B20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68CECA-0C72-448A-B231-3457C2A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730233-BB21-4B2F-9ED6-0CF617D4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74C94F-6B70-4BAC-A7A8-FB84B9C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AB06E7-BA7E-4E1E-9399-C8F6DD1E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7C9AB7-5C33-4DF4-A1FB-7767969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BD7BC5-CE58-47D1-A015-D80279D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DB4CD7-F561-4B10-AF0B-24ECE12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A57B11-AFA7-4D71-9BA7-7B1A3CDC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5BCDF8-6560-495C-8BCE-36A0526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1A09F9-347C-49D4-A932-EA0AE2D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C3BD96-51BF-45A4-961B-32E4A68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6B7F6E-99A3-48C3-81AB-E9EDA268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277E27-E617-45B9-9891-89CA5E2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42DF70-1454-471E-BC82-FE85B55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5A2CB3-0C22-4B6B-AD2D-892281F5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5021F1-58D1-43AA-8398-F80118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5B0B06-926E-4DA1-B68C-00173A8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BF568A-5CF1-493B-AAC7-46DA08A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56FF93-3255-48DF-A98B-1E5B76E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139969-BA8E-4A0A-AC61-2716EC9A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39B313-776D-472D-8AFA-D5359AA4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3E6301-F760-42AA-9D8B-9FB4087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5EE6C59-2625-4FA9-AD9A-5916622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EF7B03-ED1E-4351-A3B1-7E5C62A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5F6815-E410-4BA2-BC22-B0DC1D9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E967EC-B2A5-44DE-B3E5-6CF302A0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32A583-CE3E-4878-A48D-C5D6EEDB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715B50-0F32-4F09-8B04-7DD4A68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0CFA68-22B7-4A2D-B447-DD5C0BBA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E7D6F4-79F0-49DA-A046-7CBF771E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2D55E0-303A-40D7-AEC0-7DC60154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6CD39A-1CB1-4E4C-BF54-0AD9F8A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33894E-FBCF-476D-920D-81D50E92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ED9976-4A48-47A8-B109-B850958D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6643454-BD20-4E05-AA42-B2C672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EC129F8-8DD7-4054-B203-865CECDB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395A81-F1CF-4BB5-80C2-EF86CB1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86D33D-5204-4A21-8D5B-D6B1A46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8F6287D-A2E2-4C22-8891-4B0835F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C58F989-1D55-4049-A7FE-84054950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A8C8D8-A9CC-4A71-BE64-88381EB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52542DA-7AAD-4CCB-BFFC-8FC7ACDC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950C028-B9E7-4BFF-95EB-4AA3D48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E2914A-738C-4D7B-99B6-67D9ABB3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F6D87C-6913-49BD-B83E-4648F582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75E84B1-F5A3-4DA6-88B0-90C4EFA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7A88AC-2F78-4D87-BB30-F1BFF44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7B0909-B0E1-462C-ADF7-E9A2E07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152B2F-DE23-4BD9-BAA4-D8FE0BA9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BCC4464-ABEC-434D-B720-1EBA46D3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60F139-CFF1-4CA7-B2AE-4DFB76A9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7F7187B-C0BA-44B8-9316-97CB24B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AF0861-4388-4630-AB49-2A3E2F6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D57870-12AF-4EF6-B2D4-9BA028F7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080FF7-C6F8-4FC4-BD9B-8C8A6CD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C38CE8A-FD96-4D72-A8C5-F2EEC88F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9B397F-26CA-43DC-9485-9A4374DC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3816561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C9AB98E-F3D2-41C2-9EB9-AF47E11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43FB4-0D61-4AB7-A3E2-CEC946A6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9162-240D-40E9-89FA-263E81E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4DAF1-4C73-4C74-9A85-DB86646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D339D-328E-4FA8-A21D-3F0CCE9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D02FC-D48C-4B48-AEB9-56BFAEA2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D0D30-7427-408F-B6C6-19752DEC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510F7-C366-4A37-97BD-F185F3C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66B41-B4E0-4C67-A959-BB8C01E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188C1-BC4D-4875-BA02-693AC5B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A7D13-FC0C-4FF3-9CBA-1A9990AB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4FF29-B76F-483E-9E69-0E97FDB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0EB67-D755-4DA1-B791-F752B5E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C323-1D66-4622-B67A-E7B5465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9D07E-76BD-4B5B-9F92-73E5921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5E90-3A09-4FFE-85CD-EB7042E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BD707-1282-4C3B-AB53-4475B0E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9F5C4-8448-4660-9150-710ED818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121DB-F6B3-44BE-9375-E126A54F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92908-42D2-4D03-A0F5-066C449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84E61-2375-4BDE-8D82-F537AA5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271EB-94F2-40ED-A050-81784D8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A8DD8-E40A-4F9D-BD69-38586171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4D477-F107-4CD2-8802-13CAF5E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AB01D-81B4-48B0-99AA-874C38F1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5BCBD-00EE-4805-803E-3808370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3EDA4-0372-4413-B957-A654C84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2F6E3-3132-4445-9A6F-6BBFC626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30C39-7969-40C7-90E0-2EDBFA5C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5936A-4BAE-49EC-BB20-7FD0DBC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DFFAF-B8C3-4BAE-AD54-EB8A9A2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60BAFE-7A72-4E62-9C89-7AC975D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D8474-C40C-41FD-A471-EE65CE2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2E299-EF19-4814-B527-B987DED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E07314C-BBFB-4BDB-8B29-3A5665B7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99C63-7445-44A4-AE02-B0E5ED5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810BB7-99A0-4C04-8A6D-5BD2051D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9D0390-49DF-43B8-BBBF-7BAAF6A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40C302-32D4-4C24-9353-DA76FB1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82D037-3E9F-44E7-8095-C32653ED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D5DF9F-A1AF-43BF-B7F4-7DB41E8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3F0DC97-3748-49E8-96A2-0F646D3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26E968-DF2E-45E9-B5A3-21BF7B46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D3CAF3-2C88-4B91-8B66-8CC7474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1C47A3-F622-4BE1-B6CD-39014D3A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A0A7B7-B77E-4110-874F-EA7A9659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1F395F-C321-41F3-AA0C-ACC24D5D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3C84A-F44E-44C6-8F85-8EFAB07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834A248-1CB2-4D2D-A171-8AE7BE8F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89533C-A958-44BB-B112-5C84937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C8F9E7-7148-4EBE-9E17-24D9A2F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366751-A549-40DC-B180-BFBE184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9D4266-8D82-47BB-849C-D7E88CB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C90B3B-3712-428F-AB85-206A188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9EA058-B4DB-4DF0-ACBB-29E477F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88E539-93D7-430B-AF64-7FB6F52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04F008-EA99-40B0-B7AD-74C2A860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03EEA2-4DA0-46E0-8C0A-15D39ED7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E77D1B-ACAC-4534-B4B0-636BA04D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47C8B9-1DD6-42F5-A349-CAB051D1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92DEC6-1D4A-4710-9FA4-4072732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F8C585-959D-47FF-97F8-FFF032A8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3BA158-B055-458C-8316-74D5A9DC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2334E8-7C70-4EE0-9D40-004CB1B3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844A59-6F4D-4B3D-BBD6-BF811B22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C80A5B-6430-4355-998E-6F11A68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E3D32F-2885-43D4-BAF3-830BB96F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AAB215-AB96-45D4-A4D8-AEB7F340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B21921-C207-4D85-BA9B-45B1F4E4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335115264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43FCDDA-533A-48A8-8025-FC18225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E4830-20BB-4E7A-AA5E-851524F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0CA26-59EE-4925-9752-B728E20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95F79-932F-4FD0-B8F5-A47770C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1AD5E-46D9-4C96-9271-9930F53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junio - 20 junio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02171-AEB5-4E6B-8AC4-3453F77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2834C-95F0-496F-807A-5069445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4D205-DA67-4B40-B414-835EDF48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32CB8-3FE3-46DC-A759-0F42C71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F845B-C667-44F1-BF34-9018A7A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40B85-68E2-4BD6-91AA-EF51121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1E86D-A17C-479A-94E5-826725A7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AB30E-58A3-4DE9-8B22-BDA1662C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B0A77-C9D7-450D-9F07-7E74A2A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DE836-7045-417D-85FE-17AF15D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6C4A4-5196-4353-97AE-415A175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43F8D-B6C9-4CA4-A5E5-ABEC5DF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E6D28-5534-487B-A242-A6582F9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275B3-5C53-4C16-B487-F51EC5C4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A469F-4743-4464-A506-74CAC33C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FCDD5-D998-49A5-A2CE-3427479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90270-AB4B-491D-A508-CC332AC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14BAA-2ADF-4389-96EB-749B214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927BB-EC35-490E-9F81-43716FE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758A-73A9-4745-B0E1-25147EE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9EBF47-5192-4D11-A96F-0B189CC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03384-6EC8-413F-AE6D-3FEE15E5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8DBC5-93AF-41BC-95A0-B7450BAE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61BC1-CD7F-467F-B2C3-B20EEE75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A070B-0741-4839-B641-D261C6A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258D6-EA77-4791-84F3-CE7CAE8D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34951-629F-4E1D-A9E5-36DC84B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D50E4-D920-4885-87DA-43A45A3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A0CA5-7B91-479F-84D3-C6F1DF9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536BA-D7AA-4F4C-90F1-D6E95E1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3AFF7-250D-4004-9132-0D373D6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2CFE14-999B-4C5C-8872-F805B660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266ADD-8909-44ED-BDBD-D491D852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9ACAA0-652A-4398-B24A-23C445D4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24914B-57FD-4432-A47A-02B4861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88EE90-1304-4128-B3D7-4B0A2A7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D9C74E-7928-44C2-BFF1-C605E34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F03322-D68A-4459-AD24-47B3C944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721C57-2E09-4992-848F-55D01992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BC7002-14BE-4C10-89F4-0F7749C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88ADC5-6937-4C84-99DE-3EBE1F1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4A1E21-B6B5-4EF5-8689-2ABA936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B945E7-EC8C-485B-8433-9BE94C0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FE94BB-65A8-4B36-9A6E-1B1EDFD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3921A-445E-4CCC-95C3-6E281E5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AF4A8-B4ED-484B-B01F-56ABB92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477123-9EC3-4220-921A-683BBDD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FFC17F-ABCA-4AF0-BB06-2F4A937E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52BAFF-BD96-4AEC-B168-8C2B3E26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52F926-08B5-4FD9-B41D-FF96A74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48637B-100F-4BFD-B1C3-53AD089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313DD6-6351-43AF-B1EA-AB84C9CB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2D4BDF-1329-4BD2-878D-67702CB7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85CACC-04D9-4513-B11E-5B4E2899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D12314-CF45-4053-8914-6BA9CBA5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D16FE0-FD00-4F0B-9C9D-2573D63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4DA434-2F80-4BE2-9AA6-34903C4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5CB1E0-341D-47BF-BFD8-6A7F907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3766B6-08B0-49ED-8C14-A0DDDC3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5F21B1-BB73-47A5-B6F9-51D75588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C4EBC5-C31D-489C-95F5-B8FB051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D9D4E8-5E17-41C1-AE9D-DC0C36A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AF0539-1985-4FB6-B020-191F6D8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7BAB60-E027-470B-90DD-EA65AFA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8D4FDF-D606-4AC5-8913-57351C99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088464-F1CB-4E14-AC92-2E04CE7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6BFBCD-D5B3-4BFA-95C7-992D627B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D3DBD0-9B17-4201-87AC-7FB239C8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F528FF-6E6C-4CD0-9C75-5BDA207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9975F3D-2759-40E8-8E40-04252AE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0E5A4E8-4CDC-4E4E-AA2B-78370EF2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572C4B-6DCA-46D4-987F-F5BAE7B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F3402D-A920-4540-9075-E17A462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295A1C-FA71-480C-ADF6-C00A651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274D31-89E0-4D05-B4BA-CE7FEB7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613E17-E994-4803-BB11-5470C30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76A4B7-59B0-4C67-9CD7-456D2254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2C240D-6C05-4A1D-B351-67F2832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1C3995F-D131-4232-8D26-8D9357BA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89FCB92-9FA4-4E6C-A5EE-92396E5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F7F836-44C2-4D60-B8D2-99F78D7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86091D-3E10-4136-859F-389DDB5D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3AFA25-8CB5-4E6F-8975-AD64CCE3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79C330-A18B-4CBF-80D3-0D958B1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381369-500E-4550-A90A-32938CED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3DD495-F456-437B-8F55-2C8163A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34615C-D5CA-4BF7-9802-F8BA9B4A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2E1C94-9C18-456A-BEDD-18134CCC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915E66-9710-4BC6-8CF2-968A43B7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1495B3-75C3-423D-9494-AB44E56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041C733-2267-4477-BAA5-A7E860F4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7CA931-E90D-4317-9B9C-ADC28B5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8B33A8B-3B73-43D5-A7EF-9A2BA41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59890C3-3B12-4349-9E5B-96F4D1BB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07A9102-930B-4901-B79B-EFF9A548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C3EDBC-5F5C-42FF-AA85-751468FF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138BB6-B7C0-47C6-B307-B365B682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B68353-FB0A-4AF6-A405-E5D31D2F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F387E52-AEAC-4A05-81B8-049A59C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FFE6AEC-D6FE-4E2A-B93C-A6C3362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75C45A2-B8A0-492C-8425-07DD9CB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97B1AAF-F195-4A98-9FFE-3B0E7CB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563F55-A8D5-485C-9D34-A088A52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E5A4008-33CC-431A-9C3C-892A17EF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197518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356C4BB-A60B-435A-BA99-EEE79D2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DF511-230D-4F66-BAEB-7738BD3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DA272-8203-42F7-8ACC-CF90E2E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90EEB-06AF-41E9-8063-D0669382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2C32F-2066-493C-9E31-FFA501E1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E8CB6-BB1A-423E-8AF6-5D799A3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86AF3-F50E-4272-8BEE-E2E2C372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471CA-DEA6-4C4F-9FE9-B910BC7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9E64A-4F03-40A2-8D78-7A218A0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8F29C-90D7-459B-810D-C7E8C05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1A426-CBC0-4F31-B4DC-55BECE2E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06B4C-EAD3-44AC-8E6F-622382F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88FD0-8571-4B37-AF40-74BB7C2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241BF-AEF4-4ADB-8B88-EC58A648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A7D1E-492D-47CD-BD68-5E6F83C6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7F49A-3F92-46CE-8D8D-071B726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F117C-D13E-470A-AC9A-6C9EF38B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31A51-CE6F-4553-A108-D3CB6C3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4E751-024A-4192-AB27-D2D9766E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F1AC8-9F0B-49E0-9AD8-696E927D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BEE5E-C4DD-4405-83C5-DB750BF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29D02-E93F-4BE3-9238-460770D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BBC92-1EC0-4F31-812C-A7ECE6D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364A7-E85C-45D0-8B94-F8B07220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41F8F-CC79-4879-8ECA-B2293E80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C0168-2420-4591-90CC-5E820512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DBA27-66F5-416F-BF43-B389DF7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FFEC5-E12B-4072-943B-6DE4D75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413B9-6630-4088-8217-BAB46F54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7CDC3-BD4E-4D34-9BFA-62ACA02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1A806-A803-47B8-8064-6AC3B040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4F121-A56C-4525-A1F6-D8611EB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7C8C62-173F-4AB6-A923-47AFE392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96957-1798-46CF-86FE-04BB75E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C384820-6F7C-4B51-B5F1-17610167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9FC23A-25A8-4CE8-96B0-9675CE44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592D72-BB68-43F2-8C47-E541A83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379A59-E5C4-45F4-B017-3E725B9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8EAE03-47EA-4961-90EE-67E684E0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6D6A6C-5439-43B0-A5ED-9A174BF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E7C03F-3894-45BB-A4BA-1DF000D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B6BBA7FE-451F-495A-BC36-FC6D8EC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F70831-8B46-4D19-BE3E-7D695372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87FB47-BA77-488B-8D9A-D695943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ACC4A1-6926-466B-8C08-E4A43AF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2E4E5F-1674-485B-BB16-D400B4A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7DFFF4-C527-4C29-BB1F-86991976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67AF23-D718-4718-B851-B6CD17C1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8D45465-0C55-437C-B41F-683069B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8ED8D3-B7AE-4F0C-9FCE-EEA6E00D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A884BB-D1F8-4EBF-BA40-1271452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3B8795-4EB5-49DB-875C-70B4EE6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1A7D89-B393-4C58-A86E-9BA74A5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D6490C-8249-4A3B-A71A-2E8329D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9BBCC2-D00A-4BC1-9F81-57844906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15BC80-D1DB-4762-8A44-B906BC23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08DE1B-09FF-4D36-9EE4-195D5428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85F818-9AE7-4E75-A7FD-A3740634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A6F06F-A7DE-4780-A272-CD8C971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4D677E-B0AC-4647-9EAE-850224B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4ADD01-F6F1-4258-ABB0-0115375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688A4-9E46-4F9B-A5BB-C5DA51A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A1A829-60DC-477B-A33B-0752126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85E258-C3BA-494A-B6A7-B5B9247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739E66-E379-43EA-8781-AF6C1CE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C4E3E0-9A96-4A80-AC9A-CE1F0AA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BC3921-A056-4708-B2D2-6C4A94E8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35A2CE-D358-4EFE-A9EF-C5BF0475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013317-BD21-4CDE-B053-44290E3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35895790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81D3B01-CF52-43C9-9F3B-A302398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2FC1B-48D5-4AFD-9DFA-DE3BE8F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133C2-38DB-43CC-9B41-490E3B5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31CD0-6A41-488B-A208-5787B5F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B1A7-49C4-4C95-AB11-A011044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junio - 27 junio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6A210-B9A8-4616-9C76-6582A58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463D2-FE6A-4987-9E9D-AF940EB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711FA-F4BD-4351-9EBF-3215AAC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3C3E3-3D49-4F43-BC62-0A78006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4AED-7C80-402D-B78F-76FF8C0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2CF57-215B-4F9D-99DC-0288564B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0CDB4-E589-4442-8809-2CAA2081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16B4A-3DC7-444C-BA5B-738714A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A38FD-69E8-44D9-922C-5A36AAF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3AD5D-2253-4706-A89A-31591E8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86D7E-7020-4950-9398-C29A5C32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1C7EF-006B-409D-8C26-2C7B8ABE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553C9-7908-46B2-AAAF-DF91A474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424EE-27E5-44C6-9EDD-DC5D008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DEE77-275E-4C20-B255-CF95356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47C1C-5C11-4DF3-B150-B694E997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C6C7D-C269-4C7D-8A7B-488DC29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8A186-04AA-4A61-BAE1-C0A3782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ECC2A-F738-4094-A301-E6D9F3EB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B9114-7C3D-4E15-A41E-2251CBD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6989A-2FDD-4C79-9372-BF36AD03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3F41E-BF52-4192-9A15-9C0CE26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EF7D0-0EF9-4D88-A012-42E95E15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C08B8-B217-405F-9471-92FAA0D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BD902-89DE-4BAA-9484-6352161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DF5B3-D573-4FAD-8CCA-0ECA4FD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0DFC8-F832-4EDB-96CC-A19734E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8EB534-C45A-436E-81D5-E065827E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5472F-C938-4E78-8836-AC4C216F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F7FE3-159D-4D2E-AAF1-CB35D8BB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6CEBE-3886-4404-AC07-1C659675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B9DAE-30B0-463A-A80C-5D2161F1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D697CB-875C-4477-BA7D-BBC1010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B4A5B-AE36-479A-AB8D-76414B6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E20B41-45AD-41B1-9B40-307C3AF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9E11EC-E072-4880-A896-6D29E61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FF922B-0EF2-4AB9-85C2-E257B5D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E387FE-5305-4AF8-9EE1-D9194EB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8B7C0F-6016-4650-AE4B-E594097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E7981-4696-4318-8186-4D3F2E1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73D36F-C8B2-4805-9279-85B0D8C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831ADA-DB6D-4CA4-AC72-09B7DB10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E2173E-FE8F-4ED7-A97D-1911DD1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2E2D30-ED15-44B5-818B-5D015B8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179B0D-3919-4492-8B1D-2F3FE1F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AA598E-C5F3-4152-AE26-4DABC2FC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AFCFB0-3E6F-4473-90D2-A4453103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12D0E2-04B3-4674-A3CC-8A0DB7B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318509-7A17-43F0-B887-74D04B4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B6B269-18C2-4EAE-8732-E8B346D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01491D-7EBE-4A6B-A3FC-C50407BA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6EA1EC-E20B-4B34-B57C-3E8AD5D2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78E610-9679-443F-A398-4218DEDD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325EFC-8936-4F05-9C07-64FACB6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143568-388A-4406-B735-C7788D1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28E049-6A96-421A-85CC-8ED6DE9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5E1509-A5F9-4B51-9E54-5DBC909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BBF79C-6447-45D2-8975-FC68329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181FD0-D08B-46F0-95D0-028FE887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4EF1D2-9E39-4DCC-97FD-7FCC6D8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78E618-1E14-48DA-A3D9-4824955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DCDED5-5B58-4016-8B44-87061AA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31CCB3-2110-4023-9401-E9E34172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05B57C-E638-4A26-8835-D0E9AEB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D6A440-B14E-4068-9D2B-21EC36A6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9B3A6F-8CF8-4F99-9541-FD692717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7DA25D-4785-49BA-8CDA-2F3B1F34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55846A-CB67-4D0E-BDB9-367283B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B3BD0A-CAB3-4494-8A87-BE20398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AADF8B8-7751-447E-8D87-02B03448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BAE59E-2D67-4688-B2ED-15DEF7A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4226BA-F7D3-4221-A390-DBEB94D3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B9BF76-561D-407F-94CA-D6645BB3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6BAC28-ABB2-434F-853B-1C0C8C47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ACCFCF-04BE-4567-B3D1-B14EA31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A9AA90-0862-45D4-9B7F-261217E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83CF4C-D529-488B-83B3-AEDFB60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66A0EA-C936-418D-8A57-68599997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DAF0B1-D8DF-4887-A91D-10CFD0A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D0C302-FC8F-4819-B9FA-77D96D9D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4B5558-048D-4556-9143-1F9AEFC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C0AB655-31A1-4732-B700-9A31DB2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AF12C8-35D0-41D1-883A-97561BF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C1EA4D-178A-4014-854E-BEE01158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DD98F5-7355-4A02-9A2E-672AE2E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D1A3EF-ACA2-4753-8133-E9AA0D5C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DA5D5A-C213-4EE0-8AD9-91900A13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80F670-8C8F-483B-8502-8D07ABED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51564E9-640F-4719-8930-CDE05807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8BD71B-91E1-4A17-A8C0-8E3DC30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723152-46B0-4D77-BE09-2E3E967A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275615-E4F8-4181-B067-1F4AD06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484A944-1035-44F4-AA0C-3A9F8336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179B33F-AAA9-4BA0-ADD8-F9D7C2D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AFBCBA-1FB7-4E78-A040-C1F10F71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408B45-DFD3-43A0-9A6C-3A476C7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B88D6C-2747-4EE0-ACAC-1C1C908C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E1545C-55A0-43D1-8ACB-CCFB26E6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C6CF0BE6-F73E-4ED3-8D6D-AA99F35C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0F5253-AF04-4076-873B-AFA9BB7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E89276-434A-4833-A5EA-2EDFD163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2AC7C0-FE70-4948-BA84-D1AFEA2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76A68EF-7CF6-41EB-B1E4-AA623A0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133B338-D77C-47B1-A389-3C439D54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018586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2E5D0AB-E7D5-49F0-B5F1-411CE3E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625E-CD1E-4039-8EA5-43023C5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98FE5-3F05-4D7C-8861-377451BB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9F606-EAFD-4C3B-9319-81C9952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E50DC-7F62-428D-8A1F-EDDF96DC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C5582-E9C5-4391-A07E-A06B6148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33D21-937F-44A8-968A-0D95CE3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406C3-03FE-4219-AAEF-1A315C2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03856-49DE-45C7-8974-29C334E2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2731F-0A3E-496F-8F08-B03B9B4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65688-BFC7-405E-9614-2DC0374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3935-D208-42B4-B3BD-4D1AAF28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9E3E8-A7F5-490D-A702-761759E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D009B-C704-47D0-BA30-C0D2E34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C3411-E021-4E1C-86AB-379B3E10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AD86B-5076-4717-9A7C-05C3EDB9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FE261-2B24-49F0-A32E-11D393FE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D2EC0-3B1F-4D88-B43E-49F14590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913F8-0AE2-42F6-85A1-3C9D508D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289D5-E810-4731-B9A2-3E08D70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785A2-B43B-460B-A93A-5231D71D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F465C-8646-4502-8799-71E72B5A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D3FF9-EA86-46F9-9B04-1DA154D8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041E3-7306-47DF-BAEE-9A7B0A5A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D57E4-4F7A-437A-B573-0EA4A73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B706F-CC08-42B9-A0F9-9123776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862F3-0014-479E-8836-3B36EEE9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5FE0E-6717-4E38-8F71-B115733C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CDBB3-BEFE-4EB5-8B2B-1D1AB70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BB7CF-AD15-4563-8BDC-33301CC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8B127-5911-4C10-8E95-BC1C6A1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9DDA-6968-4E2B-B44B-3F5C24FC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CB9393-53C1-4705-84E5-74F2765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24662-9C56-49B3-A80A-8EDA02A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65F8BF82-1D61-433C-B7EB-3F77DC0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CC4229-06BE-40A2-847C-5BC37080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5AF4F4-ACA7-448E-8AD2-3254385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C4086-B224-4B17-92DB-AD0DD3D1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5CF033-1197-47D1-A095-E5BE46F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19D663-7086-40DC-BEEA-9828C86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52CCC3-85EA-4CF0-8B5F-AF8837F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5383830-00D9-4EEB-AA6C-2119095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DB0037-4F5A-4F18-A65F-FDF884F7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0AFC92-451D-4B8E-9930-2B0EF42B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EE706A-E490-4338-9A1B-F46B682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E1D76-FADE-49D4-BC88-59B48949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FBB8A8-9E69-4E52-B2BC-204DBA50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8C980C-C2DE-4E8B-A6D9-FB68A091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BBFED73B-1D4B-4406-819C-66A4073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02E1E7-819F-4C89-B246-C77F6990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0E71AF-7042-4342-BD1A-8C18CEB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145961-C34B-41F0-94FE-5B65AE0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97B2E5-600B-48E7-A532-6B13260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A54CB-D6B7-4101-A19E-2254709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75C17A-CF24-49E3-9124-78EAB58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3890FF-35FA-4842-927B-0B56337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45EFA8-A534-499B-9CA6-A3CC5E4D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7B3CA6-EC35-48E6-A748-656A45D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35222B-EF7F-43E3-A359-326D605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DAD590-A09D-4F68-8108-8E1AC2F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AC508E-4456-4EF7-A004-9843F572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B09766-D68B-47D4-B522-A2F6E6A1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8C01CD-FF71-40F7-A7EA-3594C7F4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62C758-F9E5-4BF1-B5B8-73481F96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5E7919-0422-4C93-B4A8-BF5CF10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FA74B5-6D3E-4745-AA6C-E5D07E49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D9AB9E-09BE-4C8B-99F9-B9D2B21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F0C954-0869-45AB-817C-FD0A9457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00CA88-8519-40A1-9752-DE5C60AF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44917306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5328AF0-EFCC-4824-AC8E-F5A54830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7000-6F1D-41F0-803D-F283A77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95184-7A8E-4733-874F-2E60ECB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4D5EA-4517-41AF-B059-10F95E5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E2490-E8AF-4AD1-A120-474B2B52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junio - 04 julio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8874C-69F6-4E83-9BA1-C7D7955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E03EF-D178-43A8-9E5B-34B9590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2AD3D-1CEF-4E18-B59F-418A948D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828B8-320C-4D43-ACA8-54CAA9A1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2AC56-4D4E-4474-A003-1A6EC34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B691A-3577-47BC-90F5-C704375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E9569-E0C4-4762-97D7-3D44ACF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C29B2-B465-4194-AA37-0541326B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4B516-0788-4E5F-8872-CAD79F5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07E2B-35FA-4D73-95D4-8F7F9D0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79547-8209-4BDD-810F-FF196010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83920-4E5F-4D82-AABA-61F72E89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95A70-CF67-411F-8767-4CAB594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AD873-D99A-4381-B57A-CB6BE5F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94D49-149E-4629-8E1B-1F41904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01F91-3AC3-4EAA-8A36-465AF83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EC356-1393-4B03-BB9C-EEBD1133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B8EFD-8BD4-4F51-A768-C8F4392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D939A-4F8C-4D5E-854B-7A730BB8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E1579-A2A0-45B9-81DE-F3CFD740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7807E-9B42-4DAE-B5A0-4565679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072B1-867D-4F8E-A76C-DD29ACA7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6E446-25C7-491D-A24A-411F9AEA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1D6B3-9C04-488B-A690-54F29421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A25C3-FDDC-41DF-9215-F6829A63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6CC18-6BDF-4163-8F30-2C492BB8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7B35A-4944-44B2-9A67-06A69EE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F8CC83-B863-43A3-98F4-9EBFD347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CE064-4C1D-4E4D-873C-21C13EE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E033E-393F-4C2C-AAC6-8555144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F439C4-7184-42D7-B3D8-7C5F737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CDD6A8-F44D-4527-BFA8-8637776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C8E6F2-195C-4767-B121-3507AAB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C008FD-A70C-4C0E-A5B7-A22A3C9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CCBA1F-C8DB-4B55-848D-0DB2217B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0B22B7-B423-42DD-BBFF-E89227B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A0211B-574C-414D-A46F-0CD2818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F987FA-6106-4AC5-AB33-D5B3FA89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17055A-09B3-49CA-83F0-41B257A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39BAD1-E040-4943-9F5E-89A7723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9E7553-B157-4147-8A59-FBC58E5C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3773AB-8AD3-4313-99F2-994A5DD2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AD1045-100C-4EF2-B18F-D854F81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164BA7-C4E2-4541-89C9-31FF3B7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1D922B-5A84-4D69-9FCA-1B315120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A2D9A6-D53C-4903-A89A-4499D8E1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2E5925-F2E2-4F0A-B703-9D65B16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39CE8-0654-4E1A-A5C3-C8737927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CC2816-E039-4598-AC31-920CC843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ACB6B1-5FC6-4B5B-9D77-FDD9E55F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271B01-EE3D-47A6-9259-E9CF8A9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BB448D-4D1B-457C-9197-9F1E01F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D02C63-410A-4F41-A878-D07F9121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809A9C-9EE9-4FD8-B851-DAB8230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D3946A-9DF0-43E3-97C5-1D2B2DA5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E6D7C1-A5D6-4C7C-814D-6616266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ADADD8-873C-4CB8-B689-9DBCA288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2005C-B524-47F1-99E9-CA3C487C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09FE91-BAAC-47D4-A100-B9A5ACD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C71C19-1254-4762-887E-C014912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D358EC-35AA-4B59-AE98-3B83427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2BCD99-33F3-45E6-B89B-D10A969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8C167C-76F2-488F-B04E-9F487F15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541DC5-381E-48A0-9CFD-FFA74FD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817D15-AD11-4C3E-B5D6-00CB54D4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45851E-6869-4014-BAB0-BEB83A53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3B73CED-B24A-4489-AC57-5D02EE2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388ADE-EAD4-4588-996A-B9B4A590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551B83-028A-4269-AB92-135E134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D01FCF-7A94-4617-BE83-A86CFD9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3BF28A-6A48-4B8C-8944-577BB33B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91465A-95F3-4E05-93D7-8D6E99B0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9E721D-3F4C-4244-9000-63C7DF7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E1C60B-FFEF-4AD0-850E-F97DA4A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F329F3-498E-41D4-AEFD-4E667951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B599A6-C49B-422F-9CFA-BDA4053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23438A-F6D5-402E-99FA-A5C1CB5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8CD3D0-268C-4B8D-BEEA-8118B68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E8F361-018E-4993-8299-F7191732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0BCB09-9749-478C-A85F-98ED6C25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BE384F-E635-4CB1-B08E-0F5FD808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00B4F8-75BB-48E1-A416-A9FCD73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E686597-923D-46F0-A995-412AE03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C515FAC-C9B6-4DBE-A278-BC0FE727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419B5E-E536-4DFD-851F-578FC105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0372FA-E8A6-4109-B0DD-3D02EA6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30BDEF9-4E11-4BF9-8C2F-DC0901E8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740C18-0447-4DB9-9A30-721020F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969CE52-7E0A-4470-BEA9-A894143B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A59EC7-0197-4C80-BAE4-2D0EB26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BC91CA-59AB-45F9-BD1C-C84E830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420959-5F41-4203-B106-0336477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AE6F194-8FF0-470D-9A58-1A9E431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0C826F-F7DC-4D48-99E4-803911AB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C8AC9C8-400D-40B0-842B-E1EC1D6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F31DD3-AC30-4CA3-803D-E525F43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91F10D-4719-4510-A243-23F8E88B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E61607-71AC-490C-8C1E-C826309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FD6E9B7C-2862-4CED-BEB8-47B9F11E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0B19DC-0B4F-4BB9-AD80-CEA0D741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D942A10-1EFD-4E2C-B9B3-54327027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980CFC-8F25-4B8A-B834-94D4FEA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A27CD3-E918-443D-B195-66D81344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06FF27E-7E3E-4A29-9099-8A8D49F0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320301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A62DDA8-DD57-4971-BAD5-F928506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42028-2528-42D0-ACB3-1C433DF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B962-7256-441E-94AC-0EDA197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5F999-799D-48AA-B2AD-9C072D87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609DB-BA30-4D29-BC85-7C46125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55BDA-55B8-4B35-B1CD-B6F29BE1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CBA33-B21E-4197-916B-670D226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E96C7-5428-483B-AE31-1DF40709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1539E-375A-4C8F-8A09-39CD447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1DE4A-EEC9-4F78-A60F-BC259D0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E0A70-CD50-433B-AF89-C5A0AB3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DE03D-0BA5-4971-85E0-930B4F52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542A2-2F0F-4408-83BF-69D9F0D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29D99-2CB1-408E-9C44-26D7000C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5C7BE-71DB-4123-8872-3CDE676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EC247-E329-4300-8C42-F2A5179C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F30F0-1FF0-4A52-9104-C07AF313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4D141-94F1-4DB9-8B91-6A6093E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2BA53-5716-4567-984B-D643F2B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B64F4-448E-4004-A547-CD86A85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815BF-C5E5-41A3-9DE8-60D11975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46B4E-0C65-4D52-AA8F-F7266C12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CE280-45D8-4467-82AC-3639BF5A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23698-B4FE-4B7C-A961-0D5E61B2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057B5-6777-47EC-9542-4356143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81242-7185-4854-A4A6-3E3B9BE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78CF6-71CF-4C37-BD07-70318B0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BD78C-7644-4C29-A09B-AC23F34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9703C-DD10-4216-AFC1-E3EA66AF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CDE99-1E8F-43AA-8778-C759E221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7BECF-8194-4AA3-8F46-FEF8D1A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1E46B-83DF-41B9-AD6D-01E4B50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7D3B9-6C15-4F15-8BE4-D1BDAD6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75F20-B1E6-4084-86CD-AF3F0BF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3123D33-62DB-46CD-B2A4-1849C1E7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2122A-4731-4E06-92F8-27100A4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C1CCA-DDDB-4C18-9537-AA685A0D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1BF7A0-346B-4578-982B-CDF868D4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430B25-C2B0-46F3-926F-2428C9A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BD624-5813-4459-AAA1-E818E9DA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AA3E2-8935-4DAF-A3BD-97550A8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7D1B7FE-C872-4BBF-B038-FC239EA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85A578-4A2A-4171-BC8B-89924EB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33A763-8DE9-4A0A-BB91-59073F1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26A1EE-D5CB-4F2F-BBF6-34B0F79C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DA1616-F54B-49FF-92C1-5BCC631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9E68F7-D073-496F-80F4-1B2E07D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25A702-1325-4FA0-9601-F9B7B6F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72710FD-8284-4D0F-9B57-140FDE9A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B3951E-88ED-49CB-8F0D-7FA08AE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7BA231-3B36-4F2E-A0F3-C2D410B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5707B2-C3EB-40DE-A349-51F9F715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7BEDBC-3F4C-4D30-BD69-8A8DDDD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5FE5A6-852A-4822-8F4C-C69A1850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A6527-F8BA-426D-B63C-3F3A1112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8151CE-A348-469B-BC94-12A64B86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7E5599-6610-4068-A2A9-658F820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2F771B-A3AC-4CD2-B87D-37B09956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8C411B-CD08-425D-9842-5A256A1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7C92D8-30F3-432D-9E04-A4EBBE2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27D185-DB92-4FFA-868B-95B4997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D19051-689C-4137-89FB-D0323489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EA9EE-4C7D-46AF-BFD7-69F19D2D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B84261-07CD-4390-8329-F44D908A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B9129E-84E6-4814-82A0-B7291AD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308620-B98A-4BF1-8A77-CDFDC984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FE3108-D067-4B66-AC35-45FF474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30CA5E-267A-4097-9775-CAC0971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7AB4B6-0634-4C15-B191-51FCBF0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48653048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B3B68A5-93E9-4768-9509-1F04401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CC767-E875-4667-9B14-7E04F21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58716-FB02-449D-9CAC-78F9E8BC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993D9-67DD-41CA-A9E2-71CDAB6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A69F-9313-486A-86EF-6CC01132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julio - 11 julio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5BE20-CDA5-4D63-A695-104256F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31816-ADCC-41EE-807D-6421901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48F6E-D769-4EF9-8E8A-A56FB85B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C29BF-6F7F-41F1-85E9-AD727EE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605FD-69DC-4845-BC88-2D4C3CC5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FFE8-E315-4A17-B441-123CF0E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11601-828E-4FA9-BD4C-85030E5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9A13A-CDCF-4361-B13C-B574322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00735-DD4A-4EA0-BBF1-BB5C015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AD23C-8A7C-420B-B9C7-BC7C9EB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CFB68-FE89-4EDB-9E8D-7C8610E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03FC-28FA-4CAC-A484-3F24033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1D7A1-9757-407B-80F8-EDE6B88A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D035B-3990-4A79-9A3A-FD19C231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A4B4E-8107-4812-9148-693C3E7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25AF5-C733-42E2-B42D-1C366FE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11767-4F21-4ACD-B2ED-21D6DC78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A2406-D1E4-4EE1-B84E-7EF80DCA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9B9F9-4889-482D-BAFE-83E4A43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060D2-2B33-48E4-BC2A-78150CC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758ED-FE64-4216-86D9-009896E3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6A2DC-FAD8-47BF-9E7F-AE3F0031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B6EB3-2F9D-4419-A85E-5ACEC9E7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FA9842-A68D-41BD-BE17-87F762FE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9CC2A-F2AC-4310-BA59-57CB35D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6A3FA-76DF-4776-A6DD-98CA04C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686E4-ABF0-41E5-A399-D9AC7A4A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D041E-7713-473B-B892-5AAAE47A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DAAE1-9A92-4C56-AB50-D06E21B2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7DB6C-DB05-4BC6-BBB8-69704AE8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EA076-C9DA-4A00-969B-BF717B96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06A648-765F-4CF6-AB0F-6D1336D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8231B-6D0B-446D-B6C8-8C4C347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30C3D8-FFE4-400E-B497-27659E4B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F0EA4F-1D25-42BC-A285-85B7054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AAE9A5-C8BD-41A1-96B1-52016CF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778F9B-1723-4465-B86B-C782475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2532C9-9F3B-4B59-A482-0D0751B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0B475-514B-49C4-9C2D-9E6BA29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3D2B63-7A23-4F1F-A6BC-6ACCA0D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9A3A31-FDD9-4630-B644-745F6E2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1D5643-4099-42CE-A216-6F85578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A9454E-6540-4AC7-870B-61F9ADE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7ABF7D-5F0C-4E70-912F-EB053A2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C8C071-40C6-4506-8589-E9816450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4FA36-802E-4E6F-9D5C-DE147E1B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7533C8-C81E-402F-A800-AB268359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7F825-7FA9-4102-805A-65F861A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E67A94-91AC-4846-B2FA-F268C76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0B5180-871E-4CEF-BD38-DD24445D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DEA260-DB73-48A3-BB0C-D064D95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18A5B0-6322-4B23-9453-B086C6B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7E2551-1BA3-4A55-9534-6DBBFAC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A61CA9-3412-4550-869E-AFD7836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2E41FB-B87F-41CC-9B11-B1BBBD6B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4C0494-887D-441F-8F84-5B64EA8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779CDD-23F9-4E67-99A2-AC1DAAB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7F7047-8B08-4316-A8AC-F9E560B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DE90DA-4C41-4AB0-A3D7-FFCE4E4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4126E1-CD41-474A-BDA9-D6476D2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551C12-D306-48BC-B647-46BE0ECD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D0372-F3F9-43C5-BC29-D786A86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E1C172-7830-40DF-9724-5BB1669B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B6327C-0450-40C2-9561-AF76A5B7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8E287C-A104-478D-908E-544833F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07DA82-B880-42B9-9C53-55CDD96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520E44-F296-4B1A-B042-A4BA9DB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039053-9230-432E-B964-6FD830E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0F69BF-F16F-4288-8F6C-613589C9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75F08A-9718-4BD7-AB2B-024C445D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382A72-D6A8-4237-B8E7-2BB35A07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48A717-ED73-46AA-B8DF-77D7BC2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D71CAD-183E-4527-A6D6-15F1B7C5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3A1CA2-9D86-419D-A0FE-69B40240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4AB275-13A4-43D2-9606-41A9681F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2EB355-FD77-41C0-B2A8-10D010AA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9BF51A-BAF3-4691-AD72-51F123E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4D62B1-AFA2-4ED1-8883-E31E503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655986-DB9D-41AC-9E68-0B68CF9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06628D-7396-4FCA-AB00-A76D51EC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346F0B-FEFD-4130-A70C-EEFE033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29DE46-1C76-4DCC-90D6-C90EC4EA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08C5C0-4A00-4531-BF85-D60A4FCB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8E7A449-3FB1-4E79-B438-BB30A2C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1D9F1A8-B786-46DE-8E0B-7DFB2689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2EC8FB-B5F3-45F8-9622-A59EF9A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A3D08D3-6D57-4B5A-808A-8C729479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319372-2643-479A-8AC3-914B6BF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518DF5-6094-4654-82A9-BA2EE61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803825-8074-4C53-91C2-65A3DC90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95C43C-1F11-412F-B80C-DD02295A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549307C-FB48-46D3-AB3D-AFA35E7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2DE1052-DE87-4FA6-B6EE-D336487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47704B8-16FD-40E8-948B-648F1957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D75D4E-CABF-4BFE-A32E-0E5AB5CB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8918D3-E7E0-4075-8C68-7153857A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B7D2B4-AA18-4D50-A5AC-2ACAC20A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E619D8-341C-4C56-9269-0E737FA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FB66E4C-4ECD-4649-ACB1-E100212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72D021-93CE-46E9-9D19-61B6CF00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6626EA-DFED-4BA0-BAA4-B49845E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90A5B2-7272-499D-B3E0-70B939B7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EC3C05-C6E5-4D39-8A33-B1DBC13B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9D2182-7729-4D63-BE13-BD33E5FC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835572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4124710-3402-4216-A7B9-7521FB8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F31E6-723D-4E94-84AA-8A09BE6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ABFB2-59C3-4CF9-9092-9622F1F3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7B9D4-CF84-4D1D-B60D-2DDE8A4F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BF9C-B9AC-49C8-B6CA-F307C5D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78CAB-66CC-4A71-85B8-5641C27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7FD1-8256-40EF-98F1-F2C44E6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64CC0-5090-468A-BCBF-C83FACCC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2AE73-71C0-4741-9417-7BB9872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7406-DD45-49D8-A24C-89D558F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918AD-7526-40B4-8FAF-DAA12C02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31EB4-7388-410B-A96B-4F46EFA0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A346F-2649-47A7-8A7F-FE2F8D3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B4EF8-A12E-4DE7-8A0B-16D54D45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9431A-FAC1-4920-8937-C6418873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8C741-C5A3-4ECC-AD3C-7DB5042D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0FBDB-00E7-45C8-A714-60EA56DA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AB4ED-797A-4EF2-9676-B57623A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5E99F-79DD-4027-AE9A-30266F3B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01E20-28ED-4117-AE51-36401DF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2A750-B856-440C-848A-8EEF8BE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71F73-47BD-42E9-BAE6-9A6E85A1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962CC-18E0-49A6-BEF6-2324E20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8C0E8-3387-4910-90C0-CE081594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AE86A-AB2B-45F5-AD55-1AA41AB7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10B741-250A-4C85-85B7-AB0032AF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09A8A-FC3B-4C0E-A65A-04B5F67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D9B50-1125-463A-A4D7-B605306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776A9-79AB-43DF-AAB4-5F9D74D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50DDFB-F5E4-4EE3-8BB8-35CD2F0F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F0E03-45BC-427C-B034-D271827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36BB2-C13C-4AE0-AFF1-0F639F10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9599D-ACE2-4BDE-AF35-9C272AAA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DE60C6-8B71-4675-B20F-6E3BE1C4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5C4DA04-9B99-43DC-8195-002143B3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AB58F-CCF7-49EE-A391-B131BB8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61B0A-D999-4B29-A5BB-349A4F8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DDD4A1-8000-44ED-97D1-C3D0E24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06C7E0-F6B0-4322-B7D7-BF8ECD5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E654B-0B9D-4340-8931-FDACF857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879F7B-5D95-4AC2-926B-3780D77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4698485-8BD1-4A83-8B07-D56B797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D0C9AA-A295-4EBA-9221-916D6A27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D74D8B-C5B5-4F3B-A147-58170A7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3A858D-9EBD-4473-AEE1-607AE3B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8F2EB4-3EC1-4339-838B-4B55B7A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3832A1-C6C1-4BCC-9C21-9FA8AF9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597E48-8818-4E46-A591-DF89B17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8FAF3B1-386C-4CAB-9981-366886C9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0DB082-08A7-4DC5-AB29-8F511D9F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73BCB7-DDB5-488A-9247-3828930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93A9FE-22C8-4EC1-B99A-76FBFFEC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876BFC-441D-4821-8A3B-8FC4C33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1E3FBE-D37E-47DE-80F2-03151FC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026124-A24C-4E05-A78E-9F762672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01BE86-30F0-4B94-9D0A-D6CF06E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C0E3A4-ABE2-44FB-B115-F0072D5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859878-14E1-40C8-B225-1AC86F67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9883CF-9EBA-4948-A39F-CBAD957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1D312C-1283-4B6D-861E-DD414F11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F6B4F4-1BC7-40B4-A4A2-6A20EEA3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A73B83-59EC-408C-80D0-4EC5E3A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80F46A-601A-4099-9E22-3E2D9B8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410197-2E74-4CEE-9D80-364561D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98DE58-3C18-4CEE-AF9D-1C48FB9D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D27098-4BAE-4EC4-B0C7-EEE729DA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C22134-5E8E-4BB5-8154-286FB6E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78A28F-7223-42D3-9FA9-94BA3F9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A39693-D1C3-4D28-AF78-56E38ABE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1119222182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EAF6F72-5CC9-40AE-BCD6-8053FB3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7BC8F-62C0-4889-A348-E186123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1BE05-72B1-4A11-9B42-3A2736C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F4990-94BA-4C1A-81CE-BE5AC36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150F7-6ACC-47D1-ACB3-74CB587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julio - 18 julio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8BD15-DBB5-46DB-BC30-4AA366D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4AC4F-1EAE-4EB9-8C84-55F9252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E97C-FFB5-4B2E-BAA6-BB969C0F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AE0BC-8261-4840-A990-85AAB18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C8DFE-C884-4963-BA1E-D4F34402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62444-BE4D-4F99-85C6-B0BFECCA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5DD92-135E-416A-AEDC-67D48E7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92A05-D9A9-424A-8748-E0287042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163CA-8D53-4A18-AE1F-059B84B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5E5B9-A469-4D91-B2A3-1E1C4DE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8A0D0-905F-4F0C-B004-B186200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FB55C-A69B-4474-A541-9FF96572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80E4C-0DF5-4029-B43E-E9DA9536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5B088-9DDC-49B8-9206-7CE2632C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55436-0197-440C-9537-C513F345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FE7FF-4F03-4048-B257-705FFAC5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22E35-9A14-4B4A-9ED4-0E68094D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D4776-8899-4212-A170-B35C7BA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A072E-602A-4D69-ACD0-D0FBF84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37058-CC4B-4DF0-BE78-7470C0C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D074B-7707-4A83-8709-22E3657A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9A51E-38E1-41A7-95EF-20F54BB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9F0DA-FFBC-4294-B161-3E073DE2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EC55B-6748-496E-91F1-9AC5AE3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723C6-2E77-40D7-A38F-21FD4997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CD311-98FE-4690-A11C-3FF81C7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E4C41-BC07-412D-BB56-2357A1CA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38136-33BD-4394-8709-0AFE66C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9CAB6-5A66-49D2-B134-2E01ADA8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211D26-AEC1-4DDC-BFE2-3B042827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2F5B9D-0579-4403-99D2-430D05F4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BC623-991D-497C-9431-48F5A81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917939-E600-4EA4-B8A7-913F3C8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CD2F6-FD91-4E65-9ACC-DA71EE89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C3C560-BD60-462F-BDB4-B865650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792F9A-B139-4367-B9AB-8F7E6B27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AA2F72-197C-4973-9D84-CA72263F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A62C8-276D-4CAC-97E5-250ECCC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29B45F-E99C-4626-927D-E64CE893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9EDCC1-E0DE-437A-B6BB-5B35AD95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FCBF1D-1388-4130-BCC1-00D07BD5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37A181-D881-4685-963A-D19746CB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295B02-7FD5-453D-A479-5D37C4C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A30A48-BBD2-4A8D-A899-6DF4FF8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3FE5D-EB58-4465-9B3E-EDA7E57D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61D3D9-685F-429B-80B6-DC81D88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946EE0-A0EC-47B9-BF58-7106D4B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098915-CD3A-4210-884B-9AA97DD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60266A-C455-4A9F-B4EB-67F56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12F6BD-F395-4FAA-8980-0BE394BD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EE459A-C8D5-4025-BADD-6C92C355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3C0551-2F8D-456F-8F01-47E71A29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8D82E3-0258-49F8-A94F-B24F86A9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655296-DF49-40F1-A23D-3769827C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4776A4-6A6D-4D0D-B9FA-64B34B1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B375B0-0DA0-4341-AD8B-F859D8E9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4CEED9-49B6-4725-97DA-A40ADF09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C4963B-D5BD-478D-A280-585A7BD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8C8AC9-0757-44FF-B9E1-E8B0B37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B4984C-9DE8-47D0-B801-F540834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F632C5-C617-4D78-8DA5-F856575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397C2F-D789-4D90-875C-3B5A7420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B8DD26-35F2-4E9A-A370-F1FEF73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A9AEB8-E0B1-455D-B360-BCED99A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19A16D-0A5D-457C-AEED-28E5D1F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8A46C3-9214-4937-ADE1-B6706AAB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A72A24-D882-4FA9-86E4-C4D4B9E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264B73-6FCD-4DC3-94F9-B88E038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7F9DD9-69A0-4974-B072-7091439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B05743-D17B-464E-BDE2-2174EB2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416C05-C822-448B-AFFF-2E8BFC1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40657A-D1D6-430E-9D59-071BF23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F7B5F5-03E3-40C7-BC2C-D2715058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9BC6A8-B5F6-4A17-9E8F-201EE2C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75533B-CD17-4090-83E1-2B7B281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8F31D2-B00F-4208-9933-36C69CF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AE7C22-5C12-4F19-91E3-C17496F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3367AA-8E14-49BC-AC58-6C502AEA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0DC8D5-5D4C-4D22-91E8-C4C24EA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F6EC90-5988-4A7B-AC07-87844D9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47EACA-76F7-4206-B8B6-1B163D2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911CFC-83E7-4A33-98CA-B87FC0E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4FFB1E6-6A63-4178-AE28-66A70E12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763C95-DA32-4A34-A1AD-FE7DA6FC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B59720-F2ED-4C2F-A60D-4CA7E709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7998AC-24F3-4AAB-A9B9-F55DCFD7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42431-AB18-4FF8-8BE3-C246DB22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5F427C-D80E-44CB-A9DB-0137DF90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E15029-3BB6-42BB-8D81-3CAEBB6E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F0B2015-1A98-472B-85B0-0A30A5B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16E400-AFEB-4ADF-B8A0-10D0EDE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C342EC8-8FAC-4178-B87E-F480F039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97A9A34-93A6-42C5-A1F2-5BA5E3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6E149A-9104-4EFE-903A-35B19B68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641415-AE43-40BA-96E3-31A6B76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DFB9CC-689C-4965-8F2A-19B7B84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60B85A1-B485-4A3A-8CF0-DD104677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7349FDE-4DBC-42AE-8788-42C4434D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74EEB9A-F131-4B95-9766-BED17192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9A7F25-5F66-4142-AA77-8DB4FD8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CC217B-90E1-4720-AC12-B5EF5E6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67E629F-EFD7-4F22-A7F3-11470A3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7614899-2864-47E3-89D1-8CD3A972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0562981-E453-480D-8F19-A33E915D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574604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FDAACB6-9A91-443B-820B-975AC333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BE20A-FF7B-49FE-8071-C75495C1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29DD3-FA66-49D3-BA91-E781E1DE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D2AC1-792B-4DE5-8562-155A6C2B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F664D-B886-4173-BD28-889AD536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B3259-C4F6-47CD-8205-2874DE7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65C66-B99C-4216-AB62-0D6E839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CF215-7DCA-4B09-ABDE-083792D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1149F-FCBB-4804-99D0-1D922842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51CAD-7FB9-4A7B-9FEB-8A27BF1E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88803-08DC-4564-8F0B-4AF9C13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55BF6-61B3-4D4A-9142-F9B59A32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3F8B6-17E9-4F8B-89AC-F06BA1F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265E9-6ECE-4296-9762-CECD77E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DD9BB-82D3-4092-85FE-A57C3BA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168D6-75D4-4A46-A582-273D1720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00688-9FED-4987-B788-65EE30A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E2C3B-C9D5-42E3-BA86-9A1318C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4B64E-23C2-4405-8ADE-1689DD29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40DC0-E079-42F4-9ADC-1EF3007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F5F79-3CB6-4D6A-BA42-6BC6F6A4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C1499-EF44-4C94-9144-6FDF447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62930-17FB-421B-B463-E49243B9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81B07-541F-4896-8D70-D7E7FF6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CE855-E173-4C70-AD4B-86B01EE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F1627-C25A-4C04-89C7-2EE8E3D1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8DF31-0362-4F48-84B0-B37A23F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572B2-1743-47BF-955B-804EBD0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9F5F4-B872-4BCF-936A-5012D99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A887C-5912-41EE-A583-35B0FC85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F883C-20F2-48F5-B45A-A642E41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C603B-1589-4F65-A739-2F8AC17F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ED146-4491-42DE-9747-1377EFA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D4BA1-9C43-4F9A-A4CD-888ADE1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A613CA4-3017-4BB7-AC4E-5C6B965E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107944-A9A5-440D-B4B7-4DB496E9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0D4BAA-8430-4C3A-AD2E-A5230247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42AC4-A43F-4D5A-B154-4FD803D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B7BE29-9440-4035-B9B8-51C01D5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24C98D-3ADF-473E-868B-A687ACE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3F413D-E614-4513-8D63-D94A24E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840C28B-A6BE-4040-82F7-FD8D630A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96893D-70E0-41F1-8CC9-8113CD1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E40665-3156-49E3-8790-A17B0E4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EFBBB2-C398-4FD1-B22E-31C2661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1FEA69-2462-4211-8DD7-9FCFEF92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701E75-2B0C-4242-9226-94E90D9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1D0A20-27A6-49EE-A83F-009718C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68C4DE1-E9E9-4370-B3C6-AED33F1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879B54-07EA-4404-B0C0-9895C20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F142CF-D7F0-4280-A189-C3DE8B1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D66243-A45F-4D71-9DA2-A596A09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86FE7F-E708-40DD-85CD-D3B007A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F70555-E7C8-4F8F-9C82-A38C3B7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77E685-CF4D-45DD-A422-39C47EF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CEB1EA-B10E-41BF-BFEE-B312935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724A96-C6EF-4C7C-96CD-51516B8D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1AB093-4FB7-4845-AB17-4F9F54A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58D98F-DF5F-4C87-8D8F-241573A6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80E45D-F38B-4931-B6D7-F94E05A3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B89BAB-DF16-4EF8-8ABA-A70D1DF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EF5B2B-2DAB-49E4-B3FB-41DC546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279CF3-4242-4818-909B-95E16895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AD33FF-A5DE-4FD7-AEFB-BE69412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A4F81C-F7F2-4F15-A312-3FAAAD9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EF8C56-9445-497A-B11C-92D22E3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F04EB4-13DD-4F06-A4BD-B99AFED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8573C2-8CDE-40BB-8B8B-F68609E8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64F86D-FA2B-46E1-92FC-EA7A7316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1954246013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4D5C851-9A9B-4F93-9CCA-B9BCC08A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54BC7-3C13-4CD1-9307-81DAD704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0B488-221F-4FFF-99E1-04F90F6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F758D-1387-49A7-A8B2-B998A6A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33376-2CE7-4865-9946-56D90EDE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julio - 25 julio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4FD8B-A9A9-4DA0-B44E-01F1AB2C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7ABFC-9B06-4091-B820-094C4F7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CE306-8351-45B9-95B2-949F681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FBB9-A71E-4793-8D8B-3383C25E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E060E-1A34-40FE-928C-67564FE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77381-4F0F-4988-997E-4458E88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9266D-64AB-4291-913E-F4BA40FC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90F97-4474-40C8-A530-83A90DB5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9076A-A931-419A-9233-80D8485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42614-3619-4776-A5CF-8FA9EBC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D86F9-8748-46D9-BFE7-DF4A4B91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049C8-66DB-4DCE-B910-B93DCAC6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D49A3-AE0F-4C70-94BA-BE1E490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24932-CACE-4DAF-B68C-948C343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27C6C-08F3-4023-9D15-62335DEF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36206-7979-4433-865A-8FEF53A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AD464-C553-411B-92FD-AC381D6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B3630-196C-4B9D-8B8A-F47178E3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DAC19-9D3D-4656-A6F9-CF2064C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FF697-D2B4-46F9-B0C6-D2652F9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17A8C-7828-421B-B977-41A71BE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C38EF-D582-4816-8F6F-0AF9204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B51B3-3A7A-46EC-8493-617FCA12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34AE31-A6B7-4AE0-90F8-383662A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863F1-4A12-4C9C-9981-EA5F212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91580-04B1-4834-BD0A-21B560C5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37D98-B90B-464F-ACD7-8564AA1F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3F3E8-4EBC-4227-B37D-BA2BFA8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5823D-836F-4F99-98A5-2D5A466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0620D3-3EC2-4498-909A-D3EA8068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83D630-5223-414F-A719-22CFD4B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28CFDF-AF2F-4B5E-A121-2E4E027B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6C21BB-13B1-4351-8145-9054FED7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EAEBEE-D010-4739-AAB1-6B6904BF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B05E87-91F6-4D90-93D0-C4D019D2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39A020-ED97-4514-B46C-840C612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45B244-759A-49E3-A1DE-B32238B8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F66524-D2F9-407A-B488-4D372FAF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ABAE1-1E52-4BA7-BF79-1971435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37512D-7CEB-456E-A82A-155FC0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668CE7-2B7B-4FE6-9189-89E11E98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71B205-329D-4AC1-B150-17A455F8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27E8AA-A942-4A8F-B090-4CD16298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1FCEA7-BBCB-43F1-A2BA-6F0893F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6B1D0-6280-4004-BCC4-B30568A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B642BD-6260-4924-9E67-56866A6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2D8E0D-4528-46C0-9076-C5DC6ED5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512D2C-19BF-407A-9701-4C87261A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44D2DA-53AA-42F2-AA69-A4DF60C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76D1E1-DB56-4DCE-AF4C-F61773B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96C566-3786-4BDF-B988-4069BCE3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4E96B8-8E5E-40BD-A0B2-2E23F42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90BE5D-A37C-4CD9-A3D2-4DCED47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A8C36E-A05C-47A4-9E84-3A2859CC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B95506-D1B6-4813-BEE9-C4B8AEC7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BF70B4-E093-4084-9F55-C973406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598317-F7ED-49DA-82FD-1A556B49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DDFE8F-B53F-4F9D-AD7B-6BF0773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D73944-6835-4FDC-9F5B-A2C3104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D6E733-D054-4FD2-A1BA-DF027C96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54338A-C539-4E30-9E8F-37BDF9E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4CAF24-FC6C-427B-8801-0D661E0D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3BCA6F-7290-4F6E-B636-78C76741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51DC78-4F49-466D-BF59-717C19A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FA284C-7CB6-42B1-81B2-E528203C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BD0A85-065E-4BBE-8A53-17E8C69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08A791-3B2F-469B-B56D-09E3E2F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D93278-CCA2-4173-A7D7-CF9040A9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B3ED85-0894-429D-A591-0426635B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CAA1B6-DBD2-401A-947C-F3F83363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EF89B3-5B74-4D0C-8F68-5B6649BE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827C38-3786-4BF8-B3F5-2EAF98D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F2DDE7-BB5E-4EA7-8897-E17B078F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19E6DA-C7D2-4ED6-82FE-C81100E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806EB9-A60E-4877-ACC2-F6BBB31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846B4B-BFFE-4F5E-B088-BC5A8CE9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CC5FF0-E554-426E-A46D-CE85A410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2A2ACF8-941F-4590-A675-550A5E8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3ABF31-260F-4F7E-9B02-A9CFD85E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F0E7E2-AFF3-4BAE-911B-D97FCFBC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835014-E074-442E-AB68-C3F97CBA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052372-F01C-4901-B3C5-3A00F1AA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29C1C2-EF3A-49F6-A3B1-4E5210D9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8118A2-35B2-4F17-B4A8-5452A90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A6D1A5-1742-408C-986C-1E7B85E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6ED651-A09E-4434-8B84-5D3EDBB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5D0A4F-951F-49C4-A824-ACBE8AD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A41AD73-2C5C-4F21-95BB-2E40A11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D5F619-8CD6-4FDA-956E-E1C98C53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3A4DE8-7D9B-408C-86A8-55E16FD1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4280BF-93AC-4A37-B479-214400A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25611C-84D5-4477-BD69-B630FAB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31E2CEFF-875D-4545-A0D6-0E9AB57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B52F22-8977-473D-84C0-F1AFA9B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3A2A9A-2524-4D24-AF77-DDFD942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3CE75C-E059-4582-8BCF-07B619A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848DE97-45D2-48CF-8428-A267EE3C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BCE753-E4F8-41D7-B605-8BE6B567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CD3F736-224E-4A12-8456-D2C71B9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36FA23-2837-4CAB-A74C-15A706ED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E196070-52B1-4C45-B2AC-607EEFD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4CFB6C-D666-4184-A4AD-AE256702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F08307-1D17-496E-B8C7-7CD20D29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779BB7-B38F-4825-9E07-99CD2A2F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8272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0F14E9C-BC12-402A-B24F-DA235F01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4114A-978C-4E69-9364-6BE21FB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F0D0A-0531-4B60-B824-ACB032BF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DC04B-C5C5-4D71-871C-F6267F6A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693A0-7346-4DB6-88D9-E0ACEBF2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B57C-6CD7-45BD-A00B-AF71427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BB403-E754-4CF2-8F48-9E8C68D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71E4B-9180-400A-A83B-B62D3D0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4F105-0819-4C2D-A7EF-91C58FD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FD872-BCC4-4089-8077-621F67C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E1978-3727-4416-A568-111C1694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CD288-2305-485D-B545-9F05187F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258EE-0097-4E7E-8D19-AE5EC354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0013B-E40D-426B-BD62-CE4658EC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6F92D-06B5-47ED-AC19-E52CFAFC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A2E5B-E6A6-4984-9C80-86CB2CAD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E4D4B-419F-445F-B7C3-E1A897E0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6EF3B-4CC7-4511-917C-55F7904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4FA61-AC8C-469E-BBC2-58737C7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B4171-7024-45DA-9ADF-FC578234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0B20F-66B7-4EEA-BAD2-2841635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9D6BD-243D-4900-AB51-B5D852E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A9353-8D05-47F8-A384-AF2A826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BE8EA-6055-4FBF-B294-6BEDFE5D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18FE0-0CA5-4E7C-8B82-5AFF94A6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EF5AC-FB24-4762-B3D3-0399D9CD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C30E9-9138-4794-A790-0BD80DB2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1E9AE-D19A-4838-AA3F-AAD12A7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3D115-C147-4B4F-914B-641B42B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7D7B5-8216-48DE-99C0-1B2DE842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B2E31-CAD1-4108-9CF3-0637475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69545-563F-4AAB-BDF9-39DE734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D6A1C5-414D-474A-8124-0684456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8C43B9-8C6D-4126-994C-5A0F6895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6D91A4B2-BD65-46EA-896E-5448FC7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E7E92-40EE-4F8F-8BEC-F561EF0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A89261-1A4A-4954-8C26-E7BC910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D009F-738B-42D3-8000-FFF6A72F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10ECF-C1FB-4039-8AEA-426023F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EB98BC-FCAF-4794-8833-8FD0465C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EF6020-2D1F-4957-9297-5BF0F7A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513E941-5EF6-4656-A225-384CE5B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79A77-4779-4BF7-87B6-B7AC6F03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9FBF55-0030-49AC-B1AF-37ABA062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CD57B1-1A6D-4330-9846-FB3433D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91EA94-1F44-488C-8754-B76461A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F0295-FB5A-473E-95B4-6121E3D3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87480D-0741-4BF4-9499-F4ABD465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25AF7B1-29B6-4C16-B9C7-059A5E71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C29665-244B-469F-90D5-EE3B129C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3F9670-4CC7-4E61-9317-4927762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14CCA0-599E-4DA7-AD41-217980F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17668B-4FA1-452E-A455-F632DD5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8C6311-7C01-4BD3-911A-9EEEF9E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12238F-3C29-4ECA-8DE1-9E3C56B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9FE72E-F790-4F87-98CA-B307F590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82CBBE-B32A-4986-8B20-25B6DF3E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955520-2B50-450F-9FC6-7D153CA9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4FB748-5C63-490D-8140-6767621D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69643A-6DCB-4770-8185-6FA4F949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D12034-526B-4623-828E-54A3214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4EF262-C130-4114-9DFB-65CEFC1F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6B1376-672A-45FD-890D-D2F3792F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BE9FA0-2CBC-415D-8163-FF73634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12BF39-24D0-44C7-AB2B-28558113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66B66F-5F77-4569-B162-4F13DDD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F4343F-ABDE-42D4-AA7C-DD38C8AA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6B3900-E090-4922-8C12-1C52D33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4266C0-5FD6-4AB3-BA2D-EFE2E9F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212022938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20A1C7B-12DC-471E-BA9B-96B5FD2F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E2C8B-0C52-476E-957B-1E8C9C9E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E0168-C605-441F-A849-C03FCD5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22966-8DFB-449A-9907-B896D91F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836AE-E812-41D7-9B7C-D20DF5C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julio - 01 agosto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7FA26-565F-4D23-AE63-75F5430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B48CF-3A22-411E-8AE9-2A3A5C3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30B12-3E56-486D-9E2B-E7E13FD7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E1C8-C0B3-4109-926B-7D602BA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0A0AB-EA16-4278-8047-12F5A17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827D-EBE6-4578-824E-7D92C14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BFDD7-B0B8-4AA2-932A-9C47769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63D9F-E6CE-4FC1-AC54-1709E1E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F22E9-9237-48D0-92FF-94A76D1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2E2FE-90F1-4B20-96EB-48FC2B9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E91CA-9B17-46B7-8091-512C3D4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6EFA7-882C-468A-B853-CAFE83B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4B0BF-A913-4B39-BAE1-5F61B06E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3EBA3-AB39-403F-9448-327E220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9B754-CC4D-4830-BEBF-BEC6069C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72348-9848-4D8E-AEBA-5225EEB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A0681-75C6-40C6-9174-70049C92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62966-EC97-4FC5-BCE6-ADD121A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51F43-20A0-4D27-8E21-2958EFC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99906-C22B-40D8-99FD-C35E9494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F80B9-D479-49DA-8F5B-D36FC4B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94366-04F4-4317-B5DB-B5FF4BD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442B0-DB78-4C80-8C17-DA74A90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F40D7-9C72-4713-AB2F-40AF406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F7362-FFFD-4673-BB79-5E58CC48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A3D5A3-29F7-4710-9C07-81F09A8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0FC44-6A32-42CE-B4DD-66661864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1CA73-6F6C-4D2F-B080-DB7F8CB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2D95E-0CB4-47E7-B116-2BC61CD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51EB0-33EA-45BA-9D65-F3D0D59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94C4D-D2A9-462F-82EF-29FC9B5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ECD121-F3F7-4877-8D9D-DAA2072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39EE7-9322-47E3-8E05-3EDA38E2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C89C65-D09F-499B-ACD8-E917E98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00A8A-8005-4818-9D7B-36E96CB8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2DC9AB-1800-4D6D-BDD3-91D2AE5E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625722-89C9-4A5C-809F-D6693CBF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218ABC-A7EA-4DCB-B0B0-4A2FBBE5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C1B713-CFC2-4BC7-8715-0C1DA92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29199-5307-46B6-89FE-4632340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71C1B7-876C-499B-B493-56544108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29C81-F012-47C8-AEB7-49E0B7A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53A9A7-7E8A-48DD-BED2-2D97454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4533B3-3804-4AF7-97EC-8BB9EB2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EA589D-6467-4AE9-B914-664B8611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3E8C69-2721-4743-B97D-A1104D3E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9916D7-B38F-467C-BBA5-B1147B89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E4837D-22BE-495A-87F1-F45FFDCA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C1FE66-49EA-410D-B8D4-73E9E75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F58253-E046-4A04-BFEB-27AAF3D6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AD1CC1-5BA1-48C2-8A12-D2D6376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F8A190-6B06-41F4-B27F-8233240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905A0B-C2EC-4C99-8B16-E4FE49B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EAA668-0BA4-4310-9831-4065E749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9B5CB4-2FEC-4C1E-A731-68F7474A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38C82B-577D-4E1F-B83C-EEAF9EF1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BCBE36-C1FE-4F8F-BCFB-71ED10D5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3E409B-0E2D-4C12-B946-A6F3D723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53A0FE-ED1F-4EE4-81A7-E4932F22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FB2EDA-AC34-47B6-AC70-90DFDA1E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044D42-8CAE-44CD-85C5-6BC79BA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5116E3-8939-4F26-A112-51812D0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0A4BEB-66BC-4417-A197-FECE16B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5C7818-14D7-4B64-A6DE-9F9ACB7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55FA95-3746-4C0F-84A6-63837B6C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A7F756-336A-4E1C-8B5D-C631DF0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6A132D-B8B5-4CDB-A1F1-457697B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942F0F-66D7-4314-82C2-7E7A74CA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FC1352-04C8-4276-B5B6-1D907A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53BC97-DF55-4D7A-8580-A1EE6868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90FD68-606E-4D9A-ADD7-4431E7E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A11084-2710-4CD2-9B68-6F06665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4C6C40-BA8E-400C-8006-D17DC6B1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5108D6-D86E-424F-BD17-2F09513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085ABE-200B-4DA8-817E-CAD8B918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DA57E0-4D81-409D-A00F-34C81D6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21E1B24-E010-4F29-A7BB-1B08656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85057D-653B-44AC-B49B-A739AE7B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5836EF3-B6A6-4B0C-BD7C-355087FE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4DD0AA-D29D-473E-A52F-283863AD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A08CD0-4515-4B7E-9451-C9E6DC6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96AEC6-D4DB-407E-A189-A4EE871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E525B2-2268-42D2-A075-E34C401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1552356-F703-45B3-BC05-F5AEEBA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8A5071-24E1-435F-9D9D-A042FE4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F2C91EA-4C5F-48F0-8824-E7E96BF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40AAEA-1827-4EE9-81EC-E35451E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8601E6E-C1C2-489B-89C7-189253EC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4268FA3-4046-4D38-8B23-8716D18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B891D0-834D-4734-92CE-D2AA7434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96DE1C-63EA-4923-A33D-4C2F5EE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6F6BF9-B3BA-4B6D-A640-746E875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5B53DEF-3B95-43D8-B6DE-4954F387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34B4FD-E080-463B-8878-4D8BC9A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A06D64-EB7A-4C59-95D7-DC8A9CB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FDC6E9A-9DF2-4A8C-AFDD-7496E5DC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3404AC-B81A-4423-89BE-7E8F461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783D09-4EBA-43EE-ABFB-5B4D5FC5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EE3CBD4-B3A2-416D-BE98-8B0519DB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A11DBF1-6B62-471D-ABA4-2F49C59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E73658-FC3D-477B-8C3B-EB9D07E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1059BA-A631-4233-82BD-CB30F9A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FA9686-D103-446A-835C-F8A8FA12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FA1039D-D213-48CC-B10F-8689D4B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076116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8420E67-8C89-405D-8EB1-4BC51DE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8D5A2-2876-4800-B50C-3A0E2CE4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A6216-CC9E-420F-B244-AAEB858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19D82-CF78-4925-9729-87202A18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8BA48-BBB8-4B82-BE48-BCF462C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FFB3F-796E-4AEC-83F7-2EF894F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9F157-0C02-4ABE-AF23-13BE20C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62091-6633-413C-9C14-C15D003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ED970-624C-48D1-8822-5D7BC34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32966-99FB-4CAE-A0BB-9E98376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73EC4-CD23-450D-B7FC-5EF7ABCE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5EB89-C4C4-4E27-AC60-C242BA5D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95085-A054-48A1-9C2C-776E567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61D20-2473-4210-B9C1-F9F8B0B3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E5AC1-F246-434C-9B39-3F0C8162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E5F13-0B7A-41FB-9464-A2DD574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FE6E5-0CC7-4CD9-88A1-F72D4A52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F154D-EE11-491C-82A2-959634AB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A37C1-08CE-40BA-B854-CE586EB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EBD94-F343-44E9-AE76-D9925315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3D694-2EFA-4AEC-93CE-8D33974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1DD09-4E41-4FE0-8833-A483FBF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A723E-6A0B-4470-B81A-261691D0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50E6C-3F9D-4519-9A7B-76933B3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6D4DF-1E63-4DEE-BB64-948E4F4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79C2B-84E3-4CA3-8273-860F7489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7790A-5D51-43D6-8E4D-3357C68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10A6A-024E-4DDB-83BC-351057AD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25DA9-C46E-4CBA-B72C-D00DB367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25152-7B4E-4F68-9B2A-0475F92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04D7B-F1EA-46B9-9786-BEA61F2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93026-6867-4D05-9EBF-81F2EA3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40C7B-A6B6-40D6-B171-C50ED83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7105A1-A430-4160-A29F-CA99539D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C433A8D-2FB6-4156-B4DA-0713302F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2116C-54DB-4A25-BD6C-7AD9A70D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B9468A-CD5E-42B5-B0D8-5B9BE861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17CE1-9856-4DCB-8265-896CCD2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87D94-1EA9-4182-A633-3475E02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60B165-507C-42FA-ADC1-969C58B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E05145-6824-4AE0-9598-3C7F44B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A374386-18EC-49D0-BC80-14283CBF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083485-0CCD-4AB8-8283-10DD8061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4CE22B-7FDE-4AE1-A817-7F103CD0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8871A1-09F0-4A1E-B666-A8F657B3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B292A7-3F48-4D20-AA9D-30A8F967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11E40E-D502-47EA-9D4E-FB59514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4DB38B-DE0E-4492-9B59-32CF31FF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1279697-62FE-4F21-9FBF-68FC326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18A2D7-FA87-45D0-ADF6-AFE6DA3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3787FD-2E9D-40D3-A540-C83FA33F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D6FB86-5DF6-491A-AB56-FCFBA441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47A922-C270-4B2D-B2A6-AE20A908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C249C3-DD82-4F69-A568-31312A23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E59341-624C-444E-B57B-BE257B4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B2D9B6-CBFC-4692-9E62-886AB9B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8F2EAF-22AA-4394-84B7-329EA1D5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2D140E-9C67-4680-B281-4B5E448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218480-79AF-41D3-ABEE-24EDE980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08CFE9-F5E5-4FBF-B5B3-B4837C1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E7A01A-11D8-4732-8AAD-923B199B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6626DB-21A2-4E94-B151-8234FFB3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5DBACA-01D6-4E05-A1B3-C5412E0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216A0A-BC09-4199-B47A-B24106B5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7BA733-0D16-470D-840B-C68B26D1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D32DDD-D8C9-44B4-B314-C4ACC9F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0A5636-89C1-4185-9C15-357F5DD1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BCC3E4-F914-45B9-A376-A3C0B31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E6C627-CF8D-4E15-856A-23F698B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627640726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3BC5904-69D6-45EC-A477-78F44DC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BBE80-F48E-484B-9F32-13F82A9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3B037-F02D-4CCB-A812-6725F0C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B35A2-7F2F-4A3C-A923-9D191E15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E18E8-A0D0-4502-BE6C-51E22A0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02 agosto - 08 agosto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6DEC6-6D73-412C-BB42-0B9E728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9FBA0-41F0-4A41-A2CB-3856618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54792-EFD2-4C9D-BC6C-7D35D2B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DB2C7-F145-457E-A7BC-26C70A7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0C3E-943D-4A6C-91C1-BCD7B48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BD152-4C4F-47B6-9785-0544ABF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6438B-294E-4AB8-BC39-DDBA17C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E8570-8398-4D2B-A7E2-EE7A05A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F2731-58FD-46A4-9B67-C20BF5A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88731-7ECF-4D0E-8A5A-1A117785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71B4D-B990-412D-B07C-05EC7650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9A93D-E620-443A-988D-772A34A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AF793-8CC4-458C-8858-21F8616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0BA60-E3F8-47E5-A4AD-4647709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77F0B-9673-44ED-A2B5-C44E67E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7BFA9-0BAC-4922-A8D9-1150E36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85B6B-1707-45DE-93A6-61FEED7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46143-654B-49F4-AB72-B1AC6877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EE139-69B2-4CF0-8C47-E49FFEC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2C4AC-B961-44FA-8BED-D5E84AD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F9215-60AB-4EEE-9246-FF12934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1620E-66E1-43BC-8737-D770848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A1E08-C49D-48B8-8703-02ADA87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A5E74-84A0-4859-B945-00E7EB2E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7BE76A-0B64-487B-A686-7550DD7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CBDE2-3A87-49C7-B554-7AC3F09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1B8588-EAB8-4F71-9DAB-ECD7D59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5630B-0745-4126-8CDC-EC5E818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FC8C5-024E-49A2-906D-953B233E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34C5E9-074D-4C23-8BF1-FC29906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E005BD-5A3D-45A5-9449-0777FB63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2E179-1B0D-4179-8F09-4A0057DE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BE055-4493-4014-ACC9-5686D5E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01ED95-0AEC-4B18-B373-7749FE34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FB0541-6E54-469D-A702-1D3B08D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52FE79-2319-494D-9DC3-C402A36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17351-0EC4-47E2-8CE9-E19384B1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7C0352-B708-4D30-808D-998660B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013A43-B672-462D-B19C-7B14368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017945-FA41-465C-B0EC-DC369EF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975376-319D-42B1-809C-A575631B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D8A48E-D3CC-4623-89D5-6665D381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587AD3-74E1-477B-9EF5-D1733FE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18F1DB-E8CB-4826-85C8-0E05212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B7A316-EDD4-4D72-9034-A66C53F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DEB211-C47E-4103-B2EC-B68BC83C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1E99D9-8EA7-4B20-AE4E-D64E755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2D0C2F-11FB-4C09-A663-5CC66C31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571C79-D81D-4668-83D1-D62A080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5A6703-D581-47AA-9E01-79061BDD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84D0BA-F375-41B1-8EA3-B7663B11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CB0EE3-B6B7-48C0-925D-182352D8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54930C-8A14-4CCD-B990-FA672AB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0CA3BB-2582-48DF-85BA-1579745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8A7DAA-D23C-440B-BA9C-8233C2C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745108-B8C1-42F3-84C1-8DECEEB4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A15440-A35F-4F58-A2C9-439004A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628B31-54F4-4358-9D2E-D72CED8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DB0CC3-BF77-4327-A6EF-5B46C6D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6D2C60-12A1-4A4D-9324-EE360758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348569-23F6-463C-B98E-A544936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DC8D90-A622-468B-ACEF-A6CBB0B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07CC34-6EE8-471F-8464-3692F01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96B7D6-A722-4F99-98F8-85BBA44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492016-0AF6-45F9-BC8A-EDE4C5F7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4FF826-FC8E-4FB7-9339-1A263C1E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44A399-A16D-4C01-B14F-C6AEE94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CFF95D-65F3-4025-92D4-DEAB48E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309EC9-2576-4C7F-A9A9-C3132C08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1B1183-6322-4E52-AB58-13702F60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9790A7-F138-48C5-A9F2-7F04DEAD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A942EB-2ACD-4E82-B81D-2CBBB826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004E78-3BCC-4573-9797-1526193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215419-1337-4370-92C9-4DEA42EE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FD9EF0-38D3-4EF5-A62D-3B1ABDEB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846AD0-2445-4918-AA42-5FAF3036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32ADCD-6B1B-4914-AD1B-00E59DB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316B65-9391-47E7-B21B-3045B9E5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1EF686-7687-4A3A-A3F5-F7FC3E7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8A47D51-64C6-4886-8CB5-94F7976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683F9B-75FB-4272-B158-72C8C0A6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E21059-8E49-421D-82D7-7FC2F73C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5BF41B-C1E8-4548-8A3E-BB85B89B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12A63A-A79F-4B63-97C9-C0B1F136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E7B95B-1C77-4242-AE25-F931B0C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5E105F-9432-46A0-B4D4-680E7BEE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AC3BFA-C407-468B-93BA-EF1B3E9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CB656AB-834F-4FB8-B2E2-48693F17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F67ABF-FA3C-4811-879B-1EC0225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EABE19-6BB5-4175-80C5-6D7570A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80F453-7587-4F09-A0CD-1E09C92C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A22A63-2297-4FAC-9951-0C5A0DC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3A1CD07C-29FD-4869-9262-F90E837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64D122-321A-4EBF-854B-706268EC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79EBBE-F8BF-4E11-97C3-233D60F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E68B32-7418-47AE-915C-CB3C7C87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CF9CA0-92E1-4310-BFDD-62503BE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714F8F-EBEB-48B7-8FC7-A4D4519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E1D26FB-1C48-4CDD-86F5-398C1D83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030E63-4ED5-4510-8B4C-B82E0BB3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C90344-E59D-4692-80DD-3569269A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92DAFD-2C42-49E5-AB52-7A29C9E3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96A63A7-2FD0-4FB3-B609-B285AAB6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3279BF-3225-46AE-8589-98A6B97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0693148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26CA645-F894-4081-85BC-AF6C2E6A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63AA-E2FC-4A54-9F74-A393CD6B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E61C8-C1BB-49C2-94F6-DA4A1F28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40F09-2ECA-4E04-8E0C-BF6C6EAC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5CC57-D58F-42AE-A44D-ED9FA05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49DAA-D0B4-4A20-A516-BB2195BF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2CAA3-8CB5-4944-A686-5B5D316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0DE2-9908-40B2-8836-39771EB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21A2D-598F-4DCE-99AC-BF0E7EF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6667C-9296-4C7C-B685-3935973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3E302-7F8E-489C-AAB9-D002AED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9543F-C908-48F4-B61A-5082664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E8D8A-3E26-4A62-B05E-BF30BDA0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85B09-E7C4-40A8-B0AB-56B1F23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18DB5-B9C0-4C95-9AFB-364F69B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6D11-D0EC-4F1A-9904-7868D40A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2195-70F3-4CE4-AEEF-242EBCFE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C99EF-0BCB-4F1C-92BD-6D4FAA68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EEA6C-9EBD-40A8-90EC-6D98DDE7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B4BB9-9905-4906-8572-A91A004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34263-F7E1-4077-A810-812F4ACC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FA367-985F-4C18-B57B-A9519ED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F7AF2-49C4-4F53-B365-7791C68E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A58E9-6BC5-4C67-ACA6-39B8B18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7C7C9-E3DA-4B8B-8EED-9FD96F3B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1A681-EFF5-40E5-8AB2-F482C4CE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EF2B7-6FB0-45BC-8A10-E4D54A55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7D10D-EF88-40C6-B5E5-BBE4778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D908E-12B9-48A2-A920-113F6EAF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F7F51-881D-4533-8F89-6BEB73D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517F5-89DA-4F63-872B-02EFA1F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AA0B3-4BEB-4BD4-94BC-E88AD7C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0498F8-A3CD-498C-A6C3-8CAF626F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10A8F-2DB1-4EA8-93A8-C46CB17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EDA3665-0552-4112-A8BC-3263E943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7C1185-BA67-463E-931F-EABE79B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B94E8B-E146-4307-942E-703A36D8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1B392-C4C7-42EA-B434-1602962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45EA2-446E-4F6D-AB12-94A480E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CFC150-47CB-4BA2-9102-1CA3198C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84DB7-1963-4353-B6AC-714F9B2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19BBCEDA-A38E-4C06-A2D4-CEF7E955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3FFA39-301B-4863-AC48-6F6E79B9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5CCF97-085F-43AA-AAA5-1E77F52D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67C4C-B1CC-4DDB-8C85-D7DCDDAC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B3FD4-2D9F-488C-BC4E-F4E4281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24097-46C8-4B35-BDC3-27B74E55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2F508A-ACBC-4352-A5B2-DD02390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7BFCF78-3BF1-4678-9010-2407F7E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C390C6-32B9-4484-883B-76E27674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44A66B-3F11-4D20-BC0E-C0F1F0E2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426FD1-CDBF-479E-AF51-1703E6A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C31FDC-14F0-4CB8-9DBD-271041B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19E19E-6D4E-4C57-A05B-E1A66E06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71AC31-D942-4E55-9572-99D2FD1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42C8EA-2681-43F1-8912-7FD1145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B21276-7464-4BC3-8D94-F3D75F8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547129-3983-407A-8457-1AC1069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DEEA1C-2196-4B3B-8743-152000A1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63A9EC-17E4-4F00-97C1-F040291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15E7FE-B112-47B9-A3B7-3528623B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0D97D4-ED27-41F1-8535-CFAB663E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C92B5C-D0CE-4FB9-A0A3-33C3E634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C3ECBE-B23D-441D-8F2C-71B99B2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3AFFDB-1C5F-464F-B784-EA098E6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EB4674-9096-49CD-8E0E-9D248016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61DBD7-CB77-4629-A159-3F5F904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F650D3-361F-4C63-921F-1429165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F667AA-139A-4409-8423-D19D527C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58000908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BC20F0B-854D-479B-AA18-099F359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DC26-F2BD-43F2-B81B-2415BCC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02B4-313B-4E8D-BBDD-D95C0A74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292DB-41A2-448D-860D-0C94C163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710A4-EAB5-4C08-BB97-79D161B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09 agosto - 15 agosto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A63B2-EB31-4CD9-8EEF-30D8B774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D0189-19E0-4E1D-868A-19A47DD0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6DE35-B809-4518-AE9F-91781DCF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5E127-6962-453D-981B-8A08A19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5E730-F3A1-41D5-AD2E-D18C2E08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FA2B8-C09A-438C-BA5A-B5DECDAF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0DC31-E16D-4431-BAA2-3B74F019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E2533-46A8-426B-BC53-55FF0BF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6BAEC-6AC8-4EB5-A3C6-4C4C7C4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7CAF2-8608-4030-9BB1-AFF2CC5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CB868-DAB1-4FCF-97BD-AE4EEF2A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9F0A3-12DE-4479-97BC-B5489F98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A8BDB-A0BC-4AD8-B092-DEA603AC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9E4EA-BC89-4B32-9684-89D8099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1E638-BDBC-44D2-8842-6E7A4C22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DAFE-EEB7-46F3-9015-483896E1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A813A-E500-499A-8497-529B7D8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B0AA4-405E-4A00-B323-920C4CA7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FB03A-6B4D-4A84-B1B7-197ACABD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B9D92-AB36-4189-A1FA-A4FA149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3713D-6205-4DB6-A468-09C08219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D7147-C3FF-440A-BB90-6B018EC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84D3E-2D07-4A4E-A964-AD96552C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3A5910-B226-403D-A0A0-E424AC98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CBE99-AFCD-4C1B-8E4D-8A89A12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E6883-DA7E-41AC-B4D5-651C502A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DC173-F0BA-48B4-AF9C-6C4B6EB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208E8-0F6C-4F36-8D4C-275C268A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1A564-A4F7-4595-A880-6FF7472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49E01-4F11-492C-B2EE-8D8296F7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53DF2A-CBAE-4A7B-A033-6D460633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951020-B01E-458F-AE98-27BEF9B7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E893B-1ABF-4477-9627-3457B4F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BC123E-5573-4D6F-A22C-60B5D4D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FBD0EA-B977-40B9-BC29-E7152FCD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67C0A6-7B2E-40A5-ABA3-1B5342FD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9F9700-0546-470B-A09D-F1BBE567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D534CC-D7C5-4AD8-8871-DF04F47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275EB5-9794-45D8-A6F5-7A40C88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3D3C81-D5DB-4F97-9B66-ED66DC8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D58A9A-20D7-4637-9700-3980700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226155-E37F-4888-8A22-17F543D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4AB1DE-1D49-41DD-B484-18CFDBF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214B7D-994B-47A5-890F-6342850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BD8315-0D9D-44EB-B585-64A511F9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9727D6-A89D-4985-A89B-5D9C58D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7F4E61-9B32-4D66-AA32-5E9B7F4F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5D64E4-C566-4FE1-9C42-80890D1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B8B8DA-EF1A-45F7-A5F9-63D43EC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A5768D-D390-497E-9B87-0FD64563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B38177-0646-405B-89CE-8AEA0FF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D3C403-18B5-4B28-8406-1E58A6F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6CB0ED-1E62-4FF7-B09B-CE5B422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F5FD78-2F80-443C-9891-63A19ED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553C49-9859-4339-BC22-C1E10EB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740772-D2BB-4800-8F7E-473D589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354C72-D222-42A7-B385-F2BC90A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E71FEA-ECB0-4FFD-9A33-B1C2484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F6B565-F2E2-45AF-BB53-C341111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2D5B66-8416-4A51-A640-39CF538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5728EB-F6BD-463E-A10E-6FDD497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E1F88D-7174-4998-AD0E-94335D2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C432E7-B669-42E4-8D46-78AB4B80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17D883-6AD6-472A-B3D7-5E7FE08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739356-0426-4EA3-BB14-C6CDBC7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9CF176-0318-4BDB-81C4-2C3716F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ADD03D-FCCA-4A9E-A34D-D18D966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02FDCC-DA87-46E6-AF80-BF40609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84745A-A730-4061-B900-1EF3F0D0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ED6A1E-73A5-41FA-89E8-80B361D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E2CD96-FB2A-4AC5-B8B4-E565F65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B2E59E-0241-453B-B24D-C3D8D389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4EF7D3-E01B-494C-B2F6-AB050A3F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CB1A2B-A5A2-4177-9E69-6257336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699F20-203B-42BB-A1C6-A5436D0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60B4AB-0D1C-4771-9014-56AD3F7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7BAEF0-6DE2-4EE7-AED1-F0B249D6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43BCD2-2104-4286-91FB-452F057E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FEEAEB9-D24F-481F-ACDB-4AEB523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41B3F7-D70C-4CEF-8FE9-BEA49B2E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E39E99-0BA2-4B92-B47D-075C0C8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59BD3D-D0E9-4E9F-9172-9DF45A97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FA0934-7883-4FD8-93D3-12183105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C362A4-4D77-4757-991C-4707AF2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EDE51FE-459D-4045-92FD-DE91CA1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C51B5B-D5F1-49F9-AE95-BAC96CC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D99F7E-EA6E-4F1F-8B68-AAC4053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628A06C-3AD4-47EE-A4BC-6D0313D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6DA4B3-D591-4585-AC20-AEFB7F4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D15EA6-7D0F-439F-AB7B-FA29199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6FDD8B-A823-4B5B-AD1B-13374C4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976FB2-1399-432F-8302-AC643D69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B6A8ECBF-70E3-4705-9B83-BEB3C0C4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676C36-BD59-4F2C-8929-86C842C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172864-A7C5-48DD-A8FE-65A78A12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06BDC3-5259-4041-909E-058DE547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27852B-2284-4A02-83FD-D13CC2F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16DA3A-8EB7-4C95-B0BC-E862AFBE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48FC4F4-9B9B-4EE7-A5C7-1B155A3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3F3D65A-A82A-4B01-8A9E-6949651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A0D16A-5FBD-4038-9E3A-0B8264E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9D575B-3D1F-49A5-B727-084B02A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69865A-FA9D-442A-A3BE-5797836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265579-38EA-4858-8247-4669E5C6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1639460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7DDE258-2B7C-454B-830C-DEED6FA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EA201-A5E5-4001-B63A-1E99BD7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0DBAB-A320-4E7C-9766-66CB3E2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40D98-BAD3-4C93-926E-B906990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2EE2B-5770-45FD-B633-84181B9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63394-1F5B-43BE-9325-F00173D2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00FDA-D3DB-4D2B-B534-A9C8ABDD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C265C-5BA2-49CC-BC91-C2FE9BEE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5E8E6-10EC-4906-B4A8-8C5BA67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2BE83-41E1-4687-BE82-FE177BF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2B967-14EE-4E11-841E-834E20B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0BA54-6E03-4D9F-9E04-1D760587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A0089-1F6D-4AE7-9C80-5301884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4E6D5-046A-4405-A48F-3DA98960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281ED-B8E3-49A9-B0E4-C221ED9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CB155-51E8-4808-99CE-302B7DF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CDE7E-8E23-4594-8367-6982D78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A8EC1-B127-437F-9024-4FB0A40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46FA2-55FB-4EC8-869A-421C5C1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DEAE2-A7B5-4189-AB98-73937C82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1E346-D1C7-4029-9011-8522A7C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FE3C7-0D56-4578-8D11-C7DCB454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D0813-80EE-42EC-8303-DF36F24A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3977F-0668-4173-9CC5-CA7DE582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62075-7279-4F28-8E6D-22351FB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05484-0FFA-4018-8E86-E91FA0E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BF978-A752-4FCF-B23D-E183C809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6B815-F050-437F-A4A9-3213531A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86BFB-1EF6-407F-8129-7C8DD9B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70E23-AFAD-442F-A56F-D3585017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682BA-AC64-4648-84EB-FBEAB88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67CF0-F522-48AB-A548-38BB999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0ACAD8-AD34-4233-A3A2-E848CEE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CCFD8-982D-4DE1-AB23-C86F840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F271217-A95A-4A8D-8533-0AFA174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BC5C94-E816-466D-8D5D-EDBFBDEC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F9940-3CC9-4E51-A0CD-F1997A7E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AEF32C-FC4D-4609-A7FB-268D1FE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5D03B0-413A-48F6-AF24-BA068AD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E07F98-BF75-4D69-8BFA-7B1FA21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69A848-61A3-4964-A1F7-0A195DDA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B1592BB-AFD6-413C-AF02-EEB56197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EE20F1-4C36-45ED-BFAA-17E3C2A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0718C-3BDC-4EBD-A23A-4CB28A0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F2F24-6AF3-4C64-8AFA-4C26FAB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9799E2-43A0-4A80-92DC-EEDF9DE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C75740-859F-47F0-89F6-7790410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22AE99-AB8A-4E9A-8493-B65A694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DDFFCF8-14D1-4A20-930F-A844E96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2985E6-1E59-4062-B9C1-5560FC4F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94DC60-F6E3-4280-AF11-E3FC337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ADE6B0-EED2-4FB1-BCFA-B998D3B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752718-F89D-4180-89CC-5B424490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482DD2-A812-4E82-A1D2-AF05FED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CE7DBE-1CA2-4E56-907B-0BD7687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DDF856-0E29-4EC2-991B-82C14C4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74E5EA-2941-479C-AD2B-FF9FE59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6E4C23-56C9-4203-B268-6FE3AD4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C074C1-6089-4DC4-8507-FF2638F6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EDC45B-83D4-4CC4-92AF-892C7799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A3EA23-185D-4C6E-9051-8BD1368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F09DCB-5613-45DE-BBF1-6375B9B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FB2794-90A2-45A4-A3D1-619E45F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C72415-46F0-40F8-B972-CEAD687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D14C85-ECAB-4248-9230-9B1DBDF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5B0FCF-9CAC-4D49-938D-467B0DD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F2BC77-78E6-462E-AA9E-FA76E95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2E711D-B263-4124-947C-D5C0ACB3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492902-E643-4835-9F0B-4F75A59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176312263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87CD026-4C64-47DF-8815-60541D1D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93392-D00B-4D0C-9902-0226413A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D9449-F2BE-48A3-8E2D-37FB11C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4BDF8-AEB8-4F02-BF00-20A6BB62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59A6E-F98D-429E-8682-91D4DC8D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 agosto - 22 agosto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EBDEF-F9F1-48F8-9742-416172A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0B20F-0109-4EFD-A5A1-C37FA30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DF34E-7408-4A85-B7C5-9794E36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E9E67-8F89-44E2-B819-D8E40476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B36A-EBB4-40D4-A97E-5F36F230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64413-25BB-4F57-8554-E2A133E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01E99-6F17-465C-8B0C-6A25920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AD784-9295-4760-A24F-478F90A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8C94B-47B5-4D27-89D3-CDC3B96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55CB7-AB07-4979-A21E-2632AEB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39BAB-5695-478E-85FE-BFB2E1CB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AD676-8155-467D-ACA3-74B18F9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68B4D-D48D-4389-B530-C20D3B4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2D758-AA95-45C8-A012-FD4A1F2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D4835-9F3F-4F61-AAE3-A6ED12B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71282-9BD7-4122-A6CF-0D371CD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D3E19-EE56-4465-AA16-011A0B8E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E36F8-D4A6-43A5-BD05-FFE310B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9449B-C9A3-40F7-8068-05B261B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52073-F1D7-42C1-860B-54C74DDD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6BE85-8DF3-4AC3-B477-29A0B12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3AE2F-DF89-4628-8A78-F9F86A5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87256-DEDD-40AC-AE99-56C9F67E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C28A0-E2C1-48C0-A0F5-D321E6D1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EB6D3-1A5D-4E6D-B62D-DB450B9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6A793-E778-45A3-94B6-84799655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6F049E-22CB-42F2-A685-A5B6E07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64414-F9E0-4D2C-A367-1AAC95B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31F62-DB84-47AA-884B-9496E63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3BD5B-2BC3-4B3E-B5CF-B3C6DB9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90CB5-AF42-406E-8B36-FB33C6A4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EEB362-462F-45C1-B0B5-D20CB14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A27F0A-DFEE-4BB2-B4CA-24F1730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489826-9DF3-4378-A128-EA238A5F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88A9A-1898-4DD1-BA37-D74C281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88264B-7734-47C0-B022-CAB5A4A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110C34-9784-4863-B494-6B969CDF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2603AA-47A4-4BA0-B1C0-371D786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69852C-FEE8-4557-9018-EC8577F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408FAE-26D2-4BE7-A2DE-6355E14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DDA2BD-C78C-4CA0-A91F-FD22DC2A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BE72D5-EA11-4DFC-8EAC-2472D2E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01BCDD-6687-499E-886F-7BE21C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80D7C6-5937-4E88-8A80-02E1654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1517C4-FC56-4550-8DB6-8ADDCD1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2720E7-41C9-4A13-B0DF-5EE16F1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4C1AE4-43F2-46FA-9067-884F1EE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2ADC4B-55CB-406E-85D5-780A3C3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68B71D-1B9A-4ADB-A661-052A18FB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D50E46-A7DD-4C31-A17F-2F1F59E7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151EE7-8980-4BD8-835F-AB1B26C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1ABAB8-C650-4AE9-85A7-FA30ABC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95C999-BF0F-431D-B546-8AF763D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8F5964-4472-4794-8447-205CB86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BAE513-6187-4C64-BE86-FE1EA5CF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640354-B6E1-4E8C-A625-EB5554A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3D5E0C-B963-4E10-8A40-AB8D4F1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793072-98C1-40A1-96AF-64FBF72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D213B8-E646-4DEB-8FD8-02F38A7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A08960-A0CA-4801-AD7D-86BC74F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C79AD7D-5564-496C-BFB9-0E7DA1F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565376-0175-4B26-8691-1AD8201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4FED9A-AB6F-40D2-B43E-021AAB6F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1ED27A-1599-49D2-A5E9-5A26B70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86078E-9102-49D6-B42F-939E327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A922FA-AE7A-4881-8E91-8790439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CBD058-DABD-4744-A3BB-09C5C1B5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5AC16E-0FE8-4FD9-B554-F0390FE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ADAE7E-E5C6-41A4-94B7-DBD6122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3B38DB-07D0-400F-9D10-509E8398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BC99EF-5B91-472A-9475-1814CDF1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EEDB71-773F-4B1F-A299-C723EB68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A88B22-257B-4461-BCDA-EFBF1017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03A3F4-2B02-452F-B9B6-FE1DCC5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60276E-1FAE-47A9-87DC-7B2F1C5B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974C3D-829A-49CF-9FE5-E2123B6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B765E0C-F27E-421C-A3E3-F7DD5B5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B8F42B-0BB4-4FBB-A08A-2F78EAD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E5D5BC-F768-435A-83EF-FBECEE02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BDD52F1-E4DE-4414-BDA1-D6883992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2C1725-EE8C-484B-BD11-3B13193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786EA5A-9BAE-4A48-8E75-10F9844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FA8A76-B0B9-47DF-A9B8-F6F1D263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D103B85-EE05-4356-A88E-5705BCBE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D638DE-5C08-4B9B-8B77-8E58E07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00D45EC-39E6-456F-8F9F-7A317C0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A2B5E21-6EB7-4AA0-A7B1-3FF309AD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7DD2FB-7018-4613-B07B-133B56F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0929FE-2134-4949-BEFC-3673151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54C265-B8CC-4069-9B82-357A350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58DA24-A4EA-4CA2-8B94-D6509C3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BA86D6-3F01-4112-8AD4-8AECB2C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E126DD6B-FFE5-45D4-B891-42DC44E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8AB3A0-16E6-41ED-A486-DE7E3D06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0831B6-20D5-4400-8CF9-37C63E2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E60B9C-4CEC-4292-A1D8-DB98627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E13AF1-CB3C-4E17-B18E-5CF9F242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BF2F4E-8AC6-4960-A762-284F0EA3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A944FAC-7A10-4644-91F1-3C18050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6F51AA-E65F-4542-81BB-AA60502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796F82-8C89-4900-96C0-8D94BD26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12EBF89-3FFB-4071-8FD2-A0A9234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FC16142-85B3-4D6F-BE36-9AD07726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6F7FAB-C605-41F3-B5DA-C25F169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7845832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48E2172-657B-4137-90DB-5C72E360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F6D73-47A0-4FC7-92E1-9DE67800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471CD-FEA7-463F-A2B1-6927C607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C918-C320-4D32-979E-688BAFA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60E99-BD89-433A-9A82-17E8FD9C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C6603-1B45-4FED-8EA5-F568FA22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8C2D5-D9BB-46C9-9882-6B0AE197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6B8E-7681-4D61-9B3D-D2991DE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6EF8A-F8B1-42BA-BAD3-4E295BA6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1F8A6-CDC3-46B4-A864-DF170BE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33D60-F89B-409E-AD32-329BC397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8577A-9A8A-4D5F-AF51-302A3570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88449-DE0D-4EFF-830B-B6F0185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43D4F-1895-4353-B2DD-268EFB1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65E0B-529E-46D0-84B3-A05A4011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AE927-19D2-4F31-A749-6C889237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C0806-359B-4CDA-BFC4-B0F5410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A69EC-A028-4822-9231-F680563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6C5A8-7F19-4F1F-8B3B-1F12C124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7DD4D-70FA-430C-91B5-7339970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A3487-59EC-4476-8D4A-855E6443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FCE12-DFDD-41CE-B794-B7E80B88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41DE5-479E-4C2B-9A85-95BE76F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9E828-148C-4764-8563-35E4F75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CC2B8-F338-4E70-9EE2-C56BDF6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F55A3-A285-4927-8D38-3CA1E8A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A5B5E-F440-47C9-8FED-443FD8B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98AAC-C4E6-4E3C-B603-39645AC5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3A73C-683D-4EF9-B703-734A96B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0F86E-1802-4777-A2E9-F8137F84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3A98E-C877-4269-9871-AA6679F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2D00F-B861-4CF5-BE52-7B831DF4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04A81-FD62-42EE-98E8-F99F150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DD2CD-9C3F-4E74-8069-4BF9694B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C01F2BB-1CCC-4A1A-92BA-C448F2BD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B194E-E5A4-4335-B4B8-DAF3D7D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29D90F-954C-4D3E-BFE9-79C4420A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62FF28-1A02-448C-9B16-D08139C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3BC5A-D6E1-4358-92F3-E7B873D0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9F6B39-FE85-432D-938D-B5B7DF3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FC63E-89C0-4F90-BD65-5A5017D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981F3FA-11ED-4148-B3F2-3B41B352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A34F81-4E53-47B3-B6FD-7FA141C3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1B8C9C-128F-471F-800E-626DFD53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8ACABA-81FB-4028-9CA3-A3DF84D0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AF06A0-1035-450D-A7AE-5D081BA6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A41EA7-9F2B-4BB2-A14E-7D2285D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F380CF-5E1E-425E-8C04-A61D3CE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3B58078-73E4-4E50-9A14-8203F1A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1E4CC5-D51E-413A-B193-25A505BD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E3F902-EACF-47CF-B2BD-F0F1C44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61BCD0-637D-4028-828A-5BE4043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DDE8E4-8D12-4233-B33B-0907F23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0D212D-40E1-45BA-8394-184FF9A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E58B68-73BC-44BF-83B5-2EA773A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29D5BC-2C00-43A7-9027-61F22015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40DF4E-719A-4258-AD5A-C17E3F2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F989AB-F08A-4059-9C55-B3C86A66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BFF15B-C8E6-4A65-976B-AE8A163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94ECC8-76EE-49A6-BA4F-5AF4D7B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9209E2-2F20-4618-9511-0847DA7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5251E8-86AE-414C-8469-4188B92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985602-C9DB-4DD2-817F-837DE03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D741AA-DE44-4457-9659-148EEC4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019814-63E8-4A04-B0F7-800F023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A8014F-4530-410F-A2D8-D219916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4CFC95-34D8-4103-B175-6D92C8F2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430177-85C1-42D4-9671-9A5F14D1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9832CF-60B3-4762-8F01-B8A02B33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161004906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D496214-BB10-43A3-8129-64BBF4A1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164A0-4F93-4C20-8F60-EB2298C7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EA699-E62E-4A18-8034-8172737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B6949-6D02-40C2-9521-C4C2844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B9F17-17DA-4E02-B5FA-C87E553A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 agosto - 29 agosto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FED96-2952-40CE-9A5F-E0E808B9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96986-D1B3-43D5-BC8F-4E0C761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88F03-4B58-437F-B28C-DE3E0BF9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34DA9-08B8-4187-AD98-C1F7DC52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22A1E-CB30-43B4-96E4-A3AC571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6B652-F586-4D53-B9C2-439AACF0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D7C5-A1F6-44D8-90F5-B0FCED1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0C070-BC84-4BA6-AF5C-64AA39AF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BAB96-780D-429C-9D28-63D05A49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79205-1F8D-4EA4-8DD5-2369548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07CB3-6D1A-4E72-ABC5-C7CE23D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86CCE-D30B-469E-A317-252497E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BEB59-B016-41CF-91EF-C6665FD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1CB01-D3FB-43E5-9C34-A2E14F1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4F4E1-74BE-40A7-8979-054B76F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A4C3D-CB05-44AA-82AE-81B4F38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66CE9-30F6-4665-B239-7C6CEEE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EB3A6-753B-42F5-AFB0-556E84BB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4CF49-8DD5-4E27-8300-E8AFE68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BB0BD-DFE0-40FF-8679-B8F8D14B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70723-7E08-4599-A0FB-8476B0E5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B96C5-AB3A-4646-B3F2-ECC4000F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18EBF-7D00-46AD-B2E8-21B2DC55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FFF15-6DDA-483F-A1D2-CE73AA2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2EBF6-E12D-413C-B273-A6A0553B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314DAE-ED36-450E-9223-7F0A8F6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8E61E7-8C39-41CB-8E9F-4AFC86D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8F631-6AEA-4BA8-8106-18A31C7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ACF9B2-D9A2-46A4-81E7-6D60F72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7C2D1F-C7EF-44BD-BB95-F2479012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BEA9B-6294-4CD2-B4A1-A8E5814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62115-965C-4B7C-A242-3CC8F0F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FFFA6-29B1-49D4-8486-EE3E03B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B864AA-3E47-4DA2-8BE6-42F48C20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59D16A-1884-4F94-AF72-5D57F23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DB38EC-B84C-4E76-8B44-1BB7826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78D2FA-C1D6-427D-B5D3-6298A8E5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A3B61A-6A91-468C-BC9C-CB4A7CD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8F88A9-4E0A-4DC1-AAAA-08AE852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A3C7E8-4B6F-434F-9B41-3BDAEBA2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8717A4-1C31-4ACA-9CE8-77418E03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917F1A-910D-451A-A8EC-712D1BA1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C308AA-4155-4544-A091-AD52A15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370CAC-EDAE-41AF-A5E0-3E1E49D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5011A5-6ABC-49DD-9049-CBD898D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A330C3-005B-4414-8167-8868C587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2491D1-18EE-4705-8670-E1450C3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B3E17E-35FF-49CF-ADF2-45C5102A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E6032C-136D-4958-93E1-926F624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1DD35A-B299-4BC6-ADD9-40D3FCC6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8ACC6F-B321-4464-9D93-59439178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393062-0060-48EB-BEA2-82CBA825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B98DD6-2232-4F7A-A291-6810F7FA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5425CF-2B57-49DA-848F-723280A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38BA93-9F57-41AF-8685-11653404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D8DC94-C7CB-45EF-A68B-7DD003DC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75F6A3-8048-4C10-BE46-708830F2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B7C0A5-8F33-407C-9679-38DE59CF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345C5D-464B-4A03-857D-BF19120F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14317E-282C-4FB8-A815-E0C1A2D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E59E44-D81C-4267-9213-515CE4C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788993-6665-44FE-99CD-1DB76426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3DEB02-FBF2-45AD-962C-C832D73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6BAA87-0528-4CDA-B06F-76A4A9EE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4F9276-57C8-4A22-98A1-1BB96C5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42E2FB-9D5F-4858-BF10-8EAC7BF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DCFBF8-303B-433B-BA95-5876D58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5DD0E9-F656-47E9-A2D5-AEF6B1F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917279-CC6B-46A1-AF7C-F991C99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ECE7D7-F1FD-465A-B529-2416FBA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C1B2E6-C762-478E-94E0-29652562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C9115C-D0E4-46C8-9A07-8AF02412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68F858-15E4-47AE-B2E9-C7707195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4D9ACC-A43C-42A4-B116-A7B74D2B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9212B28-E861-4C6E-8046-AD65BEA3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D93BB3-5B0F-456A-8D18-282B8D2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CBECF5-3DC2-4ADC-8B75-D764873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38189B-C541-4707-9E68-4E6211A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4D290E-ECF8-4DF2-985B-C9DB676F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DC4A53-706E-4518-88C4-3CBDF52D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D47980-BD2F-4683-B3F6-B422C3B5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2D7243-FAEE-45BF-8FCA-931B7B1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636854-7BFD-4D46-B9F5-CD35598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DD64556-AE58-4756-9C32-B9C40F54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6C3428-B0B3-47D1-8BC8-CCFA87C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CE0F82-3E9D-414A-9829-F770575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BFDCF5-8925-4901-A7F6-095F7B2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AE248D-D85B-4C47-BFE6-2757EA9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17EA9A-BCA0-4074-B792-546594F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318461-BA22-4C44-8803-87A459D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39E41A-B64C-4AF5-8F37-6049476E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79E9A6-0E99-4FD3-8B3C-73121F6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9EAE64D-C410-48B6-91F3-7B419DE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B9324D-F951-4FE1-A9D5-6263A74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BDC75D7-B760-4CA4-959B-EEE297A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EE708D-9E90-4A36-892C-922FC81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909096A-BB94-4D6F-9AF3-8774094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C5679D3-182E-49CF-A813-64CD958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0088001-4D29-4D15-8BE1-BC2BA7C0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B8314B-68F1-4705-B22C-4A74277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2F65FC-1039-458D-9943-26D26AC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D122CB3-2DBD-4DE1-8D88-AB42140E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E8A8624-B12A-4E2D-8732-A0C2F792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E8AC4F-3FC2-47DF-B308-C5C3DCD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2988728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EE7E65F-88D1-4E15-8204-05535832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76412-FAD1-4186-A162-43415517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81BBC-AF83-4066-A996-B93928E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0C158-4EC8-4D05-956B-4B152F7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F50C-AFD7-4790-A396-6836639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0F478-FC42-4180-88B3-DFCCB679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1801C-EC6E-4377-B93B-64C17EB7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6E69D-B4BA-43A9-B66F-70F9068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CB08D-E2CE-45A6-9371-48F5291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56D41-43D3-4546-A9ED-FB0BE34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76EE0-5770-4BD9-9A67-2001141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E48FC-F917-49E5-91D5-8E9955CF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8F981-390D-459F-AA9C-4FDBCDC2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8C73F-3174-4B08-AA05-28E13178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95BA8-3D13-43F1-9FBC-D7112BC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11FD9-27C7-4687-B5D6-A8916DD6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27D4C-3D37-4135-9915-0ABD07A8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C7FE9-5006-4AB3-B0DD-FC026916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CE48A-F4FF-4DFD-9B80-2491717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5F568-8F2B-4FBB-A7EB-E5A948D7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846CE-FD06-4E64-9F1E-B8086A3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7227D-B97E-40D0-B022-45B15D4C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F321D-5464-4080-9C51-044CB52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F78F2-3105-4AA7-80B9-C0EEFA84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7D4F7-D047-4B29-9DFF-41B298CE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DFEB3-54F1-4811-BA9C-7EBBE44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70AF3-02D3-4D28-A4C8-BA4F800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E7D13-F69F-49AD-91C5-6D1E7D2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E0C3F-F4C8-4218-AE53-223B04B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CD56A-DACF-407D-A288-0CA7FCA3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AB9A0-DFB9-4546-8D05-B146EB3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5A721E-FD9F-432C-A55B-231A45A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20862-553A-4226-88BA-C8D81FD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11D1BA-D080-42BE-8882-6B4EE966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8672A96C-4E7A-461F-B1C8-8DA5AE66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D2CF5C-1888-48E1-80B5-75848A51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20ED2-0C31-4A44-BEF7-EEE510A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84F84B-1DD6-4536-9DFF-9C32A25B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69E5B-C186-43BE-BC38-90972D3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76A4D-8103-4024-91CD-5D14A84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FE2C15-884E-477A-B859-82CDBDCB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C4D59BAB-9BDC-4270-8DA8-36353EB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38E7F4-02B4-4193-8AAC-024E546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45EC6E-91EC-493E-9990-DEE30B9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74C433-D324-4359-8E22-4AE5A5C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955F8-59CD-456A-83BE-B7EA9AF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8BC58B-694B-4A99-86D6-848791C1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75473F-BE92-4AF4-B8A0-94833EA2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4806237-9ED1-491D-B8CF-A5EE162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B92749-DF49-49B7-8EEF-24702F63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E2F7E6-6BE5-4073-92BA-EFE37F53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EBF155-1B24-45A0-961D-61403390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7F9D0B-4BD0-4FD8-A8F3-F034510C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040985-22CC-47CC-B196-5A1FECE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408CCE-F089-41F2-ACD2-A98193A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E5C69C-442B-4764-8A06-7652E4AF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8D84D8-80AF-4050-A014-97F7E06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02CA79-BA49-49D9-A931-D308E985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09D47-0AE9-485A-9A4E-04AFC57F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123433-10F1-490E-832C-383B971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E9A4F9-859A-4251-873B-A3992538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D906C1-3B8F-4641-8E4D-F502A2CC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F18D25-61F9-49F8-BE5A-E353719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38967C-86AE-41E4-8CBD-5E0FCAA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B3BA3C-1D2E-4D7B-9DD8-DBD750C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A2672C-2CFB-4495-9E94-BDCF42C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0521D7-D9FA-4309-B0AD-A66C8123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4F7DCF-3267-42F1-874A-974152F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D1B6E8-CE50-47AE-A98B-0538C6B4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26553851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6CCAF55-C48A-4708-BBE6-DE12429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0F9A-8AE2-4BC1-8928-06A1210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75949-6A7D-410B-92FA-1606F61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931D2-AA9C-4E12-A9E8-59935830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F7B5C-E949-4653-997D-77905FCD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30 agosto - 05 septiembre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AD3EF-EF57-48F0-B5F4-3CB1670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8778E-3337-47BB-B023-37B8E15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C315F-31CF-4013-BBC8-3492BF83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2DC7E-8B27-4AE0-BB57-6E18EE0C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87BBA-CA85-406A-80F5-A3E6166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B3EE0-A7EB-4C8D-820C-D572D7F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3628C-6112-4DCC-B8F3-952DD958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1A1A9-5E7D-4435-86C6-7F226165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ECE11-F645-4DA6-93E4-82CB9050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4AA2C-581E-46B5-80A6-F1DCDAD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5E59-468E-4E5B-A4E8-E6D6DAD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E1679-6844-46E3-8EF5-E29C23F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72231-2AA1-4CA6-B9D2-C48C24F3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D0105-18AE-43B1-87BF-BB7E1E9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82506-4F65-4C17-993B-5E700E7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12DF9-E7B0-44B3-A8FB-72984C0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4D416-E2A3-4570-A344-1F941977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20FBC-A753-4E0F-91B1-62043D5B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93165-1FC1-40E5-AF63-AA6C59A9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B345C-C0C1-4298-A23A-E4B5B3B9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64CB2-E5BF-419A-8B33-F760CCD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E8A94-7B0F-4F7E-8143-7C0CA7A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9FD36-0DE7-4C57-B92B-1533904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2278F-ECB7-454A-AF6D-67BEB04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C1EE23-0B34-45C3-AD40-B343D74C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AF45E6-2EFC-4AD6-B424-1CDD8CB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5E74D-00BF-4760-9B24-E24BCFDD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5AC70-222B-4CDB-880F-64292EB4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1A647-7440-4E9A-B230-1EAE133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3F2D0B-F09F-401C-8712-C662EB0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01DC4-3828-42D9-AEFF-51F7B526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4B92C-557C-4781-883E-1125455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B35E9-8B26-4F8C-B8EF-986ACF8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2E66F8-5DB9-4C9C-AFA0-714B886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F9B7B7-3976-4C62-827E-5CC783F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34F852-49D4-4EFE-B06D-5203DD5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142BC3-E81B-4D93-8EB7-6E20349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34F24B-DFC5-44C4-B947-AE21EC0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4AD7BF-7ECC-4D31-813E-B7D9587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CAB178-4E64-4A52-AEB5-B805469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1F0DC5-B14C-4F0C-B576-AA4B79A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CEACEB-FC19-4A2B-A5D8-D1A1E8A5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386759-19F2-4061-958C-0D61FF2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155EBC-5DDA-45CD-BD33-590DBC26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4FC63A-2AE7-46A2-8476-38952E24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DB3D2F-D2E3-45E0-A123-537EDB6B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8D8E7F-8E88-4011-8CA9-D123AC3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A4DE1D-7CA0-456A-A0D2-06E05FB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03C9A6-7861-4114-AB39-0ED6BAB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DEDF85-8BD7-4ED8-9921-B12DF2A9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83697D-A79B-4943-A999-ED027177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68E69E-69AE-4D0B-93C0-E0579F5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BDEB6B-FEFB-406B-8732-BAF201D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258EC8-3376-43DF-9191-1EF33BF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76EEBE-BAD4-4EF0-93C5-FF15C6EC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089814-03CD-422C-84A9-62F4E8B9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61D719-26C4-48FF-B849-6909898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F46BC0-45FC-4DB2-8424-0766F6D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3AB004-9773-42B0-81E9-DAE82D41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82788E-9692-4798-A32D-59EFBA9F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29FC43-2F56-4BD9-BEEB-94D53D0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D2F6CF-63AB-40B2-B26B-4F97CCE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0E7240-5AE7-47E9-90A8-BC475CB4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EC4752-679A-495A-8B7A-EC490F61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B6C548-F724-4A3B-AB56-191D836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05A07D-224F-4FB9-A234-8D41B02E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9880DE-AF40-4343-B46D-2D413F51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DF49FE-CB18-4024-9180-776B986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339016-60FE-4949-8DA2-B2298CE0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60A904-4A0A-46BB-B492-745AA50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70AE1B-8AF5-484C-BBE4-F942E11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8C3785-76EE-4F28-94F9-1319A8E3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AE8147-FB0E-4F5C-BA45-62C882E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A70B955-44AD-4C4E-8423-E625E286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D6F69F-15D6-4F2A-9B1B-D7E1CEA7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D5422D-BBD4-458A-BF1C-B1E85E3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21CBB2-2AA9-48F6-850A-B742F83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3C3582-4BD0-4ED6-A48E-9A6877AC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73C248-FD76-4EFE-8F62-D7BDBCE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04C04D3-1FAB-4122-8DC7-0F9EAD32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94912D-4374-4710-86FB-6EDD3B3F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79105F-62A2-4817-97EB-DCD86EA2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98B2CA-40CC-4E7A-9BDD-A58D9498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09B551-C9E0-40EB-9450-952A8DF8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D406252-3373-47B0-9E47-001F8A1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851827-7A8B-46CB-8507-8F485BDD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2DD8DD2-FF51-42FA-AB3D-49FCFCD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65FDBA2-93FC-4C72-A6F2-01669490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18AED5-5967-43B4-A07D-56B52F9C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1D7EC9-8753-40E1-9B53-9C10D7F9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215A15-CE81-4060-800D-75EE561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7AB300-50E2-4D41-A032-4D204C3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2A18373-D694-4C9F-B807-31887DF4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E1269C-645C-4D9D-AEEA-074DF83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0902685-43B2-48D5-A4C6-CCF41CF5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E070EE-748C-4E9D-8AC2-98534C4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785426-685A-48CB-850A-126A964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A7C2B4-F125-4D99-9DB2-BEF18448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5FF4740D-90A0-48C8-AF6F-F055F05D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0061D38-7C2A-414A-AA09-767DAB6C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958E15-BD87-4B0A-87AF-31B88D7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FE150B-D394-4B2A-A54F-6BDF6DFB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97E6EF3-D153-4E50-B707-2C593EF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781A91-EE60-4B52-A655-B95D305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43827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9E46EA1-9B79-4FC6-A6D7-2DCA4992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9FDDB-2E5E-4970-BA3E-973F9BC8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DB219-9781-4637-9767-DBC55C89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17735-F5DC-44C3-8E80-F653B4A1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1C0D2-7FC8-471F-A217-C7608D4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BB15D-412C-4EC9-9806-41CF10F3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E6B22-A2A5-4BBB-963D-1600055A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A0009-65A3-4CF9-B2DA-DB430BB8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F3E86-89EF-4D9A-BFBF-96F0FA70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E8860-639A-43B1-B431-46DC63C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CA3A9-C8F7-4F70-95FB-9C38AA6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43BA-D037-4E40-8AFA-B0B9E47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649C5-2EDB-41A1-AA04-E8BBF2C1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B688B-3D7C-457A-9AB8-73EF18DC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6DD9D-3528-49E1-B258-B952A7A7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497A1-3ADC-4D54-973F-696E4305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ABE9D-C5C5-4DCE-AE34-276D887D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81212-BCB4-40B3-85A2-EBA9F246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C75A6-4990-4FD5-9F90-CEABF5CF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56ACF-756A-433F-9F74-1128B26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D37F4-CD9B-4EE0-8CAE-5AF61E0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3220C-10BD-4006-877A-B75A247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81331-5366-41F4-99EF-F9338EC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118AB-1E88-4363-A95E-2CF9C1CF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7D8B4-70AF-4B42-9720-0292DF52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668B1-8C38-4CEE-BE99-1A050438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D8EFC-80B5-4691-A6C8-B0F93CDA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CCE32-1490-4965-8175-D71BFD4E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2AB61-512B-489C-B402-FC3F410E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5BEA1-3203-43C4-8161-C797E1AE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54F1C-85FB-43E1-9B6E-224DD55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52A7E-7B83-4873-B08A-E5B71666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C6DD96-3B39-42D6-A986-F7ECDB7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032FCB-0DA9-4E6F-B821-C396569B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7F3F747-094D-4ACC-BF3F-BC328798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F870F-F249-4D01-A6BA-8E5F1C84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6D2881-D1BA-45F2-82E2-5AB37192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0DCC3-1F9A-4750-9412-3EDC2235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A8ECDE-8369-4384-A437-78513D0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2A2B12-FE0E-45BE-95E0-0EBBF12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3B64AD-A1FE-4108-AC92-72F1889C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B342646-A6C8-4B2E-A6A9-3495C846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F96BD1-1CDD-4651-BF64-961DF6A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898CEF-6660-457B-9CD3-DE1740A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E515D-DB91-44FC-B990-2B35D76A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2ABEFB-12D1-424E-9ADD-91E1E632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329F4E-F7D1-4A44-8E34-84B2075A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97483-0354-4C1E-9761-C14D238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FC171F8-8073-4E89-A56B-F5FCB16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5B1507-2A0C-4AB9-B6A0-D515E04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86518C-A835-414B-840F-D9774038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A807E4-35F3-4EA0-9921-B3680CB8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063A86-C6D2-4721-B923-7DF8D0B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80DFC9-F248-46B0-9682-F67C06C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26A380-12A4-4849-9D53-F16AAEB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22FA76-86EC-406C-9CA5-1DEAB04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54E042-CCA2-4655-863A-4453FB7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13A3A4-6203-4548-BE60-D89079C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CDF34-7E1A-47FE-80E1-490F6CB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4542CA-5183-47DB-8BF7-F414377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B999C9-CA06-4E79-B26D-EF6D453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82BD5D-7EE8-448E-B4C4-240C545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F0FDE2-F82A-4978-8F66-3475E6B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5EA616-5A21-4F04-81FE-EF72C30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F9750C-74C4-4034-8133-6A6172F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B73E2A-07B5-485C-A893-91A521B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5F5823-BE4C-4FC2-A51D-C29A29EB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03629E-7F30-499C-95C1-89CB216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5BFCA8-C3DB-4264-B58E-B25473E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153309594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A612082-8801-483F-BD66-08786141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C028F-FAB8-4F41-BB18-B53C216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1D937-2CE5-4C5C-B542-3C7270A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EED05-E1DC-4580-9641-7C3EB6B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E5013-8165-46BE-9D83-F4869221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F5D9C-108C-437C-A80D-45B7286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6D409-27BB-42D4-927A-90C7921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5729A-23E7-449E-AB46-0574694D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8723E-F0CE-461A-BBCA-634513E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18453-4041-4E98-A4AC-C692F5B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C68ED-4EA1-4973-A2D0-81DBE5CF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1AB7A-B02C-47F6-94D9-B9C124A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7A395-0D43-4BD9-992F-F2360DF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1A976-D4C3-4A18-980E-6DA8BA2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D7273-983A-44F5-9E89-5B8A59F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BC514-F7EC-415F-A7AA-8641C2EA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C7EA-04D1-4FED-9477-6CFA6AC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6A244-799D-44B6-BC0D-7A12721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5CCD5-1DA5-4055-ACF9-D865216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DD86E-DE65-4788-8A21-41376A6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A5682-0910-4ECE-9E3B-5176639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D4DC3-62CE-48FC-B01D-1896B0A4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4D2A3-E466-4FCA-BD61-C65A0D0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57EB8-E1D9-4504-86DC-53BC9E46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BE8DF-509E-44E2-BB72-5A246C4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5516D-2333-4925-A97E-BBD7FF2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29042-764F-48F1-A8B3-1685C5F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9DCB6-7749-4F7F-AE7D-78192ED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EDB0D-ACFC-4D1D-814F-B285D05F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B937A-6191-4C68-856B-3D2E95A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CF2388-3B95-4D09-AA69-2A380D3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B9692F-70D6-4758-9ADF-B2B4CD96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A40BEA-7C80-4211-B76B-6C8A2DBD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3B534-6926-42EE-A566-274EBC1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B3FB33-01D0-4C98-A49B-B8EAB2E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AC2C7-D095-44D3-87EB-0A3365E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AA6923-3D7E-445B-B805-8C67EE4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165FA5-4ECE-43D5-AED6-5DFAA42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D5CDB-2A28-4686-8C4B-B7DEB860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7FB336-A7E6-44AB-91D5-767C4B1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E9AB43-69E6-48EC-9FD3-88BDE3B6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328636-8ECA-451C-BF59-28D42B6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E2B081-3C8F-49BF-B028-1B652D44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06BA3F-45BF-4E1C-BDDE-BD31F419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BC16BB-5C34-4542-AA29-D807284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CF0DBC-3E5E-4052-A5B0-A0AFE627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707747406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E8E4CCD-EA52-4941-AF9A-AE75CDE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3539-AA17-4A91-8DAE-12AA348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6F3FD-C69D-4011-A8C0-54646E9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7C1E8-9C09-4D05-9DEA-A71BAEC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40B21-8700-4424-BEE5-0369944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440F-C12F-4943-9FF5-55A1251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FD74-E826-49A8-AE7C-7D19753C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403D-2870-4436-A9AF-105F3E21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6620C-11E5-42CF-88F1-3ECB1C69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583EF-8705-4147-8951-98AF6A1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3023B-4CC6-4B71-9708-BEF46A3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5DFB9-3077-4ABE-80D1-F705FF66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1F02E-A37A-453D-BEEF-2B1262C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D5BB7-EB9C-45FF-A704-320070C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BFC05-D014-4469-8AC3-213DFC3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C5FD6-A0F5-406F-9008-1099308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27C8B-C69B-4F5E-9D0F-C7EF2C13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CA833-7432-405A-ADEB-467206EC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792CB-7908-400B-A4BC-4D4B585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944F7-7108-4849-B36A-52C6D05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7631-5109-442E-B21E-163A0E10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A1D37-66C2-46D5-8DBA-B8AC7B8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845C8-368E-4D84-A88E-C54354F2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A53AD-FC92-463E-8CB8-C2D9861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A20A1-D36E-43BD-BC08-609F8C6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238FF-A7B4-4D8B-A6E1-D718281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807DB-6F5A-41B3-A124-975656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5DC0D-6390-45C6-9EAC-6847C8B8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0E775-CECE-497D-B045-D2FD3D01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91104-EC5C-4F29-8DEA-1A8D2D4D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E0DED-5F10-423B-8E31-D0004D5C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5D9838-2FA5-4022-B0AC-E19065C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3A9B7-1242-48B4-80D6-5D10C97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9C2D9-69AA-4666-8B7B-6883FD33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07F8F-CD13-4B4C-9048-F41A8AD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F81DD-FDE1-4642-A91E-0748864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A1F5AE-8C8E-4E22-9827-C31D7A9C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AD283-7F0A-4BB0-B8D3-FC3FC36B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31ECD9-888C-4FC7-A784-9C5E29F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739C0E-8E99-42DB-A349-29832F1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A9AF59-27EB-42F0-91B4-F365674E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E5C6B-BC6D-4783-AF9E-74297B22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E353CF-9A3E-4E19-8D72-A5BE9450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08C02E-586B-4EC5-AB22-642B5D93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69CB69-BF93-4622-B3CC-8571AF49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4CF11B-8A3E-469D-BF05-900508D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290042234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4F9C96B-9580-408A-8843-B6E617A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0F8FF-B7C2-42A1-8CE3-2D99315A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40A8A-DF2D-4BBE-A907-9C06C1F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C8941-2005-4C97-B4D3-731F3FFE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018CB-2361-4BBD-BB13-752F088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CE940-0958-48D7-A672-9217505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04982-78F8-4BDE-9D04-3C0FE3E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61530-CEBD-409F-A4CB-5E74AB0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41A4D-A795-4F53-A028-4734497F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68CAA-283A-4DCE-9043-840A7D44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F95F1-1A85-4E28-8BFE-A11ADC9B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C3936-BE48-4FFC-ABED-73E0151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C2A5D-B2B2-43FB-9670-10C1A48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0F7D7-5F86-4AF0-8FB8-8918AC9F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16107-14EF-49EA-95CD-3556D89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283DC-58E7-4A32-BCE7-6AC9A98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C0356-2F71-4927-9537-A29EDD8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18F05-ED39-4876-BF14-CDE00187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4B5A0-A3D4-470D-AC89-2DDFFBA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6E8BF-2AF2-42A6-9E24-D6D65DE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101A2-AA6F-40AD-8E83-7536C24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A975F-959A-45DF-B2BC-72EC233D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5F8A4-04BE-4177-94A0-D935BB3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51A40-95FA-4C22-A845-741DE690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6E745-3990-4E1D-B175-482C8BB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12268-0F7C-422F-ADE5-EB34AC7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B5C5B-6E07-44A4-9736-E43823E7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9E57A-6102-4B48-9D64-810691FE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7E1B1-6389-4CC3-9F6D-ADD9E579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72C9E-7F22-4BBC-88E8-84E4A49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88FDC-4E5C-4C25-B0A7-23D7503B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D1F4E-1634-4115-9440-6DF96BD2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1EDD4E-2980-4058-B8F3-9C24BEDE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5F63C4-82C4-4F15-8C8F-AC61F14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35231A-150C-422E-BBEB-B679516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B14CFA-6343-4425-9F9C-13C9472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24131-2423-466E-AB9E-C3D5ECC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5414D1-1F85-4B31-A01C-30EEC094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741D7C-DC4B-4616-A1E2-EB90107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F8A1C0-F7CF-4041-89CC-69FDC07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C193B5-C558-48FD-AC5F-BA6AEB03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6BD04E-E172-44A0-AA86-DE34D27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A06887-E5BB-4902-BA50-4AB0D005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C14354-3645-4F6E-B870-27DD2141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919205-28DE-4C25-9543-B2D88EF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921589-57AC-4EDB-A24C-4AF051C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160925767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2DF7225-2EB1-4589-BD01-4E22FB58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E744-A336-438E-B7F1-B9FECE6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DEDEA-D9B9-4E56-B340-61B8F58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31E57-230A-4AB4-8FB1-FA3730C1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FB3D8-2A14-42F9-9615-38E8642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1C1C4-FC7B-49E6-9C3B-0BCB1C93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4CC0-4013-4AEF-904A-842E7E7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DEF16-6967-4D88-92F9-1DFE0D9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C42E6-B13C-447F-B4F0-7D38FA32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BF92E-382E-4305-B748-C11A6DE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2A483-5448-44C7-B45C-CB34D1CE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A5922-F2E6-4ABE-BAF9-6A5DCFE4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D4048-D695-4774-B179-85BADE4E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2BAA2-B5F8-419C-AFD8-2BD3F200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C45BF-25D8-4F0D-B6CE-94481A3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48146-51E7-43D5-A82D-2D09BEF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F7655-FC80-444B-926C-3DBFBC3B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8B189-1C77-4E1E-B060-0CA86BD7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6387D-EE71-4532-BBEB-2B8EDE2E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EF15D-0FA8-4B11-85E3-CA5A07F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B1E35-4B92-494E-9783-7FF7BA1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DDE46-3D26-4B72-A520-EA88F6C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07FEC-D691-49F3-B833-13B87F5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98723-8055-40F1-9899-389FFD69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03FBF-E79B-4B34-A646-44AC17D1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2BF5B-9984-49D9-9A81-A53DC85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33C13-0EFA-4278-A1A2-A2EBDF5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E8076-D894-47AA-B75A-EFBC6EB1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CAA91-18BE-445A-A2D1-7E9C6D4A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4C1EB-BC33-4137-8D3B-B65AE74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E5975-7625-4C56-B00D-BCD434D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8390F-8655-4DBD-8A91-B6F6AF4B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1B6327-5F7D-41F8-BCDE-76464028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F4F3A-FCDD-4336-8B8B-D2A7ECC7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20EBE-550A-4373-B209-97D9CBE4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6D4C1B-5AD4-42A3-962D-9E91C88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87E3B-B23E-4E52-B83C-CBAA1B1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2DCC8-4669-40A9-8AB5-571D773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16CE3-B26C-4BD6-84D9-E0C73D03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E09AB-A995-4F1D-A41B-8177EC3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8D5BA6-A779-4B86-96FF-11688D9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BA1006-6836-44FE-A084-979A2C5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93AFB-4757-46B8-A0B4-398A79C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9554BE-BD2B-498C-91BB-B422DC7F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9D480-FD70-4884-96E1-202323D4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197BA6-7816-4FA9-87E6-EFC0A62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569202088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913DB27-D80C-4047-840A-AC3D589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E872-845F-4E8D-8F92-C0C6EF47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E956C-3F02-41CB-BDF9-C9EC81C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44B92-22C1-4773-B422-93D2238A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CDF87-6A40-4636-8E35-A64EF176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8C591-3CA2-4BDF-8AFD-9684210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E005E-0E56-46A3-8B24-8BF63C5C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682E6-B3C1-40B7-AFB7-B4C5BC4E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72C1D-6972-4256-8FF8-1AE8D0AC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F2E25-4ECB-491A-B4D7-55EBB81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7B975-F78B-4B60-B9D8-2532B09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A79A8-1538-4486-AC7F-0D577DE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AC42F-8A50-4C7B-93C6-854ADFF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F3237-5306-46CF-9AC9-7B02148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8CB23-27F6-4FB9-B9D9-61CE271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91EB1-AEE2-4A9F-97A9-B56A660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F290D-CD64-43EA-870A-500AA3C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C2AA6-AFFA-45D5-9F8C-03E5516A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C6A6A-DE41-4C1A-B4F0-01EA8356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9AD8C-5665-4772-9B24-9A6E2EC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6C2F5-6207-4E4E-893B-15C1073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B823F-A2D2-4739-B8EC-1E8F79A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06A0D-32BF-4192-8B19-6451499C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0246A-6636-48A9-AD4C-DA7CF490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2647F-E6AA-4270-AF42-27EF0DC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CA1B8D-6A15-4B85-83DA-9FB8007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4F425-B181-45AE-BF72-1080172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91DA0-EB05-4854-A50D-217ECE97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B9822-DCCE-4B78-B7C3-924A2AE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79059-07A5-4385-9AA5-60CE90D8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85618-1E8B-4254-829B-0C28EBC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FF0BF-F761-4525-B499-A8AA509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9BBA6-C5A9-475B-81DD-AEC6FE13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DC1A1-13D6-4EF3-9ADF-DD890B38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B6F3A-ED9E-42C8-9452-F3A0B8C4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5E9AA-BBE7-4892-8586-6A17B98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D69F22-710D-4DC8-88F8-72B74837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BAC37-7C92-4EF8-8EE5-58427E3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8B7A9-6295-43A4-9663-832D751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56D21-2DE0-4AF9-8BC7-E60A3D2F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14CCD6-5644-4F85-B337-FBB2497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2C199E-4779-441F-AC0B-39A4A2E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B5F74E-C6E4-43F1-B422-915163B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B6A454-88C3-4A02-9B75-A18C7E2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98C7AA-B2E5-46B0-B0D4-9B22466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0B5D38-A3C8-4D46-9202-7ACFF43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610131321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39B7361-703A-47C7-825E-76712F53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D3984-4AE4-4A79-B9F4-E93408F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6B4FC-C75C-4412-8235-9B69BE2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003D0-CCAE-43FA-8BDE-AC2FEA89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8C66E-2D88-4A1F-880D-88978AE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BB2CE-5068-4948-A8DB-1E9D3807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6FDFB-C94F-47D9-9BB2-B7DCAF01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00E4F-A155-45A8-9FFE-DB1F481A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52B5-2A10-4AC4-A019-EF649E00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27541-4985-4177-A827-BF69901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785EC-926A-435C-AE9A-010A2B4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E8594-8252-4CFD-BB9E-A5759F6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A89D3-1303-4C3A-B36C-1F623D5A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FC014-597A-47EE-858E-62307B4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BD284-165F-41EC-91D8-1367CB01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1F803-584F-473C-96DF-0ED16AC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13D70-3464-40D3-A125-7798449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6D576-BF68-4AE6-A475-1F8B225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1D4DC-E96C-486E-A0A5-81BEA50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8DE69-4E30-43C8-B41B-EC23549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A585A-1362-48E4-A1B1-F4F73C8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78CDB-5523-408B-9DA5-A051705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6DABB-AB87-41CD-8CE1-DF0B1E67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012C9-9795-4BF1-BAE4-6E0BAD3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02282-E042-4575-A351-4722256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7A0E7-B013-450D-A381-BEC9CC52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0D8AA-34DB-4868-AF33-718B8DF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F7809-247C-4EA8-A596-FF6ECBAD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6D9F1-C5A1-4225-9EBC-93E9B1BD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179EA-ADCD-4DEC-9535-F6D15F3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D20735-619E-4BA0-9E66-154CFD2B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73BEC-4262-4BE8-BBA5-DFE8616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93DDE-E4A0-4D6D-9419-90F0E5D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61EE2-93D9-47A4-ABCF-A3E8DF6B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C8BDE1-F816-4CBD-9F5F-ADD60C6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24F41-8764-4512-9220-A3577D66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19F2B1-98E7-42D5-9536-D94ACF7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2AB5A-3608-482F-A70F-36E18C9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7FAB81-304D-4F1C-90C8-9223D9DB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3D682C-18C2-4607-8416-C1B981D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00D2A6-A6C6-4F7C-9D8A-F803498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7B8B5-1CCD-4DC3-87BF-E151650D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955229-B52D-4440-A380-11AA9856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EADC0E-2571-45F7-ABB0-CB021F2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96C36F-6866-436E-9CD4-1753A2F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A6C23C-8DE6-4F4E-93FB-B3BF4316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025705865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1A6FBD4-646D-44AA-88E7-C9E4013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E9CE1-005F-46D1-8455-489493D3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86D8F-9CE5-4485-960F-1044EBB1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04CAB-2439-44C2-8B5F-0B8723DD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3781B-A028-4887-9402-5780347F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ABB80-9DB4-4D37-BC2E-D1D696D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4D9C5-39CD-4DF3-B7B7-50B2CEC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926EE-C1E2-4622-8D6D-58D04516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A54C5-8C8D-45D9-A891-E26EC3E9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10F4F-EE62-4B4B-8288-18A8710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4AA6E-2209-4A8A-AD54-2392409E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42390-12CC-416F-811D-7E42994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312F4-BB42-4D3E-AE84-9C0C448F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A4A62-E337-4269-BAA1-DE3A5630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82DEB-6B84-4F25-89F3-1E0E5545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1CCA2-0BB6-4A4C-9309-8DEAFEF2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6F8B-1AAF-4743-A1FD-0322666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EAAC1-7C0B-4A25-B3E1-AC2B217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F0E8F-FEA7-4144-A8D1-E72AB20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31383-278E-4A89-9DEF-AB52A0BB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4A831-5F03-4B4D-B5F1-AA3EB438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A08F1-8D11-4D59-AA87-9816D81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CBC62-9BCC-4571-9490-A8BEF7B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45252-EC2B-4CEB-9816-F8A492E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54368-FC37-4F2B-AC7C-BD85FBC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E67F2-4DD8-4CAB-965E-F613BF64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DF575-3D98-4FE9-851A-2189464F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3F7F-A392-48BD-8CF8-A6F6AA0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441FB-39EA-470B-BB21-C690E76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D8369-D292-4794-A868-1240839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F06D1-4EE7-4ED9-B74D-DE8F3CF3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CA38B-8E68-46FA-9038-AA90052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CAF4FD-4979-4D48-9E9B-FC84EC12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E3BE7E-7A13-4DDD-BB5F-DE249E0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81219-6FB9-4CA7-B654-A13D30C4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E8348-DAC6-4AC5-A3EB-F58A7C7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FD5AA-7201-43C8-B5F3-6187C6FB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854B5E-68F4-48DA-BF62-08AE64C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6F9A0-D61F-48DC-BACF-91696150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D60531-41E9-47D2-8405-3CD4E91A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41B13E-80E7-4330-821A-AF67243D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AE60A1-CF81-4883-ACAD-03B9310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1C183A-792B-4D92-AE5D-7BF7D65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177DD9-ED1C-4E84-9CD2-787EC945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D93217-8145-4D24-8F13-621A545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39A7B-DE2A-4D03-8956-533F73F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191463522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9A18213-E0E5-4FC5-8B7E-36819D5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D05A7-7B60-4655-827F-23A4372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C1543-3025-42BD-8373-61716A04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4768A-A1E0-41D6-A7C7-C85CDF24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C5BEB-75FF-4665-B8BD-C9C1A0AF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9842A-0BEE-448E-A87F-FFFAE18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5CE6-4E23-4CFC-8DEC-E82FE07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526D2-761A-4BED-8395-FB2CE9B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B8ECA-A6B2-4063-8000-673C0EB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DA853-4129-4256-BAA1-B3AEFA6A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72080-D492-4B69-A705-FD5D5FD3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B3218-B312-4E90-87CB-0BA687C5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0D158-5D68-4D9A-8AD6-6B488B9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BA24B-8859-4396-A888-8C38DE5F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57434-5F92-4990-8747-43B3F2A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190DD-5CC5-4B8F-8E89-C69C7AF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1B16E-0ABE-4E5D-97DF-10BD3AD4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97479-46A7-4AE3-9E35-96EC686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8E577-62EA-4F0A-A670-57F6CD9D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A77EA-3A6F-4328-BC1B-379A7A2A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E9C04-9E5B-4B5E-BC52-5128FEB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D2336-17EE-4499-B5F5-130F830F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BE7CF-DD2B-4986-A5B5-AF47AE6E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A0A96-5AA4-4660-9DF4-DD408257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E4573-5407-4400-B10E-3FB161B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DEDF2-F782-401A-A271-E99C3FF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31DEA-056D-4188-95C0-96DF5D7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53364-5FED-4E59-9666-31CD02A2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CC848-2A81-4299-97F7-ECA31175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6BB2C-BFA9-41ED-8F89-4C9613BE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D0A6D-A80A-4CA3-AECD-9DE930C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DBDF9-FFFB-4FED-9BFE-CBE908E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613CC4-F348-4942-9393-6DA1B5A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DB978-102F-4A33-BA81-EA43931C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8AA3AB-6265-4F66-9BB3-7D123AF2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F6CD60-8CFD-460F-8B85-37BE074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E86C32-C68C-4F81-9A53-0E3BFE64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94BBD-28AC-4A75-89E7-4EAA47F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B096AA-E623-414C-A0CC-E101671A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2A08F-CCB7-4093-A599-84D2A16A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9F0757-A7FA-4C08-AD19-253ED04A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71D666-166F-4216-A2C9-7C8565C3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ADD888-20AB-471A-886B-F47B7C7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F7FEC3-C9BA-4F2B-A9EB-BC6171D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0794B4-5A6A-43DE-9E9C-9B004C3A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AA34DA-68FC-47B1-9500-E67CEB5A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</p:spTree>
    <p:extLst>
      <p:ext uri="{BB962C8B-B14F-4D97-AF65-F5344CB8AC3E}">
        <p14:creationId xmlns:p14="http://schemas.microsoft.com/office/powerpoint/2010/main" val="102923286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005AC94-599A-4929-AEAB-66602C18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2CF4-1917-41B0-9293-261D1201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23FF1-2370-4FBC-A4A9-0048B937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85CBB-513E-4CE0-AABB-65697B01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F9BB4-3025-4A9D-931E-C2C06BFA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E2DDD-2A7B-427C-93DD-574BFCC2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71A61-8870-4C71-87E9-A557393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833DA-DD2F-4BC1-B128-1431BF8A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49724-3562-4D98-95FE-1578C76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DB2C0-5F49-48C3-836E-2BC2E2AA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896F0-ABE4-4748-9E4F-0DF791D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1CDBF-F57A-4E70-AA88-C28F33A0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6AA84-F3D5-448B-A445-0187B808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08723-5F5C-4870-8F9A-8EF5C93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CD9FC-EE3B-49EA-9A95-E3703A8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E0556-7BE5-42B9-88AD-94C9249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EB10E-01CD-45DE-B1B5-08BE5EBF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671B0-BC23-4E99-B84C-5869302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D4981-6535-4F32-B6C7-79156880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4AEED-B131-495E-8242-BF29A3D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4AB7F-64F5-45F2-8347-4B5D3DF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9D1F1-40D9-49AF-8BD9-336AB56A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9310D-3111-48A7-B5A7-E2976A7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5EB9C-A258-4FF5-8E79-0CBDD54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275B8-4B26-446C-820F-1332964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06E74-ED87-40BF-B8D9-7490CEC8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F4550-F165-4D2B-A068-4FD3554A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6B151-D60F-428A-872C-F789D30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74EAA-01D6-464A-B699-5F8EF47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CC9DD-CD3D-4DA5-871E-2ECECEE8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3A407-3E6D-463A-BBD6-9040735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519E6-11BA-4F6A-B077-F3096265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561C06-5A25-419F-B600-B836595F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5849C-4477-4B7D-AF9A-1F883780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B647A9-111C-4D77-9098-68B0B01C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D0020-838D-4E6F-8375-E961FA2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349D0E-CCBA-4A55-898F-C1F2E3F8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4474D-9452-40AF-BF86-DEE5CAB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F20FE6-C848-4876-8A20-534C905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DAB033-F246-45F1-8301-930AAC0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52521E-A857-4BF5-B921-3AA153D2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28A2B5-E7C8-4B8F-B1C8-210E0B75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D86795-176D-4FCA-8B96-00AF2CB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047515-17BC-448D-BAB2-B13BEA8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4CF538-5035-4740-82FF-766E1DB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98AEA0-563C-4FBE-8717-FB6CFA94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</p:spTree>
    <p:extLst>
      <p:ext uri="{BB962C8B-B14F-4D97-AF65-F5344CB8AC3E}">
        <p14:creationId xmlns:p14="http://schemas.microsoft.com/office/powerpoint/2010/main" val="23117376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3EB8E35-2AEF-4785-A768-0C5488F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97A91-691F-4E32-8A68-735F80C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5F526-6A49-4519-87A9-81195DD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D4B9D-B1C5-462F-A951-584B0DBE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685A1-E4C2-4361-8AE1-A70DC235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48396-82D7-4763-A334-BA3A66E6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95797-92D0-4D2F-96A0-A43796B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2EF6B-FC4A-42C9-9F5D-234F3A75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52264-9DE4-4A1B-A10A-349FC22A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C54F0-7714-445C-9BED-53FB0273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DD76B-2DB9-4D16-BEE7-39002214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5C562-DD03-436F-8300-E83CCB8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7762D-3533-4C74-8678-13B6DEB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52AA8-143E-43B9-83D0-94E39D6A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35BBB-5BDB-47FF-A785-0BF0D49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FE163-5E39-467A-9646-040AD878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E5F4B-7F3C-4AEC-91D4-FEE9E9D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8AE88-B30E-4C14-9BC3-E534111F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F733E-84E0-4DFD-9E7D-B093106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48782-F1F7-401E-9A09-66DF7AB8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AC33B-DAC4-4FAD-A76B-A6FE86B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98BAC-5E8C-45BE-9BDA-34C7861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9B94D-1A93-4819-AB92-947DEB7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41C92-7A26-4EC8-ADA4-220D531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A65F8-FFC4-4D12-ACB2-20DA6F05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4DF78-3506-4E8D-A0A3-6FE73AFF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49826-250B-4537-AA67-63A61162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D5A2C-A54C-47B7-9783-404250C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01D8F-8E44-44B9-B599-6D09CD5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0B3B7-F6D6-457D-89FA-BFB1E49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31918-A307-4724-9B22-697511E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FF9DD9-4DE3-4D66-8D59-8AA9E1C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0E6CB-2588-450E-AFC4-840A665B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BE7DF9-8F0E-42EE-9EC7-3B3A84F4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7E6490-0B5C-4483-AE19-FAFB7DD0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740B8-11CB-4155-AFBE-F7B21AC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D0E714-E5EB-43A2-9B16-7D130CEF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609280-F9F4-4B3A-86B5-72A318C9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06905-B8CB-4FA7-99C3-557E50C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8A7FAA-9DAD-489D-BD8A-ADE837A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435DC1-9BB7-47D0-901A-98255D1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E88C07-1AB7-4790-AFFE-A388A5B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DFD57A-F5F9-43D2-8871-A4ABAAED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A1C03E-3A38-453A-9DF1-1F6EBFC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27CE28-6C22-4CBB-BCB1-5420F502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6348ED-7F85-4FE4-AF2C-0B5C0F0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192636557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4F8E934-5C65-4F0E-A775-C7AB4BA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A72D3-09C8-4952-AD6D-7761B82E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A7742-6C33-4906-84BB-ECE8886F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57EA8-2EAC-449C-AD2A-ABF9CF89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1DA54-5BC5-4631-864D-6BBFDA3C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1C192-BBF6-464C-9B62-48CBED9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8A7C8-D712-4EEB-B6A6-5CD1E2F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5DD0F-936B-4C56-B084-4BCF24DF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2616F-7F37-485F-A06C-10481B02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03055-7330-45B7-B643-CD01C3D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21ABA-B915-4826-BF63-AE74445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64C82-93F6-4D7E-BCC4-7515D52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1B2D0-8FFA-4A8E-B5AE-5053ED2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C2032-11D6-4C2D-AC74-E9295087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3D5F8-B64B-466D-866F-8A18BD1B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3A9F0-8143-44C6-8894-244A5B97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2181F-0D5D-4C3A-BF54-9D5A58B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1DEDD-DCCF-4560-AAE6-9E50AA3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1042A-C5D3-4B32-8CF3-11849BF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C9B8F-A246-4F2C-8B27-6E72576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5D2C9-CB04-4355-93A7-BC3F202D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98A2A-7464-459F-B00F-D3F69780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AB356-3639-47C8-B0C1-C2907C01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53999-D991-4FFD-BF05-3770E9E9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6BE06-759D-45FA-B35C-1DF57C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07CF3-CC06-4152-9183-E7AA6A0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508F5-E55E-4625-A039-07548DC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3C00D-9D35-46A4-A1AC-8DE85537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CC32B-1FC6-4B56-BED4-2B6D58F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7BC31-7A1F-49A5-8BB1-FDAF2D5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DF833-344C-46CF-8E29-1CF221E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0502CC-F654-43EE-B2FE-A039997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1E87F-27E7-4E1D-8E50-09F0599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523EB8-A1F2-4A52-A5C5-1A4BF027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9DB2E-81A7-4D16-9F88-49B83D0A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A3C490-82E5-429F-A918-0984030B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045E6-1A44-485A-8694-6F040C88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F00D6C-5F87-466F-B0B8-15587D9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5200B-9024-4D82-A864-78CF103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AC8AEC-80EB-4FE5-886F-D57A005F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503AA3-0BEC-4C05-8AC0-98ABAE5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64B12E-FD61-4FE5-B7FC-BF36A600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92B77-81E5-4BF7-936F-88E18E3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6CC0A-4440-4865-82BA-77152EE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2F246C-4CDF-4AD3-BFE7-CA764ECA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E67258-84B6-4FC4-A357-296D8E4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159</a:t>
            </a:r>
          </a:p>
        </p:txBody>
      </p:sp>
    </p:spTree>
    <p:extLst>
      <p:ext uri="{BB962C8B-B14F-4D97-AF65-F5344CB8AC3E}">
        <p14:creationId xmlns:p14="http://schemas.microsoft.com/office/powerpoint/2010/main" val="9034366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3397E3E-C160-438F-88FB-7548F4F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E01CE-EF49-416D-A785-C8D375A3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2B44B-A011-4F1F-ACEC-CD90CBC9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3B347-8C40-4C0A-81FF-23C2F219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C1899-ABC2-4935-AA94-C3BFDF4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DAB60-159D-40D2-9676-1F41BEA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AE49E-4DA2-4FA4-BDBF-E4DDF684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0B16-B035-4CFE-80ED-76736132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B970A-0541-4D34-A35C-2A536783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40A76-8CA1-4161-84CA-19B07708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1967-7A7D-414A-BB09-A7FAF4C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6FC2-B7BF-4A9A-B180-063A0821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56415-6888-40C0-808A-52999CE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C9757-95D3-4037-AC0C-F25DBE23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50FB8-2970-423B-A926-50E2FF20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317DF-11AC-4C1A-9B9D-98DB734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F537F-816D-4C30-95B7-D2AE8128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AFE23-8B19-491E-8F7D-9C4FA2B9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DC40D-5BEF-4D93-A07F-7F3BE03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AA4FD-7533-4E86-A597-1CDEAA2B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7E8CD-C205-4425-89B9-9E53E03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BE142-DF72-4369-B9CA-63004E87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3927C-9FE5-472F-813F-09D8630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24DCA-1376-410C-A397-993B208B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4D412-EAB4-482A-826F-C9153F3D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4AA7F-4D80-4910-88FC-8182F08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D177C-3CC8-4900-9B79-5B01F23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79C78-C63C-4515-80DE-02C99B80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C2C34-33E2-4A2B-BB3E-F9254DA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1C810-E76D-4FA5-BEBE-1B25A66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EB6FB5-C76F-478D-B2F1-3CC7F99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578699-2A67-43A8-9CFB-FD7949A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61C4C-6F13-4F97-8C54-B2BC85C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D30B13-9670-47BA-AFFC-E830509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DB8A60-4D47-4D6B-BDB2-3F7DED7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A5B051-E995-4721-8611-15FA71E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23E41-11BF-4B4C-BC1D-A089B2C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0C16B6-C5C1-4733-8D3F-1EC34663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EDA32E-270B-451A-8ADD-4E9F313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2FDAC7-482D-4C94-8B72-D154187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689AC4-CB8A-477F-9DD7-A083D5D3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A67FDE-CF96-4ED2-B377-563CF9A7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CAE005-3474-45EF-9185-A13B9AFE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9091B-9A2F-4FC7-884A-9EFAFE4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4D31BE-A776-4504-BA91-5606C34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673F6E-E5BE-4630-B6D0-2851D70E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1739185695"/>
      </p:ext>
    </p:extLst>
  </p:cSld>
</p:sld>
</file>

<file path=ppt/theme/theme1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2026-06-20T02:39:46.6030000Z</dcterms:created>
  <dcterms:modified xsi:type="dcterms:W3CDTF">2026-06-20T02:39:46.6030000Z</dcterms:modified>
</coreProperties>
</file>