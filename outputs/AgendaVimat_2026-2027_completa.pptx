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96f646effa49ae" /><Relationship Type="http://schemas.openxmlformats.org/officeDocument/2006/relationships/extended-properties" Target="/docProps/app.xml" Id="R6dac78cc072d4404" /><Relationship Type="http://schemas.openxmlformats.org/officeDocument/2006/relationships/officeDocument" Target="/ppt/presentation.xml" Id="R31c5cd62efa647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a49d2740694598"/>
  </p:sldMasterIdLst>
  <p:notesMasterIdLst>
    <p:notesMasterId xmlns:r="http://schemas.openxmlformats.org/officeDocument/2006/relationships" r:id="Rd106662fd2d147df"/>
  </p:notesMasterIdLst>
  <p:sldIdLst>
    <p:sldId xmlns:r="http://schemas.openxmlformats.org/officeDocument/2006/relationships" id="256" r:id="R6080053127944357"/>
    <p:sldId xmlns:r="http://schemas.openxmlformats.org/officeDocument/2006/relationships" id="257" r:id="Re96743a2d8c14275"/>
    <p:sldId xmlns:r="http://schemas.openxmlformats.org/officeDocument/2006/relationships" id="258" r:id="Rfaf984d7a4e44fb6"/>
    <p:sldId xmlns:r="http://schemas.openxmlformats.org/officeDocument/2006/relationships" id="259" r:id="R139f2c2b60b34320"/>
    <p:sldId xmlns:r="http://schemas.openxmlformats.org/officeDocument/2006/relationships" id="260" r:id="R740aab057a4340ef"/>
    <p:sldId xmlns:r="http://schemas.openxmlformats.org/officeDocument/2006/relationships" id="261" r:id="R572e705629b0485b"/>
    <p:sldId xmlns:r="http://schemas.openxmlformats.org/officeDocument/2006/relationships" id="262" r:id="R1cd386aadecd418b"/>
    <p:sldId xmlns:r="http://schemas.openxmlformats.org/officeDocument/2006/relationships" id="263" r:id="Rd61da50e56194cbf"/>
    <p:sldId xmlns:r="http://schemas.openxmlformats.org/officeDocument/2006/relationships" id="264" r:id="R9381dd01aded4ddc"/>
    <p:sldId xmlns:r="http://schemas.openxmlformats.org/officeDocument/2006/relationships" id="265" r:id="R6cd3f1dc02a94535"/>
    <p:sldId xmlns:r="http://schemas.openxmlformats.org/officeDocument/2006/relationships" id="266" r:id="R4c1f74cf9a504650"/>
    <p:sldId xmlns:r="http://schemas.openxmlformats.org/officeDocument/2006/relationships" id="267" r:id="R952f760933d54536"/>
    <p:sldId xmlns:r="http://schemas.openxmlformats.org/officeDocument/2006/relationships" id="268" r:id="Rc10c5970444c49f8"/>
    <p:sldId xmlns:r="http://schemas.openxmlformats.org/officeDocument/2006/relationships" id="269" r:id="R848e10ef714d44cf"/>
    <p:sldId xmlns:r="http://schemas.openxmlformats.org/officeDocument/2006/relationships" id="270" r:id="R33aed9431c9f46dd"/>
    <p:sldId xmlns:r="http://schemas.openxmlformats.org/officeDocument/2006/relationships" id="271" r:id="Ra652b199ff7b481f"/>
    <p:sldId xmlns:r="http://schemas.openxmlformats.org/officeDocument/2006/relationships" id="272" r:id="R6a5f4605ae1b4933"/>
    <p:sldId xmlns:r="http://schemas.openxmlformats.org/officeDocument/2006/relationships" id="273" r:id="R5422b3cfb4ab4edb"/>
    <p:sldId xmlns:r="http://schemas.openxmlformats.org/officeDocument/2006/relationships" id="274" r:id="R4c32ed0825874d0f"/>
    <p:sldId xmlns:r="http://schemas.openxmlformats.org/officeDocument/2006/relationships" id="275" r:id="R486f407eedcd496a"/>
    <p:sldId xmlns:r="http://schemas.openxmlformats.org/officeDocument/2006/relationships" id="276" r:id="R7e8945b7dc0441bb"/>
    <p:sldId xmlns:r="http://schemas.openxmlformats.org/officeDocument/2006/relationships" id="277" r:id="R6ef02e9c4d264598"/>
    <p:sldId xmlns:r="http://schemas.openxmlformats.org/officeDocument/2006/relationships" id="278" r:id="R2a9228b5a26545c0"/>
    <p:sldId xmlns:r="http://schemas.openxmlformats.org/officeDocument/2006/relationships" id="279" r:id="R1e228e82a2794b49"/>
    <p:sldId xmlns:r="http://schemas.openxmlformats.org/officeDocument/2006/relationships" id="280" r:id="Rb98c4809a9d74d52"/>
    <p:sldId xmlns:r="http://schemas.openxmlformats.org/officeDocument/2006/relationships" id="281" r:id="R32cc05b48e004a9c"/>
    <p:sldId xmlns:r="http://schemas.openxmlformats.org/officeDocument/2006/relationships" id="282" r:id="R13e7e40acbab4fda"/>
    <p:sldId xmlns:r="http://schemas.openxmlformats.org/officeDocument/2006/relationships" id="283" r:id="Ra25bf4b1c3804ce8"/>
    <p:sldId xmlns:r="http://schemas.openxmlformats.org/officeDocument/2006/relationships" id="284" r:id="R2cba73457ed24c74"/>
    <p:sldId xmlns:r="http://schemas.openxmlformats.org/officeDocument/2006/relationships" id="285" r:id="R4364f819277a42a1"/>
    <p:sldId xmlns:r="http://schemas.openxmlformats.org/officeDocument/2006/relationships" id="286" r:id="R3e36faf224a74955"/>
    <p:sldId xmlns:r="http://schemas.openxmlformats.org/officeDocument/2006/relationships" id="287" r:id="Rf0ddc73d5c864ebf"/>
    <p:sldId xmlns:r="http://schemas.openxmlformats.org/officeDocument/2006/relationships" id="288" r:id="R08679c421c6246b5"/>
    <p:sldId xmlns:r="http://schemas.openxmlformats.org/officeDocument/2006/relationships" id="289" r:id="R982be2f955e242c0"/>
    <p:sldId xmlns:r="http://schemas.openxmlformats.org/officeDocument/2006/relationships" id="290" r:id="R9fcfbb32157544a3"/>
    <p:sldId xmlns:r="http://schemas.openxmlformats.org/officeDocument/2006/relationships" id="291" r:id="R72afd783c55046f1"/>
    <p:sldId xmlns:r="http://schemas.openxmlformats.org/officeDocument/2006/relationships" id="292" r:id="Rf4b67f920eb140f5"/>
    <p:sldId xmlns:r="http://schemas.openxmlformats.org/officeDocument/2006/relationships" id="293" r:id="R0081d854dd9849d5"/>
    <p:sldId xmlns:r="http://schemas.openxmlformats.org/officeDocument/2006/relationships" id="294" r:id="Rdc289bdc8e764dcd"/>
    <p:sldId xmlns:r="http://schemas.openxmlformats.org/officeDocument/2006/relationships" id="295" r:id="Re54ee75114784b3f"/>
    <p:sldId xmlns:r="http://schemas.openxmlformats.org/officeDocument/2006/relationships" id="296" r:id="Rd3b402a43fbb451d"/>
    <p:sldId xmlns:r="http://schemas.openxmlformats.org/officeDocument/2006/relationships" id="297" r:id="R8773c1c38c2b4823"/>
    <p:sldId xmlns:r="http://schemas.openxmlformats.org/officeDocument/2006/relationships" id="298" r:id="R32415e106c9547b9"/>
    <p:sldId xmlns:r="http://schemas.openxmlformats.org/officeDocument/2006/relationships" id="299" r:id="R3b72f3b677764bfc"/>
    <p:sldId xmlns:r="http://schemas.openxmlformats.org/officeDocument/2006/relationships" id="300" r:id="R00cf26bf14054c2f"/>
    <p:sldId xmlns:r="http://schemas.openxmlformats.org/officeDocument/2006/relationships" id="301" r:id="R9a27a37e2f5048ee"/>
    <p:sldId xmlns:r="http://schemas.openxmlformats.org/officeDocument/2006/relationships" id="302" r:id="R705380bb7e5b4c11"/>
    <p:sldId xmlns:r="http://schemas.openxmlformats.org/officeDocument/2006/relationships" id="303" r:id="R66ca6ad4747e4e90"/>
    <p:sldId xmlns:r="http://schemas.openxmlformats.org/officeDocument/2006/relationships" id="304" r:id="R3c9a3f0d827b4d71"/>
    <p:sldId xmlns:r="http://schemas.openxmlformats.org/officeDocument/2006/relationships" id="305" r:id="R2e18f8f4f5be42ca"/>
    <p:sldId xmlns:r="http://schemas.openxmlformats.org/officeDocument/2006/relationships" id="306" r:id="R9a434a95e3594702"/>
    <p:sldId xmlns:r="http://schemas.openxmlformats.org/officeDocument/2006/relationships" id="307" r:id="Refc72b4e77fa4598"/>
    <p:sldId xmlns:r="http://schemas.openxmlformats.org/officeDocument/2006/relationships" id="308" r:id="R7591b0b9d93a426d"/>
    <p:sldId xmlns:r="http://schemas.openxmlformats.org/officeDocument/2006/relationships" id="309" r:id="R702c70be8efe44f0"/>
    <p:sldId xmlns:r="http://schemas.openxmlformats.org/officeDocument/2006/relationships" id="310" r:id="Rd7cbbe359300427b"/>
    <p:sldId xmlns:r="http://schemas.openxmlformats.org/officeDocument/2006/relationships" id="311" r:id="R9a40af3a0bd448f0"/>
    <p:sldId xmlns:r="http://schemas.openxmlformats.org/officeDocument/2006/relationships" id="312" r:id="Rf096c13e937447dd"/>
    <p:sldId xmlns:r="http://schemas.openxmlformats.org/officeDocument/2006/relationships" id="313" r:id="Rf028f823f51e48b8"/>
    <p:sldId xmlns:r="http://schemas.openxmlformats.org/officeDocument/2006/relationships" id="314" r:id="R1527c2b3956040b1"/>
    <p:sldId xmlns:r="http://schemas.openxmlformats.org/officeDocument/2006/relationships" id="315" r:id="R007879e9eddd44d1"/>
    <p:sldId xmlns:r="http://schemas.openxmlformats.org/officeDocument/2006/relationships" id="316" r:id="Re9527f22c0c94db4"/>
    <p:sldId xmlns:r="http://schemas.openxmlformats.org/officeDocument/2006/relationships" id="317" r:id="R2d97fe65b6f940d3"/>
    <p:sldId xmlns:r="http://schemas.openxmlformats.org/officeDocument/2006/relationships" id="318" r:id="R8d71739adf214bdd"/>
    <p:sldId xmlns:r="http://schemas.openxmlformats.org/officeDocument/2006/relationships" id="319" r:id="Re7056fdd14a8468e"/>
    <p:sldId xmlns:r="http://schemas.openxmlformats.org/officeDocument/2006/relationships" id="320" r:id="R525dd240a54e44ba"/>
    <p:sldId xmlns:r="http://schemas.openxmlformats.org/officeDocument/2006/relationships" id="321" r:id="R9d15b7e915fe4c2c"/>
    <p:sldId xmlns:r="http://schemas.openxmlformats.org/officeDocument/2006/relationships" id="322" r:id="Rf3093f7c42b64372"/>
    <p:sldId xmlns:r="http://schemas.openxmlformats.org/officeDocument/2006/relationships" id="323" r:id="Rfca601f0ad2e46c8"/>
    <p:sldId xmlns:r="http://schemas.openxmlformats.org/officeDocument/2006/relationships" id="324" r:id="R638b3ee443f849f7"/>
    <p:sldId xmlns:r="http://schemas.openxmlformats.org/officeDocument/2006/relationships" id="325" r:id="Rdccb1734a2354910"/>
    <p:sldId xmlns:r="http://schemas.openxmlformats.org/officeDocument/2006/relationships" id="326" r:id="R57585f3814184a30"/>
    <p:sldId xmlns:r="http://schemas.openxmlformats.org/officeDocument/2006/relationships" id="327" r:id="R4d8dd12da8d44049"/>
    <p:sldId xmlns:r="http://schemas.openxmlformats.org/officeDocument/2006/relationships" id="328" r:id="Re52812915baf410e"/>
    <p:sldId xmlns:r="http://schemas.openxmlformats.org/officeDocument/2006/relationships" id="329" r:id="R54fdefa4d98a4975"/>
    <p:sldId xmlns:r="http://schemas.openxmlformats.org/officeDocument/2006/relationships" id="330" r:id="R166150c9e7b44e3f"/>
    <p:sldId xmlns:r="http://schemas.openxmlformats.org/officeDocument/2006/relationships" id="331" r:id="R842235766df04288"/>
    <p:sldId xmlns:r="http://schemas.openxmlformats.org/officeDocument/2006/relationships" id="332" r:id="Raf3361e6b3cc41f2"/>
    <p:sldId xmlns:r="http://schemas.openxmlformats.org/officeDocument/2006/relationships" id="333" r:id="R4c572d24e0dc4010"/>
    <p:sldId xmlns:r="http://schemas.openxmlformats.org/officeDocument/2006/relationships" id="334" r:id="R52d0ffe0a7b64350"/>
    <p:sldId xmlns:r="http://schemas.openxmlformats.org/officeDocument/2006/relationships" id="335" r:id="R3d53553438d54d4b"/>
    <p:sldId xmlns:r="http://schemas.openxmlformats.org/officeDocument/2006/relationships" id="336" r:id="R5e5f77c265f04fb7"/>
    <p:sldId xmlns:r="http://schemas.openxmlformats.org/officeDocument/2006/relationships" id="337" r:id="R542d9a8fa4484cd2"/>
    <p:sldId xmlns:r="http://schemas.openxmlformats.org/officeDocument/2006/relationships" id="338" r:id="R428699214c74450e"/>
    <p:sldId xmlns:r="http://schemas.openxmlformats.org/officeDocument/2006/relationships" id="339" r:id="Rb754253292e24572"/>
    <p:sldId xmlns:r="http://schemas.openxmlformats.org/officeDocument/2006/relationships" id="340" r:id="Rd67a80dd56954d6d"/>
    <p:sldId xmlns:r="http://schemas.openxmlformats.org/officeDocument/2006/relationships" id="341" r:id="R188f2c218acb402f"/>
    <p:sldId xmlns:r="http://schemas.openxmlformats.org/officeDocument/2006/relationships" id="342" r:id="R05b46dd9034748e5"/>
    <p:sldId xmlns:r="http://schemas.openxmlformats.org/officeDocument/2006/relationships" id="343" r:id="R8b4cba8b0412457e"/>
    <p:sldId xmlns:r="http://schemas.openxmlformats.org/officeDocument/2006/relationships" id="344" r:id="R38fc2e81787b49f0"/>
    <p:sldId xmlns:r="http://schemas.openxmlformats.org/officeDocument/2006/relationships" id="345" r:id="R4f375fc491034725"/>
    <p:sldId xmlns:r="http://schemas.openxmlformats.org/officeDocument/2006/relationships" id="346" r:id="R2251252fe03a4b3a"/>
    <p:sldId xmlns:r="http://schemas.openxmlformats.org/officeDocument/2006/relationships" id="347" r:id="R8d14102b46b649bb"/>
    <p:sldId xmlns:r="http://schemas.openxmlformats.org/officeDocument/2006/relationships" id="348" r:id="Rfc20e329d3d441cd"/>
    <p:sldId xmlns:r="http://schemas.openxmlformats.org/officeDocument/2006/relationships" id="349" r:id="R4059ba2c5fb34312"/>
    <p:sldId xmlns:r="http://schemas.openxmlformats.org/officeDocument/2006/relationships" id="350" r:id="R2a1f55d738fa42c7"/>
    <p:sldId xmlns:r="http://schemas.openxmlformats.org/officeDocument/2006/relationships" id="351" r:id="Rff121d0979044357"/>
    <p:sldId xmlns:r="http://schemas.openxmlformats.org/officeDocument/2006/relationships" id="352" r:id="R62314dbef59e424f"/>
    <p:sldId xmlns:r="http://schemas.openxmlformats.org/officeDocument/2006/relationships" id="353" r:id="Rd170532881364146"/>
    <p:sldId xmlns:r="http://schemas.openxmlformats.org/officeDocument/2006/relationships" id="354" r:id="R51eb4b8b24ee4faa"/>
    <p:sldId xmlns:r="http://schemas.openxmlformats.org/officeDocument/2006/relationships" id="355" r:id="R2398e2ab25234b88"/>
    <p:sldId xmlns:r="http://schemas.openxmlformats.org/officeDocument/2006/relationships" id="356" r:id="Ra5ea69e2ea904840"/>
    <p:sldId xmlns:r="http://schemas.openxmlformats.org/officeDocument/2006/relationships" id="357" r:id="Rff6ee4ccc4f34341"/>
    <p:sldId xmlns:r="http://schemas.openxmlformats.org/officeDocument/2006/relationships" id="358" r:id="Rfa973d6499ac4453"/>
    <p:sldId xmlns:r="http://schemas.openxmlformats.org/officeDocument/2006/relationships" id="359" r:id="Rb4007527e00b49d7"/>
    <p:sldId xmlns:r="http://schemas.openxmlformats.org/officeDocument/2006/relationships" id="360" r:id="Rb86199ac8c1943f1"/>
    <p:sldId xmlns:r="http://schemas.openxmlformats.org/officeDocument/2006/relationships" id="361" r:id="R362e1798563d4d42"/>
    <p:sldId xmlns:r="http://schemas.openxmlformats.org/officeDocument/2006/relationships" id="362" r:id="Rcd9e08ea8c9a481e"/>
    <p:sldId xmlns:r="http://schemas.openxmlformats.org/officeDocument/2006/relationships" id="363" r:id="R26e416085bbd4585"/>
    <p:sldId xmlns:r="http://schemas.openxmlformats.org/officeDocument/2006/relationships" id="364" r:id="R5f06004f821b48cc"/>
    <p:sldId xmlns:r="http://schemas.openxmlformats.org/officeDocument/2006/relationships" id="365" r:id="Rc2fbe9bfce9143f7"/>
    <p:sldId xmlns:r="http://schemas.openxmlformats.org/officeDocument/2006/relationships" id="366" r:id="Rd622f6f62fc2464b"/>
    <p:sldId xmlns:r="http://schemas.openxmlformats.org/officeDocument/2006/relationships" id="367" r:id="R9230c3ab8c1b4b90"/>
    <p:sldId xmlns:r="http://schemas.openxmlformats.org/officeDocument/2006/relationships" id="368" r:id="R0f7f62f5d11f44b6"/>
    <p:sldId xmlns:r="http://schemas.openxmlformats.org/officeDocument/2006/relationships" id="369" r:id="R7cd587e3aba84653"/>
    <p:sldId xmlns:r="http://schemas.openxmlformats.org/officeDocument/2006/relationships" id="370" r:id="R9b3bb0f5a16a4cc3"/>
    <p:sldId xmlns:r="http://schemas.openxmlformats.org/officeDocument/2006/relationships" id="371" r:id="R8ebe51d64e6f4d8e"/>
    <p:sldId xmlns:r="http://schemas.openxmlformats.org/officeDocument/2006/relationships" id="372" r:id="R6e85aab355034efb"/>
    <p:sldId xmlns:r="http://schemas.openxmlformats.org/officeDocument/2006/relationships" id="373" r:id="R5e501c4a02ce42c5"/>
    <p:sldId xmlns:r="http://schemas.openxmlformats.org/officeDocument/2006/relationships" id="374" r:id="R6a0df289a0b3403f"/>
    <p:sldId xmlns:r="http://schemas.openxmlformats.org/officeDocument/2006/relationships" id="375" r:id="Re21c51c8305a4d7d"/>
    <p:sldId xmlns:r="http://schemas.openxmlformats.org/officeDocument/2006/relationships" id="376" r:id="Ra862c70ee41048b1"/>
    <p:sldId xmlns:r="http://schemas.openxmlformats.org/officeDocument/2006/relationships" id="377" r:id="Re7eefe08c47d4ee1"/>
    <p:sldId xmlns:r="http://schemas.openxmlformats.org/officeDocument/2006/relationships" id="378" r:id="Rb46b4706373d4173"/>
    <p:sldId xmlns:r="http://schemas.openxmlformats.org/officeDocument/2006/relationships" id="379" r:id="R8b8f29d5aef54e88"/>
    <p:sldId xmlns:r="http://schemas.openxmlformats.org/officeDocument/2006/relationships" id="380" r:id="Ra1ddccb7818d4e1f"/>
    <p:sldId xmlns:r="http://schemas.openxmlformats.org/officeDocument/2006/relationships" id="381" r:id="Re3c2628e864345e2"/>
    <p:sldId xmlns:r="http://schemas.openxmlformats.org/officeDocument/2006/relationships" id="382" r:id="Rdd9ef640460f412f"/>
    <p:sldId xmlns:r="http://schemas.openxmlformats.org/officeDocument/2006/relationships" id="383" r:id="Re0fb371a357f497c"/>
    <p:sldId xmlns:r="http://schemas.openxmlformats.org/officeDocument/2006/relationships" id="384" r:id="R5452f9d8c9ed4f5a"/>
    <p:sldId xmlns:r="http://schemas.openxmlformats.org/officeDocument/2006/relationships" id="385" r:id="R3487c3b9068f4daa"/>
    <p:sldId xmlns:r="http://schemas.openxmlformats.org/officeDocument/2006/relationships" id="386" r:id="Rc535de62936b45c6"/>
    <p:sldId xmlns:r="http://schemas.openxmlformats.org/officeDocument/2006/relationships" id="387" r:id="R1403d6f42e8d4dbc"/>
    <p:sldId xmlns:r="http://schemas.openxmlformats.org/officeDocument/2006/relationships" id="388" r:id="R55167525b67946b1"/>
    <p:sldId xmlns:r="http://schemas.openxmlformats.org/officeDocument/2006/relationships" id="389" r:id="R80cd4bf45870401b"/>
    <p:sldId xmlns:r="http://schemas.openxmlformats.org/officeDocument/2006/relationships" id="390" r:id="Rd167d34e8a6f4308"/>
    <p:sldId xmlns:r="http://schemas.openxmlformats.org/officeDocument/2006/relationships" id="391" r:id="Reb880eed6c3f4431"/>
    <p:sldId xmlns:r="http://schemas.openxmlformats.org/officeDocument/2006/relationships" id="392" r:id="Rc110074e9f1d488a"/>
    <p:sldId xmlns:r="http://schemas.openxmlformats.org/officeDocument/2006/relationships" id="393" r:id="R92482b3dd613472f"/>
    <p:sldId xmlns:r="http://schemas.openxmlformats.org/officeDocument/2006/relationships" id="394" r:id="R10edfbba5b3c4589"/>
    <p:sldId xmlns:r="http://schemas.openxmlformats.org/officeDocument/2006/relationships" id="395" r:id="R965fc55a91ce4a17"/>
    <p:sldId xmlns:r="http://schemas.openxmlformats.org/officeDocument/2006/relationships" id="396" r:id="R1009f4523e464168"/>
    <p:sldId xmlns:r="http://schemas.openxmlformats.org/officeDocument/2006/relationships" id="397" r:id="Rf1742e6588334a4c"/>
    <p:sldId xmlns:r="http://schemas.openxmlformats.org/officeDocument/2006/relationships" id="398" r:id="Rf5cdbb6fc7a245bf"/>
    <p:sldId xmlns:r="http://schemas.openxmlformats.org/officeDocument/2006/relationships" id="399" r:id="Rddd56a3c60a04a4d"/>
    <p:sldId xmlns:r="http://schemas.openxmlformats.org/officeDocument/2006/relationships" id="400" r:id="Rcf75c2f6f4614cd2"/>
    <p:sldId xmlns:r="http://schemas.openxmlformats.org/officeDocument/2006/relationships" id="401" r:id="R62a365d7c070440e"/>
    <p:sldId xmlns:r="http://schemas.openxmlformats.org/officeDocument/2006/relationships" id="402" r:id="R36171a41f1ea479e"/>
    <p:sldId xmlns:r="http://schemas.openxmlformats.org/officeDocument/2006/relationships" id="403" r:id="Rce59790012224a23"/>
    <p:sldId xmlns:r="http://schemas.openxmlformats.org/officeDocument/2006/relationships" id="404" r:id="Ra05b9dfd2d4641eb"/>
    <p:sldId xmlns:r="http://schemas.openxmlformats.org/officeDocument/2006/relationships" id="405" r:id="R34817ad2e36141d2"/>
    <p:sldId xmlns:r="http://schemas.openxmlformats.org/officeDocument/2006/relationships" id="406" r:id="R84bbbead625d4be2"/>
    <p:sldId xmlns:r="http://schemas.openxmlformats.org/officeDocument/2006/relationships" id="407" r:id="Ra517fa05725a461c"/>
    <p:sldId xmlns:r="http://schemas.openxmlformats.org/officeDocument/2006/relationships" id="408" r:id="Rb4a2ac0a17334adf"/>
    <p:sldId xmlns:r="http://schemas.openxmlformats.org/officeDocument/2006/relationships" id="409" r:id="R2d096c1f2f9d45bd"/>
    <p:sldId xmlns:r="http://schemas.openxmlformats.org/officeDocument/2006/relationships" id="410" r:id="Rd6824efd273d4fa2"/>
    <p:sldId xmlns:r="http://schemas.openxmlformats.org/officeDocument/2006/relationships" id="411" r:id="Rad77e096dadc460e"/>
    <p:sldId xmlns:r="http://schemas.openxmlformats.org/officeDocument/2006/relationships" id="412" r:id="R00e774c1014b4d12"/>
    <p:sldId xmlns:r="http://schemas.openxmlformats.org/officeDocument/2006/relationships" id="413" r:id="Rda990784b6214f08"/>
    <p:sldId xmlns:r="http://schemas.openxmlformats.org/officeDocument/2006/relationships" id="414" r:id="R3c55f23356ad41f5"/>
    <p:sldId xmlns:r="http://schemas.openxmlformats.org/officeDocument/2006/relationships" id="415" r:id="Rf2663d7d28334a3e"/>
  </p:sldIdLst>
  <p:sldSz cx="6858000" cy="9906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f31a7586994a28" /><Relationship Type="http://schemas.openxmlformats.org/officeDocument/2006/relationships/slideMaster" Target="/ppt/slideMasters/slideMaster1.xml" Id="R40a49d2740694598" /><Relationship Type="http://schemas.openxmlformats.org/officeDocument/2006/relationships/notesMaster" Target="/ppt/notesMasters/notesMaster1.xml" Id="Rd106662fd2d147df" /><Relationship Type="http://schemas.openxmlformats.org/officeDocument/2006/relationships/presProps" Target="/ppt/presProps.xml" Id="R5950ebf1b3eb4d31" /><Relationship Type="http://schemas.openxmlformats.org/officeDocument/2006/relationships/tableStyles" Target="/ppt/tableStyles.xml" Id="R5fdb692b8dbd4b0e" /><Relationship Type="http://schemas.openxmlformats.org/officeDocument/2006/relationships/slide" Target="/ppt/slides/slide1.xml" Id="R6080053127944357" /><Relationship Type="http://schemas.openxmlformats.org/officeDocument/2006/relationships/slide" Target="/ppt/slides/slide2.xml" Id="Re96743a2d8c14275" /><Relationship Type="http://schemas.openxmlformats.org/officeDocument/2006/relationships/slide" Target="/ppt/slides/slide3.xml" Id="Rfaf984d7a4e44fb6" /><Relationship Type="http://schemas.openxmlformats.org/officeDocument/2006/relationships/slide" Target="/ppt/slides/slide4.xml" Id="R139f2c2b60b34320" /><Relationship Type="http://schemas.openxmlformats.org/officeDocument/2006/relationships/slide" Target="/ppt/slides/slide5.xml" Id="R740aab057a4340ef" /><Relationship Type="http://schemas.openxmlformats.org/officeDocument/2006/relationships/slide" Target="/ppt/slides/slide6.xml" Id="R572e705629b0485b" /><Relationship Type="http://schemas.openxmlformats.org/officeDocument/2006/relationships/slide" Target="/ppt/slides/slide7.xml" Id="R1cd386aadecd418b" /><Relationship Type="http://schemas.openxmlformats.org/officeDocument/2006/relationships/slide" Target="/ppt/slides/slide8.xml" Id="Rd61da50e56194cbf" /><Relationship Type="http://schemas.openxmlformats.org/officeDocument/2006/relationships/slide" Target="/ppt/slides/slide9.xml" Id="R9381dd01aded4ddc" /><Relationship Type="http://schemas.openxmlformats.org/officeDocument/2006/relationships/slide" Target="/ppt/slides/slide10.xml" Id="R6cd3f1dc02a94535" /><Relationship Type="http://schemas.openxmlformats.org/officeDocument/2006/relationships/slide" Target="/ppt/slides/slide11.xml" Id="R4c1f74cf9a504650" /><Relationship Type="http://schemas.openxmlformats.org/officeDocument/2006/relationships/slide" Target="/ppt/slides/slide12.xml" Id="R952f760933d54536" /><Relationship Type="http://schemas.openxmlformats.org/officeDocument/2006/relationships/slide" Target="/ppt/slides/slide13.xml" Id="Rc10c5970444c49f8" /><Relationship Type="http://schemas.openxmlformats.org/officeDocument/2006/relationships/slide" Target="/ppt/slides/slide14.xml" Id="R848e10ef714d44cf" /><Relationship Type="http://schemas.openxmlformats.org/officeDocument/2006/relationships/slide" Target="/ppt/slides/slide15.xml" Id="R33aed9431c9f46dd" /><Relationship Type="http://schemas.openxmlformats.org/officeDocument/2006/relationships/slide" Target="/ppt/slides/slide16.xml" Id="Ra652b199ff7b481f" /><Relationship Type="http://schemas.openxmlformats.org/officeDocument/2006/relationships/slide" Target="/ppt/slides/slide17.xml" Id="R6a5f4605ae1b4933" /><Relationship Type="http://schemas.openxmlformats.org/officeDocument/2006/relationships/slide" Target="/ppt/slides/slide18.xml" Id="R5422b3cfb4ab4edb" /><Relationship Type="http://schemas.openxmlformats.org/officeDocument/2006/relationships/slide" Target="/ppt/slides/slide19.xml" Id="R4c32ed0825874d0f" /><Relationship Type="http://schemas.openxmlformats.org/officeDocument/2006/relationships/slide" Target="/ppt/slides/slide20.xml" Id="R486f407eedcd496a" /><Relationship Type="http://schemas.openxmlformats.org/officeDocument/2006/relationships/slide" Target="/ppt/slides/slide21.xml" Id="R7e8945b7dc0441bb" /><Relationship Type="http://schemas.openxmlformats.org/officeDocument/2006/relationships/slide" Target="/ppt/slides/slide22.xml" Id="R6ef02e9c4d264598" /><Relationship Type="http://schemas.openxmlformats.org/officeDocument/2006/relationships/slide" Target="/ppt/slides/slide23.xml" Id="R2a9228b5a26545c0" /><Relationship Type="http://schemas.openxmlformats.org/officeDocument/2006/relationships/slide" Target="/ppt/slides/slide24.xml" Id="R1e228e82a2794b49" /><Relationship Type="http://schemas.openxmlformats.org/officeDocument/2006/relationships/slide" Target="/ppt/slides/slide25.xml" Id="Rb98c4809a9d74d52" /><Relationship Type="http://schemas.openxmlformats.org/officeDocument/2006/relationships/slide" Target="/ppt/slides/slide26.xml" Id="R32cc05b48e004a9c" /><Relationship Type="http://schemas.openxmlformats.org/officeDocument/2006/relationships/slide" Target="/ppt/slides/slide27.xml" Id="R13e7e40acbab4fda" /><Relationship Type="http://schemas.openxmlformats.org/officeDocument/2006/relationships/slide" Target="/ppt/slides/slide28.xml" Id="Ra25bf4b1c3804ce8" /><Relationship Type="http://schemas.openxmlformats.org/officeDocument/2006/relationships/slide" Target="/ppt/slides/slide29.xml" Id="R2cba73457ed24c74" /><Relationship Type="http://schemas.openxmlformats.org/officeDocument/2006/relationships/slide" Target="/ppt/slides/slide30.xml" Id="R4364f819277a42a1" /><Relationship Type="http://schemas.openxmlformats.org/officeDocument/2006/relationships/slide" Target="/ppt/slides/slide31.xml" Id="R3e36faf224a74955" /><Relationship Type="http://schemas.openxmlformats.org/officeDocument/2006/relationships/slide" Target="/ppt/slides/slide32.xml" Id="Rf0ddc73d5c864ebf" /><Relationship Type="http://schemas.openxmlformats.org/officeDocument/2006/relationships/slide" Target="/ppt/slides/slide33.xml" Id="R08679c421c6246b5" /><Relationship Type="http://schemas.openxmlformats.org/officeDocument/2006/relationships/slide" Target="/ppt/slides/slide34.xml" Id="R982be2f955e242c0" /><Relationship Type="http://schemas.openxmlformats.org/officeDocument/2006/relationships/slide" Target="/ppt/slides/slide35.xml" Id="R9fcfbb32157544a3" /><Relationship Type="http://schemas.openxmlformats.org/officeDocument/2006/relationships/slide" Target="/ppt/slides/slide36.xml" Id="R72afd783c55046f1" /><Relationship Type="http://schemas.openxmlformats.org/officeDocument/2006/relationships/slide" Target="/ppt/slides/slide37.xml" Id="Rf4b67f920eb140f5" /><Relationship Type="http://schemas.openxmlformats.org/officeDocument/2006/relationships/slide" Target="/ppt/slides/slide38.xml" Id="R0081d854dd9849d5" /><Relationship Type="http://schemas.openxmlformats.org/officeDocument/2006/relationships/slide" Target="/ppt/slides/slide39.xml" Id="Rdc289bdc8e764dcd" /><Relationship Type="http://schemas.openxmlformats.org/officeDocument/2006/relationships/slide" Target="/ppt/slides/slide40.xml" Id="Re54ee75114784b3f" /><Relationship Type="http://schemas.openxmlformats.org/officeDocument/2006/relationships/slide" Target="/ppt/slides/slide41.xml" Id="Rd3b402a43fbb451d" /><Relationship Type="http://schemas.openxmlformats.org/officeDocument/2006/relationships/slide" Target="/ppt/slides/slide42.xml" Id="R8773c1c38c2b4823" /><Relationship Type="http://schemas.openxmlformats.org/officeDocument/2006/relationships/slide" Target="/ppt/slides/slide43.xml" Id="R32415e106c9547b9" /><Relationship Type="http://schemas.openxmlformats.org/officeDocument/2006/relationships/slide" Target="/ppt/slides/slide44.xml" Id="R3b72f3b677764bfc" /><Relationship Type="http://schemas.openxmlformats.org/officeDocument/2006/relationships/slide" Target="/ppt/slides/slide45.xml" Id="R00cf26bf14054c2f" /><Relationship Type="http://schemas.openxmlformats.org/officeDocument/2006/relationships/slide" Target="/ppt/slides/slide46.xml" Id="R9a27a37e2f5048ee" /><Relationship Type="http://schemas.openxmlformats.org/officeDocument/2006/relationships/slide" Target="/ppt/slides/slide47.xml" Id="R705380bb7e5b4c11" /><Relationship Type="http://schemas.openxmlformats.org/officeDocument/2006/relationships/slide" Target="/ppt/slides/slide48.xml" Id="R66ca6ad4747e4e90" /><Relationship Type="http://schemas.openxmlformats.org/officeDocument/2006/relationships/slide" Target="/ppt/slides/slide49.xml" Id="R3c9a3f0d827b4d71" /><Relationship Type="http://schemas.openxmlformats.org/officeDocument/2006/relationships/slide" Target="/ppt/slides/slide50.xml" Id="R2e18f8f4f5be42ca" /><Relationship Type="http://schemas.openxmlformats.org/officeDocument/2006/relationships/slide" Target="/ppt/slides/slide51.xml" Id="R9a434a95e3594702" /><Relationship Type="http://schemas.openxmlformats.org/officeDocument/2006/relationships/slide" Target="/ppt/slides/slide52.xml" Id="Refc72b4e77fa4598" /><Relationship Type="http://schemas.openxmlformats.org/officeDocument/2006/relationships/slide" Target="/ppt/slides/slide53.xml" Id="R7591b0b9d93a426d" /><Relationship Type="http://schemas.openxmlformats.org/officeDocument/2006/relationships/slide" Target="/ppt/slides/slide54.xml" Id="R702c70be8efe44f0" /><Relationship Type="http://schemas.openxmlformats.org/officeDocument/2006/relationships/slide" Target="/ppt/slides/slide55.xml" Id="Rd7cbbe359300427b" /><Relationship Type="http://schemas.openxmlformats.org/officeDocument/2006/relationships/slide" Target="/ppt/slides/slide56.xml" Id="R9a40af3a0bd448f0" /><Relationship Type="http://schemas.openxmlformats.org/officeDocument/2006/relationships/slide" Target="/ppt/slides/slide57.xml" Id="Rf096c13e937447dd" /><Relationship Type="http://schemas.openxmlformats.org/officeDocument/2006/relationships/slide" Target="/ppt/slides/slide58.xml" Id="Rf028f823f51e48b8" /><Relationship Type="http://schemas.openxmlformats.org/officeDocument/2006/relationships/slide" Target="/ppt/slides/slide59.xml" Id="R1527c2b3956040b1" /><Relationship Type="http://schemas.openxmlformats.org/officeDocument/2006/relationships/slide" Target="/ppt/slides/slide60.xml" Id="R007879e9eddd44d1" /><Relationship Type="http://schemas.openxmlformats.org/officeDocument/2006/relationships/slide" Target="/ppt/slides/slide61.xml" Id="Re9527f22c0c94db4" /><Relationship Type="http://schemas.openxmlformats.org/officeDocument/2006/relationships/slide" Target="/ppt/slides/slide62.xml" Id="R2d97fe65b6f940d3" /><Relationship Type="http://schemas.openxmlformats.org/officeDocument/2006/relationships/slide" Target="/ppt/slides/slide63.xml" Id="R8d71739adf214bdd" /><Relationship Type="http://schemas.openxmlformats.org/officeDocument/2006/relationships/slide" Target="/ppt/slides/slide64.xml" Id="Re7056fdd14a8468e" /><Relationship Type="http://schemas.openxmlformats.org/officeDocument/2006/relationships/slide" Target="/ppt/slides/slide65.xml" Id="R525dd240a54e44ba" /><Relationship Type="http://schemas.openxmlformats.org/officeDocument/2006/relationships/slide" Target="/ppt/slides/slide66.xml" Id="R9d15b7e915fe4c2c" /><Relationship Type="http://schemas.openxmlformats.org/officeDocument/2006/relationships/slide" Target="/ppt/slides/slide67.xml" Id="Rf3093f7c42b64372" /><Relationship Type="http://schemas.openxmlformats.org/officeDocument/2006/relationships/slide" Target="/ppt/slides/slide68.xml" Id="Rfca601f0ad2e46c8" /><Relationship Type="http://schemas.openxmlformats.org/officeDocument/2006/relationships/slide" Target="/ppt/slides/slide69.xml" Id="R638b3ee443f849f7" /><Relationship Type="http://schemas.openxmlformats.org/officeDocument/2006/relationships/slide" Target="/ppt/slides/slide70.xml" Id="Rdccb1734a2354910" /><Relationship Type="http://schemas.openxmlformats.org/officeDocument/2006/relationships/slide" Target="/ppt/slides/slide71.xml" Id="R57585f3814184a30" /><Relationship Type="http://schemas.openxmlformats.org/officeDocument/2006/relationships/slide" Target="/ppt/slides/slide72.xml" Id="R4d8dd12da8d44049" /><Relationship Type="http://schemas.openxmlformats.org/officeDocument/2006/relationships/slide" Target="/ppt/slides/slide73.xml" Id="Re52812915baf410e" /><Relationship Type="http://schemas.openxmlformats.org/officeDocument/2006/relationships/slide" Target="/ppt/slides/slide74.xml" Id="R54fdefa4d98a4975" /><Relationship Type="http://schemas.openxmlformats.org/officeDocument/2006/relationships/slide" Target="/ppt/slides/slide75.xml" Id="R166150c9e7b44e3f" /><Relationship Type="http://schemas.openxmlformats.org/officeDocument/2006/relationships/slide" Target="/ppt/slides/slide76.xml" Id="R842235766df04288" /><Relationship Type="http://schemas.openxmlformats.org/officeDocument/2006/relationships/slide" Target="/ppt/slides/slide77.xml" Id="Raf3361e6b3cc41f2" /><Relationship Type="http://schemas.openxmlformats.org/officeDocument/2006/relationships/slide" Target="/ppt/slides/slide78.xml" Id="R4c572d24e0dc4010" /><Relationship Type="http://schemas.openxmlformats.org/officeDocument/2006/relationships/slide" Target="/ppt/slides/slide79.xml" Id="R52d0ffe0a7b64350" /><Relationship Type="http://schemas.openxmlformats.org/officeDocument/2006/relationships/slide" Target="/ppt/slides/slide80.xml" Id="R3d53553438d54d4b" /><Relationship Type="http://schemas.openxmlformats.org/officeDocument/2006/relationships/slide" Target="/ppt/slides/slide81.xml" Id="R5e5f77c265f04fb7" /><Relationship Type="http://schemas.openxmlformats.org/officeDocument/2006/relationships/slide" Target="/ppt/slides/slide82.xml" Id="R542d9a8fa4484cd2" /><Relationship Type="http://schemas.openxmlformats.org/officeDocument/2006/relationships/slide" Target="/ppt/slides/slide83.xml" Id="R428699214c74450e" /><Relationship Type="http://schemas.openxmlformats.org/officeDocument/2006/relationships/slide" Target="/ppt/slides/slide84.xml" Id="Rb754253292e24572" /><Relationship Type="http://schemas.openxmlformats.org/officeDocument/2006/relationships/slide" Target="/ppt/slides/slide85.xml" Id="Rd67a80dd56954d6d" /><Relationship Type="http://schemas.openxmlformats.org/officeDocument/2006/relationships/slide" Target="/ppt/slides/slide86.xml" Id="R188f2c218acb402f" /><Relationship Type="http://schemas.openxmlformats.org/officeDocument/2006/relationships/slide" Target="/ppt/slides/slide87.xml" Id="R05b46dd9034748e5" /><Relationship Type="http://schemas.openxmlformats.org/officeDocument/2006/relationships/slide" Target="/ppt/slides/slide88.xml" Id="R8b4cba8b0412457e" /><Relationship Type="http://schemas.openxmlformats.org/officeDocument/2006/relationships/slide" Target="/ppt/slides/slide89.xml" Id="R38fc2e81787b49f0" /><Relationship Type="http://schemas.openxmlformats.org/officeDocument/2006/relationships/slide" Target="/ppt/slides/slide90.xml" Id="R4f375fc491034725" /><Relationship Type="http://schemas.openxmlformats.org/officeDocument/2006/relationships/slide" Target="/ppt/slides/slide91.xml" Id="R2251252fe03a4b3a" /><Relationship Type="http://schemas.openxmlformats.org/officeDocument/2006/relationships/slide" Target="/ppt/slides/slide92.xml" Id="R8d14102b46b649bb" /><Relationship Type="http://schemas.openxmlformats.org/officeDocument/2006/relationships/slide" Target="/ppt/slides/slide93.xml" Id="Rfc20e329d3d441cd" /><Relationship Type="http://schemas.openxmlformats.org/officeDocument/2006/relationships/slide" Target="/ppt/slides/slide94.xml" Id="R4059ba2c5fb34312" /><Relationship Type="http://schemas.openxmlformats.org/officeDocument/2006/relationships/slide" Target="/ppt/slides/slide95.xml" Id="R2a1f55d738fa42c7" /><Relationship Type="http://schemas.openxmlformats.org/officeDocument/2006/relationships/slide" Target="/ppt/slides/slide96.xml" Id="Rff121d0979044357" /><Relationship Type="http://schemas.openxmlformats.org/officeDocument/2006/relationships/slide" Target="/ppt/slides/slide97.xml" Id="R62314dbef59e424f" /><Relationship Type="http://schemas.openxmlformats.org/officeDocument/2006/relationships/slide" Target="/ppt/slides/slide98.xml" Id="Rd170532881364146" /><Relationship Type="http://schemas.openxmlformats.org/officeDocument/2006/relationships/slide" Target="/ppt/slides/slide99.xml" Id="R51eb4b8b24ee4faa" /><Relationship Type="http://schemas.openxmlformats.org/officeDocument/2006/relationships/slide" Target="/ppt/slides/slide100.xml" Id="R2398e2ab25234b88" /><Relationship Type="http://schemas.openxmlformats.org/officeDocument/2006/relationships/slide" Target="/ppt/slides/slide101.xml" Id="Ra5ea69e2ea904840" /><Relationship Type="http://schemas.openxmlformats.org/officeDocument/2006/relationships/slide" Target="/ppt/slides/slide102.xml" Id="Rff6ee4ccc4f34341" /><Relationship Type="http://schemas.openxmlformats.org/officeDocument/2006/relationships/slide" Target="/ppt/slides/slide103.xml" Id="Rfa973d6499ac4453" /><Relationship Type="http://schemas.openxmlformats.org/officeDocument/2006/relationships/slide" Target="/ppt/slides/slide104.xml" Id="Rb4007527e00b49d7" /><Relationship Type="http://schemas.openxmlformats.org/officeDocument/2006/relationships/slide" Target="/ppt/slides/slide105.xml" Id="Rb86199ac8c1943f1" /><Relationship Type="http://schemas.openxmlformats.org/officeDocument/2006/relationships/slide" Target="/ppt/slides/slide106.xml" Id="R362e1798563d4d42" /><Relationship Type="http://schemas.openxmlformats.org/officeDocument/2006/relationships/slide" Target="/ppt/slides/slide107.xml" Id="Rcd9e08ea8c9a481e" /><Relationship Type="http://schemas.openxmlformats.org/officeDocument/2006/relationships/slide" Target="/ppt/slides/slide108.xml" Id="R26e416085bbd4585" /><Relationship Type="http://schemas.openxmlformats.org/officeDocument/2006/relationships/slide" Target="/ppt/slides/slide109.xml" Id="R5f06004f821b48cc" /><Relationship Type="http://schemas.openxmlformats.org/officeDocument/2006/relationships/slide" Target="/ppt/slides/slide110.xml" Id="Rc2fbe9bfce9143f7" /><Relationship Type="http://schemas.openxmlformats.org/officeDocument/2006/relationships/slide" Target="/ppt/slides/slide111.xml" Id="Rd622f6f62fc2464b" /><Relationship Type="http://schemas.openxmlformats.org/officeDocument/2006/relationships/slide" Target="/ppt/slides/slide112.xml" Id="R9230c3ab8c1b4b90" /><Relationship Type="http://schemas.openxmlformats.org/officeDocument/2006/relationships/slide" Target="/ppt/slides/slide113.xml" Id="R0f7f62f5d11f44b6" /><Relationship Type="http://schemas.openxmlformats.org/officeDocument/2006/relationships/slide" Target="/ppt/slides/slide114.xml" Id="R7cd587e3aba84653" /><Relationship Type="http://schemas.openxmlformats.org/officeDocument/2006/relationships/slide" Target="/ppt/slides/slide115.xml" Id="R9b3bb0f5a16a4cc3" /><Relationship Type="http://schemas.openxmlformats.org/officeDocument/2006/relationships/slide" Target="/ppt/slides/slide116.xml" Id="R8ebe51d64e6f4d8e" /><Relationship Type="http://schemas.openxmlformats.org/officeDocument/2006/relationships/slide" Target="/ppt/slides/slide117.xml" Id="R6e85aab355034efb" /><Relationship Type="http://schemas.openxmlformats.org/officeDocument/2006/relationships/slide" Target="/ppt/slides/slide118.xml" Id="R5e501c4a02ce42c5" /><Relationship Type="http://schemas.openxmlformats.org/officeDocument/2006/relationships/slide" Target="/ppt/slides/slide119.xml" Id="R6a0df289a0b3403f" /><Relationship Type="http://schemas.openxmlformats.org/officeDocument/2006/relationships/slide" Target="/ppt/slides/slide120.xml" Id="Re21c51c8305a4d7d" /><Relationship Type="http://schemas.openxmlformats.org/officeDocument/2006/relationships/slide" Target="/ppt/slides/slide121.xml" Id="Ra862c70ee41048b1" /><Relationship Type="http://schemas.openxmlformats.org/officeDocument/2006/relationships/slide" Target="/ppt/slides/slide122.xml" Id="Re7eefe08c47d4ee1" /><Relationship Type="http://schemas.openxmlformats.org/officeDocument/2006/relationships/slide" Target="/ppt/slides/slide123.xml" Id="Rb46b4706373d4173" /><Relationship Type="http://schemas.openxmlformats.org/officeDocument/2006/relationships/slide" Target="/ppt/slides/slide124.xml" Id="R8b8f29d5aef54e88" /><Relationship Type="http://schemas.openxmlformats.org/officeDocument/2006/relationships/slide" Target="/ppt/slides/slide125.xml" Id="Ra1ddccb7818d4e1f" /><Relationship Type="http://schemas.openxmlformats.org/officeDocument/2006/relationships/slide" Target="/ppt/slides/slide126.xml" Id="Re3c2628e864345e2" /><Relationship Type="http://schemas.openxmlformats.org/officeDocument/2006/relationships/slide" Target="/ppt/slides/slide127.xml" Id="Rdd9ef640460f412f" /><Relationship Type="http://schemas.openxmlformats.org/officeDocument/2006/relationships/slide" Target="/ppt/slides/slide128.xml" Id="Re0fb371a357f497c" /><Relationship Type="http://schemas.openxmlformats.org/officeDocument/2006/relationships/slide" Target="/ppt/slides/slide129.xml" Id="R5452f9d8c9ed4f5a" /><Relationship Type="http://schemas.openxmlformats.org/officeDocument/2006/relationships/slide" Target="/ppt/slides/slide130.xml" Id="R3487c3b9068f4daa" /><Relationship Type="http://schemas.openxmlformats.org/officeDocument/2006/relationships/slide" Target="/ppt/slides/slide131.xml" Id="Rc535de62936b45c6" /><Relationship Type="http://schemas.openxmlformats.org/officeDocument/2006/relationships/slide" Target="/ppt/slides/slide132.xml" Id="R1403d6f42e8d4dbc" /><Relationship Type="http://schemas.openxmlformats.org/officeDocument/2006/relationships/slide" Target="/ppt/slides/slide133.xml" Id="R55167525b67946b1" /><Relationship Type="http://schemas.openxmlformats.org/officeDocument/2006/relationships/slide" Target="/ppt/slides/slide134.xml" Id="R80cd4bf45870401b" /><Relationship Type="http://schemas.openxmlformats.org/officeDocument/2006/relationships/slide" Target="/ppt/slides/slide135.xml" Id="Rd167d34e8a6f4308" /><Relationship Type="http://schemas.openxmlformats.org/officeDocument/2006/relationships/slide" Target="/ppt/slides/slide136.xml" Id="Reb880eed6c3f4431" /><Relationship Type="http://schemas.openxmlformats.org/officeDocument/2006/relationships/slide" Target="/ppt/slides/slide137.xml" Id="Rc110074e9f1d488a" /><Relationship Type="http://schemas.openxmlformats.org/officeDocument/2006/relationships/slide" Target="/ppt/slides/slide138.xml" Id="R92482b3dd613472f" /><Relationship Type="http://schemas.openxmlformats.org/officeDocument/2006/relationships/slide" Target="/ppt/slides/slide139.xml" Id="R10edfbba5b3c4589" /><Relationship Type="http://schemas.openxmlformats.org/officeDocument/2006/relationships/slide" Target="/ppt/slides/slide140.xml" Id="R965fc55a91ce4a17" /><Relationship Type="http://schemas.openxmlformats.org/officeDocument/2006/relationships/slide" Target="/ppt/slides/slide141.xml" Id="R1009f4523e464168" /><Relationship Type="http://schemas.openxmlformats.org/officeDocument/2006/relationships/slide" Target="/ppt/slides/slide142.xml" Id="Rf1742e6588334a4c" /><Relationship Type="http://schemas.openxmlformats.org/officeDocument/2006/relationships/slide" Target="/ppt/slides/slide143.xml" Id="Rf5cdbb6fc7a245bf" /><Relationship Type="http://schemas.openxmlformats.org/officeDocument/2006/relationships/slide" Target="/ppt/slides/slide144.xml" Id="Rddd56a3c60a04a4d" /><Relationship Type="http://schemas.openxmlformats.org/officeDocument/2006/relationships/slide" Target="/ppt/slides/slide145.xml" Id="Rcf75c2f6f4614cd2" /><Relationship Type="http://schemas.openxmlformats.org/officeDocument/2006/relationships/slide" Target="/ppt/slides/slide146.xml" Id="R62a365d7c070440e" /><Relationship Type="http://schemas.openxmlformats.org/officeDocument/2006/relationships/slide" Target="/ppt/slides/slide147.xml" Id="R36171a41f1ea479e" /><Relationship Type="http://schemas.openxmlformats.org/officeDocument/2006/relationships/slide" Target="/ppt/slides/slide148.xml" Id="Rce59790012224a23" /><Relationship Type="http://schemas.openxmlformats.org/officeDocument/2006/relationships/slide" Target="/ppt/slides/slide149.xml" Id="Ra05b9dfd2d4641eb" /><Relationship Type="http://schemas.openxmlformats.org/officeDocument/2006/relationships/slide" Target="/ppt/slides/slide150.xml" Id="R34817ad2e36141d2" /><Relationship Type="http://schemas.openxmlformats.org/officeDocument/2006/relationships/slide" Target="/ppt/slides/slide151.xml" Id="R84bbbead625d4be2" /><Relationship Type="http://schemas.openxmlformats.org/officeDocument/2006/relationships/slide" Target="/ppt/slides/slide152.xml" Id="Ra517fa05725a461c" /><Relationship Type="http://schemas.openxmlformats.org/officeDocument/2006/relationships/slide" Target="/ppt/slides/slide153.xml" Id="Rb4a2ac0a17334adf" /><Relationship Type="http://schemas.openxmlformats.org/officeDocument/2006/relationships/slide" Target="/ppt/slides/slide154.xml" Id="R2d096c1f2f9d45bd" /><Relationship Type="http://schemas.openxmlformats.org/officeDocument/2006/relationships/slide" Target="/ppt/slides/slide155.xml" Id="Rd6824efd273d4fa2" /><Relationship Type="http://schemas.openxmlformats.org/officeDocument/2006/relationships/slide" Target="/ppt/slides/slide156.xml" Id="Rad77e096dadc460e" /><Relationship Type="http://schemas.openxmlformats.org/officeDocument/2006/relationships/slide" Target="/ppt/slides/slide157.xml" Id="R00e774c1014b4d12" /><Relationship Type="http://schemas.openxmlformats.org/officeDocument/2006/relationships/slide" Target="/ppt/slides/slide158.xml" Id="Rda990784b6214f08" /><Relationship Type="http://schemas.openxmlformats.org/officeDocument/2006/relationships/slide" Target="/ppt/slides/slide159.xml" Id="R3c55f23356ad41f5" /><Relationship Type="http://schemas.openxmlformats.org/officeDocument/2006/relationships/slide" Target="/ppt/slides/slide160.xml" Id="Rf2663d7d28334a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205ffcbda140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Vimat Agenda">
      <a:dk1>
        <a:srgbClr val="000000"/>
      </a:dk1>
      <a:lt1>
        <a:srgbClr val="FFFFFF"/>
      </a:lt1>
      <a:dk2>
        <a:srgbClr val="0C1B45"/>
      </a:dk2>
      <a:lt2>
        <a:srgbClr val="F7F3EA"/>
      </a:lt2>
      <a:accent1>
        <a:srgbClr val="0C1B45"/>
      </a:accent1>
      <a:accent2>
        <a:srgbClr val="B9634A"/>
      </a:accent2>
      <a:accent3>
        <a:srgbClr val="2C695D"/>
      </a:accent3>
      <a:accent4>
        <a:srgbClr val="D79D32"/>
      </a:accent4>
      <a:accent5>
        <a:srgbClr val="233E70"/>
      </a:accent5>
      <a:accent6>
        <a:srgbClr val="F0D6B8"/>
      </a:accent6>
      <a:hlink>
        <a:srgbClr val="233E70"/>
      </a:hlink>
      <a:folHlink>
        <a:srgbClr val="B9634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imat Agend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0aa07bc09c4cc1" /><Relationship Type="http://schemas.openxmlformats.org/officeDocument/2006/relationships/notesMaster" Target="/ppt/notesMasters/notesMaster1.xml" Id="R36946dede93a4e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f172e33e474531" /><Relationship Type="http://schemas.openxmlformats.org/officeDocument/2006/relationships/notesMaster" Target="/ppt/notesMasters/notesMaster1.xml" Id="R85beac45c10644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dc39d6571b4dab" /><Relationship Type="http://schemas.openxmlformats.org/officeDocument/2006/relationships/notesMaster" Target="/ppt/notesMasters/notesMaster1.xml" Id="R179b1d9e162b4a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1ad396517d4d34" /><Relationship Type="http://schemas.openxmlformats.org/officeDocument/2006/relationships/notesMaster" Target="/ppt/notesMasters/notesMaster1.xml" Id="R15952f36282c47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21745dbd4849c8" /><Relationship Type="http://schemas.openxmlformats.org/officeDocument/2006/relationships/notesMaster" Target="/ppt/notesMasters/notesMaster1.xml" Id="R3a23fec3aaa14d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ab67efb30c4773" /><Relationship Type="http://schemas.openxmlformats.org/officeDocument/2006/relationships/notesMaster" Target="/ppt/notesMasters/notesMaster1.xml" Id="R5dc7b97c269940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ae080fa1104d97" /><Relationship Type="http://schemas.openxmlformats.org/officeDocument/2006/relationships/notesMaster" Target="/ppt/notesMasters/notesMaster1.xml" Id="R7f5a8bb0413949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88c108fd4b42a7" /><Relationship Type="http://schemas.openxmlformats.org/officeDocument/2006/relationships/notesMaster" Target="/ppt/notesMasters/notesMaster1.xml" Id="R6c1996bd4b9947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9d15c462984e50" /><Relationship Type="http://schemas.openxmlformats.org/officeDocument/2006/relationships/notesMaster" Target="/ppt/notesMasters/notesMaster1.xml" Id="Raddc10000ad54b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9fa42c19a64aa8" /><Relationship Type="http://schemas.openxmlformats.org/officeDocument/2006/relationships/notesMaster" Target="/ppt/notesMasters/notesMaster1.xml" Id="Rba90be6a90054c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ad861de6dc4f5d" /><Relationship Type="http://schemas.openxmlformats.org/officeDocument/2006/relationships/notesMaster" Target="/ppt/notesMasters/notesMaster1.xml" Id="R200d067e73594a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db9bb495ee435c" /><Relationship Type="http://schemas.openxmlformats.org/officeDocument/2006/relationships/notesMaster" Target="/ppt/notesMasters/notesMaster1.xml" Id="Re6ec0b0fd4014a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d84d251459469a" /><Relationship Type="http://schemas.openxmlformats.org/officeDocument/2006/relationships/notesMaster" Target="/ppt/notesMasters/notesMaster1.xml" Id="R858acabf0ba746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728b4b90ad424c" /><Relationship Type="http://schemas.openxmlformats.org/officeDocument/2006/relationships/notesMaster" Target="/ppt/notesMasters/notesMaster1.xml" Id="Ra2a124cea06c47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c6c990914a453e" /><Relationship Type="http://schemas.openxmlformats.org/officeDocument/2006/relationships/notesMaster" Target="/ppt/notesMasters/notesMaster1.xml" Id="R7c6cd07463bd45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2c9641b3c2f4d6f" /><Relationship Type="http://schemas.openxmlformats.org/officeDocument/2006/relationships/notesMaster" Target="/ppt/notesMasters/notesMaster1.xml" Id="Rc9bd03fb7eaa40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ebce7a50ea4315" /><Relationship Type="http://schemas.openxmlformats.org/officeDocument/2006/relationships/notesMaster" Target="/ppt/notesMasters/notesMaster1.xml" Id="R45626e5ff625491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f5d2c2f8f974600" /><Relationship Type="http://schemas.openxmlformats.org/officeDocument/2006/relationships/notesMaster" Target="/ppt/notesMasters/notesMaster1.xml" Id="R18539dae700946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2b2c037d55a48bc" /><Relationship Type="http://schemas.openxmlformats.org/officeDocument/2006/relationships/notesMaster" Target="/ppt/notesMasters/notesMaster1.xml" Id="Rcf9b88219b0244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9021287db6e47e5" /><Relationship Type="http://schemas.openxmlformats.org/officeDocument/2006/relationships/notesMaster" Target="/ppt/notesMasters/notesMaster1.xml" Id="Ra535944bda374e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6fb21af4694e85" /><Relationship Type="http://schemas.openxmlformats.org/officeDocument/2006/relationships/notesMaster" Target="/ppt/notesMasters/notesMaster1.xml" Id="Rc02943d4d8a54e0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2594d1821db4c22" /><Relationship Type="http://schemas.openxmlformats.org/officeDocument/2006/relationships/notesMaster" Target="/ppt/notesMasters/notesMaster1.xml" Id="R1c8e97668f324dc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8ab9ef2b39844c1" /><Relationship Type="http://schemas.openxmlformats.org/officeDocument/2006/relationships/notesMaster" Target="/ppt/notesMasters/notesMaster1.xml" Id="Rd5ae19bff7d54ca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326a8f8aa5b4f85" /><Relationship Type="http://schemas.openxmlformats.org/officeDocument/2006/relationships/notesMaster" Target="/ppt/notesMasters/notesMaster1.xml" Id="R26433b7de4de4ef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08c6a76e3a14b75" /><Relationship Type="http://schemas.openxmlformats.org/officeDocument/2006/relationships/notesMaster" Target="/ppt/notesMasters/notesMaster1.xml" Id="R9f31fc246b3648a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0c45c6c93d54cbe" /><Relationship Type="http://schemas.openxmlformats.org/officeDocument/2006/relationships/notesMaster" Target="/ppt/notesMasters/notesMaster1.xml" Id="Rdb878909b846426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486a4e00e4f4fc1" /><Relationship Type="http://schemas.openxmlformats.org/officeDocument/2006/relationships/notesMaster" Target="/ppt/notesMasters/notesMaster1.xml" Id="R9cbb90aae1104cc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17745173ed74a56" /><Relationship Type="http://schemas.openxmlformats.org/officeDocument/2006/relationships/notesMaster" Target="/ppt/notesMasters/notesMaster1.xml" Id="R84ffff160f794f1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f61b63b55444f8b" /><Relationship Type="http://schemas.openxmlformats.org/officeDocument/2006/relationships/notesMaster" Target="/ppt/notesMasters/notesMaster1.xml" Id="R716b5b53c29b4a4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e554139a38d4801" /><Relationship Type="http://schemas.openxmlformats.org/officeDocument/2006/relationships/notesMaster" Target="/ppt/notesMasters/notesMaster1.xml" Id="R0f15e7abbe854ca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7d79b91009d473d" /><Relationship Type="http://schemas.openxmlformats.org/officeDocument/2006/relationships/notesMaster" Target="/ppt/notesMasters/notesMaster1.xml" Id="R55fea34f341542d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caa70597d834bfe" /><Relationship Type="http://schemas.openxmlformats.org/officeDocument/2006/relationships/notesMaster" Target="/ppt/notesMasters/notesMaster1.xml" Id="R0a718e7452c849e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20e8561701a4da5" /><Relationship Type="http://schemas.openxmlformats.org/officeDocument/2006/relationships/notesMaster" Target="/ppt/notesMasters/notesMaster1.xml" Id="Rd54c67cc72f54c1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19c454f970c414e" /><Relationship Type="http://schemas.openxmlformats.org/officeDocument/2006/relationships/notesMaster" Target="/ppt/notesMasters/notesMaster1.xml" Id="Rb1fd6295d8204d8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c62c02aeff849e0" /><Relationship Type="http://schemas.openxmlformats.org/officeDocument/2006/relationships/notesMaster" Target="/ppt/notesMasters/notesMaster1.xml" Id="R502cee58c0984c2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ce3392aec70435d" /><Relationship Type="http://schemas.openxmlformats.org/officeDocument/2006/relationships/notesMaster" Target="/ppt/notesMasters/notesMaster1.xml" Id="Rceb03a52be994f9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be8a1fbf7f34d7b" /><Relationship Type="http://schemas.openxmlformats.org/officeDocument/2006/relationships/notesMaster" Target="/ppt/notesMasters/notesMaster1.xml" Id="R870d1ba938734d1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87c193c56274a08" /><Relationship Type="http://schemas.openxmlformats.org/officeDocument/2006/relationships/notesMaster" Target="/ppt/notesMasters/notesMaster1.xml" Id="R77c60ddbd55448e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4ca3813251a4471" /><Relationship Type="http://schemas.openxmlformats.org/officeDocument/2006/relationships/notesMaster" Target="/ppt/notesMasters/notesMaster1.xml" Id="R97277fe39e9e4e0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8acd2fb6f194c48" /><Relationship Type="http://schemas.openxmlformats.org/officeDocument/2006/relationships/notesMaster" Target="/ppt/notesMasters/notesMaster1.xml" Id="R5461ead630314a4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c6e4a2b308c4e2a" /><Relationship Type="http://schemas.openxmlformats.org/officeDocument/2006/relationships/notesMaster" Target="/ppt/notesMasters/notesMaster1.xml" Id="R97f418df09d04e3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0043afdf15d4bdc" /><Relationship Type="http://schemas.openxmlformats.org/officeDocument/2006/relationships/notesMaster" Target="/ppt/notesMasters/notesMaster1.xml" Id="Rccee49d8648b479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520ed69b69a4be5" /><Relationship Type="http://schemas.openxmlformats.org/officeDocument/2006/relationships/notesMaster" Target="/ppt/notesMasters/notesMaster1.xml" Id="Rc54985a3c730419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da4a6ba173a4c63" /><Relationship Type="http://schemas.openxmlformats.org/officeDocument/2006/relationships/notesMaster" Target="/ppt/notesMasters/notesMaster1.xml" Id="R1cedec7351ca4dd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a13e5c87ab44727" /><Relationship Type="http://schemas.openxmlformats.org/officeDocument/2006/relationships/notesMaster" Target="/ppt/notesMasters/notesMaster1.xml" Id="R8c9af048888247a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a853faa4ad24a93" /><Relationship Type="http://schemas.openxmlformats.org/officeDocument/2006/relationships/notesMaster" Target="/ppt/notesMasters/notesMaster1.xml" Id="R2300d8a7ec6745f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2dced92c4ca442c" /><Relationship Type="http://schemas.openxmlformats.org/officeDocument/2006/relationships/notesMaster" Target="/ppt/notesMasters/notesMaster1.xml" Id="R7218142467c94b7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dd1e40b8c5449b4" /><Relationship Type="http://schemas.openxmlformats.org/officeDocument/2006/relationships/notesMaster" Target="/ppt/notesMasters/notesMaster1.xml" Id="Rdcbd0385a7ce446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9c80dfc85344341" /><Relationship Type="http://schemas.openxmlformats.org/officeDocument/2006/relationships/notesMaster" Target="/ppt/notesMasters/notesMaster1.xml" Id="Rd7976e6370a0468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9c16e34237b42dc" /><Relationship Type="http://schemas.openxmlformats.org/officeDocument/2006/relationships/notesMaster" Target="/ppt/notesMasters/notesMaster1.xml" Id="R83cad03933e842f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c52da6ab7014aa6" /><Relationship Type="http://schemas.openxmlformats.org/officeDocument/2006/relationships/notesMaster" Target="/ppt/notesMasters/notesMaster1.xml" Id="R5d7c1de476db44a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59d428d37934d10" /><Relationship Type="http://schemas.openxmlformats.org/officeDocument/2006/relationships/notesMaster" Target="/ppt/notesMasters/notesMaster1.xml" Id="Rd823a7a620d849c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f75a7f6a23e94212" /><Relationship Type="http://schemas.openxmlformats.org/officeDocument/2006/relationships/notesMaster" Target="/ppt/notesMasters/notesMaster1.xml" Id="R8c7f9cc3df9b4f2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1ba15185b5b47ee" /><Relationship Type="http://schemas.openxmlformats.org/officeDocument/2006/relationships/notesMaster" Target="/ppt/notesMasters/notesMaster1.xml" Id="R9ccf96a390384af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5279e2875de4a70" /><Relationship Type="http://schemas.openxmlformats.org/officeDocument/2006/relationships/notesMaster" Target="/ppt/notesMasters/notesMaster1.xml" Id="Re5881d4bbe604a8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fc6bd3873bd475d" /><Relationship Type="http://schemas.openxmlformats.org/officeDocument/2006/relationships/notesMaster" Target="/ppt/notesMasters/notesMaster1.xml" Id="R7fee0d5637f74e6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a4e08874e9148be" /><Relationship Type="http://schemas.openxmlformats.org/officeDocument/2006/relationships/notesMaster" Target="/ppt/notesMasters/notesMaster1.xml" Id="R35f49877330a4a0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6bf162ec9aca425c" /><Relationship Type="http://schemas.openxmlformats.org/officeDocument/2006/relationships/notesMaster" Target="/ppt/notesMasters/notesMaster1.xml" Id="R4958ae12bfd848d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de2f071178b24494" /><Relationship Type="http://schemas.openxmlformats.org/officeDocument/2006/relationships/notesMaster" Target="/ppt/notesMasters/notesMaster1.xml" Id="R5a5283f99edf4842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b7a408ec8ad48d1" /><Relationship Type="http://schemas.openxmlformats.org/officeDocument/2006/relationships/notesMaster" Target="/ppt/notesMasters/notesMaster1.xml" Id="Rc4df91ffa6a64ed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ac0786c7a6b544c6" /><Relationship Type="http://schemas.openxmlformats.org/officeDocument/2006/relationships/notesMaster" Target="/ppt/notesMasters/notesMaster1.xml" Id="R3ac41328931a4ddc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dcfec5d6bca34462" /><Relationship Type="http://schemas.openxmlformats.org/officeDocument/2006/relationships/notesMaster" Target="/ppt/notesMasters/notesMaster1.xml" Id="Rbdd4bc8e0875432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e426d01b1d94d97" /><Relationship Type="http://schemas.openxmlformats.org/officeDocument/2006/relationships/notesMaster" Target="/ppt/notesMasters/notesMaster1.xml" Id="R69feda2f8b18476d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f75a2c9e4794a34" /><Relationship Type="http://schemas.openxmlformats.org/officeDocument/2006/relationships/notesMaster" Target="/ppt/notesMasters/notesMaster1.xml" Id="Rba53f3af96264cb0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baa744087ca4416a" /><Relationship Type="http://schemas.openxmlformats.org/officeDocument/2006/relationships/notesMaster" Target="/ppt/notesMasters/notesMaster1.xml" Id="R9e004ed78ba04ae7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e92295a76fed43ae" /><Relationship Type="http://schemas.openxmlformats.org/officeDocument/2006/relationships/notesMaster" Target="/ppt/notesMasters/notesMaster1.xml" Id="Rd9ec9d0eb8064ddc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a9140d205f6c47dd" /><Relationship Type="http://schemas.openxmlformats.org/officeDocument/2006/relationships/notesMaster" Target="/ppt/notesMasters/notesMaster1.xml" Id="R2571a1f24fd14148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2b4caf0697ae4b49" /><Relationship Type="http://schemas.openxmlformats.org/officeDocument/2006/relationships/notesMaster" Target="/ppt/notesMasters/notesMaster1.xml" Id="R802768b6f42a40c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a7319bfd896d4ab2" /><Relationship Type="http://schemas.openxmlformats.org/officeDocument/2006/relationships/notesMaster" Target="/ppt/notesMasters/notesMaster1.xml" Id="Ra1dd72c57a6c4041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33bbe61f1e914b9b" /><Relationship Type="http://schemas.openxmlformats.org/officeDocument/2006/relationships/notesMaster" Target="/ppt/notesMasters/notesMaster1.xml" Id="R7e365efb0ccb426f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37e0802908bb4103" /><Relationship Type="http://schemas.openxmlformats.org/officeDocument/2006/relationships/notesMaster" Target="/ppt/notesMasters/notesMaster1.xml" Id="Rd2901196f20144ba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bac6b101fd3d4bb2" /><Relationship Type="http://schemas.openxmlformats.org/officeDocument/2006/relationships/notesMaster" Target="/ppt/notesMasters/notesMaster1.xml" Id="Rbc3f08e9e89346bf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8c63d0b7671d4eb9" /><Relationship Type="http://schemas.openxmlformats.org/officeDocument/2006/relationships/notesMaster" Target="/ppt/notesMasters/notesMaster1.xml" Id="Rcc09c2e8c34e45c4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6b943253227a4289" /><Relationship Type="http://schemas.openxmlformats.org/officeDocument/2006/relationships/notesMaster" Target="/ppt/notesMasters/notesMaster1.xml" Id="R0306ae84d52b4613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2400d392c497411d" /><Relationship Type="http://schemas.openxmlformats.org/officeDocument/2006/relationships/notesMaster" Target="/ppt/notesMasters/notesMaster1.xml" Id="Ref13fa9718d2499c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5fe18431c0b84444" /><Relationship Type="http://schemas.openxmlformats.org/officeDocument/2006/relationships/notesMaster" Target="/ppt/notesMasters/notesMaster1.xml" Id="R90ff1fd181534021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d7af9e0c3f874664" /><Relationship Type="http://schemas.openxmlformats.org/officeDocument/2006/relationships/notesMaster" Target="/ppt/notesMasters/notesMaster1.xml" Id="R461ac3c008a149ae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243da9f514a64d47" /><Relationship Type="http://schemas.openxmlformats.org/officeDocument/2006/relationships/notesMaster" Target="/ppt/notesMasters/notesMaster1.xml" Id="Rd2c884d5d32248de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a55b64b38224430a" /><Relationship Type="http://schemas.openxmlformats.org/officeDocument/2006/relationships/notesMaster" Target="/ppt/notesMasters/notesMaster1.xml" Id="R5a4e5e60cc8446c0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063ca56720454fac" /><Relationship Type="http://schemas.openxmlformats.org/officeDocument/2006/relationships/notesMaster" Target="/ppt/notesMasters/notesMaster1.xml" Id="R0bd79c5a59ef4882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f26d49a16c624da7" /><Relationship Type="http://schemas.openxmlformats.org/officeDocument/2006/relationships/notesMaster" Target="/ppt/notesMasters/notesMaster1.xml" Id="R9575e1de1d7e4500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0446185eae3d434a" /><Relationship Type="http://schemas.openxmlformats.org/officeDocument/2006/relationships/notesMaster" Target="/ppt/notesMasters/notesMaster1.xml" Id="Rc94f4014bdaa4b17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8585a98e54be4c11" /><Relationship Type="http://schemas.openxmlformats.org/officeDocument/2006/relationships/notesMaster" Target="/ppt/notesMasters/notesMaster1.xml" Id="R740b7666570b4a0a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fc47b4f99159469d" /><Relationship Type="http://schemas.openxmlformats.org/officeDocument/2006/relationships/notesMaster" Target="/ppt/notesMasters/notesMaster1.xml" Id="R33863ccb50314a0c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a1e60fcd94934a66" /><Relationship Type="http://schemas.openxmlformats.org/officeDocument/2006/relationships/notesMaster" Target="/ppt/notesMasters/notesMaster1.xml" Id="Rec59edfb1633461f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5cb9098ca8c0420e" /><Relationship Type="http://schemas.openxmlformats.org/officeDocument/2006/relationships/notesMaster" Target="/ppt/notesMasters/notesMaster1.xml" Id="R84930cb530b845cd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b44c9d27865a49a7" /><Relationship Type="http://schemas.openxmlformats.org/officeDocument/2006/relationships/notesMaster" Target="/ppt/notesMasters/notesMaster1.xml" Id="R5518b57901664ba3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f6971175e292468c" /><Relationship Type="http://schemas.openxmlformats.org/officeDocument/2006/relationships/notesMaster" Target="/ppt/notesMasters/notesMaster1.xml" Id="R7680ec25d79b4292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9e390753898e4c76" /><Relationship Type="http://schemas.openxmlformats.org/officeDocument/2006/relationships/notesMaster" Target="/ppt/notesMasters/notesMaster1.xml" Id="R87754bd8715b43e4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d0c6d050e9804564" /><Relationship Type="http://schemas.openxmlformats.org/officeDocument/2006/relationships/notesMaster" Target="/ppt/notesMasters/notesMaster1.xml" Id="R0e0aad6ff66049c7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fc120789846a4eda" /><Relationship Type="http://schemas.openxmlformats.org/officeDocument/2006/relationships/notesMaster" Target="/ppt/notesMasters/notesMaster1.xml" Id="R74b26591daa04e1c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8bc650146b984a7d" /><Relationship Type="http://schemas.openxmlformats.org/officeDocument/2006/relationships/notesMaster" Target="/ppt/notesMasters/notesMaster1.xml" Id="Rab8d797dff3d4658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f1b6c23a4c934480" /><Relationship Type="http://schemas.openxmlformats.org/officeDocument/2006/relationships/notesMaster" Target="/ppt/notesMasters/notesMaster1.xml" Id="R8f3e998d79bd4d38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9ec77331d62a4b43" /><Relationship Type="http://schemas.openxmlformats.org/officeDocument/2006/relationships/notesMaster" Target="/ppt/notesMasters/notesMaster1.xml" Id="Rcc6f28f1ca134001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c4a0c2cb002d4692" /><Relationship Type="http://schemas.openxmlformats.org/officeDocument/2006/relationships/notesMaster" Target="/ppt/notesMasters/notesMaster1.xml" Id="Rbb5a839e2a1d45fc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a2bbc22e62134af1" /><Relationship Type="http://schemas.openxmlformats.org/officeDocument/2006/relationships/notesMaster" Target="/ppt/notesMasters/notesMaster1.xml" Id="Rec9731ce0d2a4ed6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6ba0d390c5434a45" /><Relationship Type="http://schemas.openxmlformats.org/officeDocument/2006/relationships/notesMaster" Target="/ppt/notesMasters/notesMaster1.xml" Id="R1cda4bd3d98f4751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c7903bf6dcd849b0" /><Relationship Type="http://schemas.openxmlformats.org/officeDocument/2006/relationships/notesMaster" Target="/ppt/notesMasters/notesMaster1.xml" Id="R2241381390bc4f38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db2584e5c9d24f70" /><Relationship Type="http://schemas.openxmlformats.org/officeDocument/2006/relationships/notesMaster" Target="/ppt/notesMasters/notesMaster1.xml" Id="Rc4d5c2320c964532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63074948d4f245bd" /><Relationship Type="http://schemas.openxmlformats.org/officeDocument/2006/relationships/notesMaster" Target="/ppt/notesMasters/notesMaster1.xml" Id="R9b15a27d610a4a48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83077b0ae5824c5a" /><Relationship Type="http://schemas.openxmlformats.org/officeDocument/2006/relationships/notesMaster" Target="/ppt/notesMasters/notesMaster1.xml" Id="R5821fa1b4f0042cf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721d71e69bd24e26" /><Relationship Type="http://schemas.openxmlformats.org/officeDocument/2006/relationships/notesMaster" Target="/ppt/notesMasters/notesMaster1.xml" Id="R2be4e58efc43452c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e2314b67599b420e" /><Relationship Type="http://schemas.openxmlformats.org/officeDocument/2006/relationships/notesMaster" Target="/ppt/notesMasters/notesMaster1.xml" Id="R97ab48cc0ae14bfe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0b13d42f16434878" /><Relationship Type="http://schemas.openxmlformats.org/officeDocument/2006/relationships/notesMaster" Target="/ppt/notesMasters/notesMaster1.xml" Id="Rfe9dd662bc0c40b4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f5887a3c789f423c" /><Relationship Type="http://schemas.openxmlformats.org/officeDocument/2006/relationships/notesMaster" Target="/ppt/notesMasters/notesMaster1.xml" Id="Rc4b053f90c6b4b87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96233f5c0c404849" /><Relationship Type="http://schemas.openxmlformats.org/officeDocument/2006/relationships/notesMaster" Target="/ppt/notesMasters/notesMaster1.xml" Id="R2ce9e2933ff74728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633df7fa1b66417a" /><Relationship Type="http://schemas.openxmlformats.org/officeDocument/2006/relationships/notesMaster" Target="/ppt/notesMasters/notesMaster1.xml" Id="Refad238c314c4aac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cedfc8aa3aae4cfc" /><Relationship Type="http://schemas.openxmlformats.org/officeDocument/2006/relationships/notesMaster" Target="/ppt/notesMasters/notesMaster1.xml" Id="Rec3f74c3d187422a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d9e7afdb5b7d4fff" /><Relationship Type="http://schemas.openxmlformats.org/officeDocument/2006/relationships/notesMaster" Target="/ppt/notesMasters/notesMaster1.xml" Id="Reb51b89c9b8d4817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56603d0034b64d21" /><Relationship Type="http://schemas.openxmlformats.org/officeDocument/2006/relationships/notesMaster" Target="/ppt/notesMasters/notesMaster1.xml" Id="Rad1a7ab99fb14bc9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0b5f15d9e08a45a6" /><Relationship Type="http://schemas.openxmlformats.org/officeDocument/2006/relationships/notesMaster" Target="/ppt/notesMasters/notesMaster1.xml" Id="Rf9f94e86942f4402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08ce61b747204bcf" /><Relationship Type="http://schemas.openxmlformats.org/officeDocument/2006/relationships/notesMaster" Target="/ppt/notesMasters/notesMaster1.xml" Id="Rb1fcb69e872e47e3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0c6b9dfb78ae4f56" /><Relationship Type="http://schemas.openxmlformats.org/officeDocument/2006/relationships/notesMaster" Target="/ppt/notesMasters/notesMaster1.xml" Id="Ra92f4533249e46c7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c597900131094f5c" /><Relationship Type="http://schemas.openxmlformats.org/officeDocument/2006/relationships/notesMaster" Target="/ppt/notesMasters/notesMaster1.xml" Id="R7a4a55c51b9d425e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09587e522d784a91" /><Relationship Type="http://schemas.openxmlformats.org/officeDocument/2006/relationships/notesMaster" Target="/ppt/notesMasters/notesMaster1.xml" Id="R93ce11c977314565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51724a6d67f24adb" /><Relationship Type="http://schemas.openxmlformats.org/officeDocument/2006/relationships/notesMaster" Target="/ppt/notesMasters/notesMaster1.xml" Id="R5a837f7bccda4bbb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9ef19472d6804ea1" /><Relationship Type="http://schemas.openxmlformats.org/officeDocument/2006/relationships/notesMaster" Target="/ppt/notesMasters/notesMaster1.xml" Id="R0514e173efbd4bfd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ed2c53502a824c7f" /><Relationship Type="http://schemas.openxmlformats.org/officeDocument/2006/relationships/notesMaster" Target="/ppt/notesMasters/notesMaster1.xml" Id="Re7b0e592a2674220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c7f56955e3404013" /><Relationship Type="http://schemas.openxmlformats.org/officeDocument/2006/relationships/notesMaster" Target="/ppt/notesMasters/notesMaster1.xml" Id="Rda0a71de1c674237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d64fcab1248f454e" /><Relationship Type="http://schemas.openxmlformats.org/officeDocument/2006/relationships/notesMaster" Target="/ppt/notesMasters/notesMaster1.xml" Id="R0b5662fbff274040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fa78170a10fd4d00" /><Relationship Type="http://schemas.openxmlformats.org/officeDocument/2006/relationships/notesMaster" Target="/ppt/notesMasters/notesMaster1.xml" Id="R9ccbd14a098347c5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19e4ad676cf64f24" /><Relationship Type="http://schemas.openxmlformats.org/officeDocument/2006/relationships/notesMaster" Target="/ppt/notesMasters/notesMaster1.xml" Id="Rd42db8a7b566468c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be72b4387cb74fe4" /><Relationship Type="http://schemas.openxmlformats.org/officeDocument/2006/relationships/notesMaster" Target="/ppt/notesMasters/notesMaster1.xml" Id="R24bd7d16a6da440a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c1f8efcca4e4453b" /><Relationship Type="http://schemas.openxmlformats.org/officeDocument/2006/relationships/notesMaster" Target="/ppt/notesMasters/notesMaster1.xml" Id="R29f49f198a6c4a2c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65f61564176f46b0" /><Relationship Type="http://schemas.openxmlformats.org/officeDocument/2006/relationships/notesMaster" Target="/ppt/notesMasters/notesMaster1.xml" Id="R003c4ae722084d3a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515cb3b6385b4ad4" /><Relationship Type="http://schemas.openxmlformats.org/officeDocument/2006/relationships/notesMaster" Target="/ppt/notesMasters/notesMaster1.xml" Id="Rd4fb5c8213294fce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b98e6b4bb44346f3" /><Relationship Type="http://schemas.openxmlformats.org/officeDocument/2006/relationships/notesMaster" Target="/ppt/notesMasters/notesMaster1.xml" Id="Ra251098c8d7f4aaa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38532a2339c14cfa" /><Relationship Type="http://schemas.openxmlformats.org/officeDocument/2006/relationships/notesMaster" Target="/ppt/notesMasters/notesMaster1.xml" Id="R81004a7fa03f447a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b2a0359f62dc473a" /><Relationship Type="http://schemas.openxmlformats.org/officeDocument/2006/relationships/notesMaster" Target="/ppt/notesMasters/notesMaster1.xml" Id="R431b78e1f7c84e5e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fd9aa1e128254b3f" /><Relationship Type="http://schemas.openxmlformats.org/officeDocument/2006/relationships/notesMaster" Target="/ppt/notesMasters/notesMaster1.xml" Id="R7bd97d6bb81b43c3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09865fff61d7474c" /><Relationship Type="http://schemas.openxmlformats.org/officeDocument/2006/relationships/notesMaster" Target="/ppt/notesMasters/notesMaster1.xml" Id="R922f93ef11ba41a1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5bc1ac277bd34838" /><Relationship Type="http://schemas.openxmlformats.org/officeDocument/2006/relationships/notesMaster" Target="/ppt/notesMasters/notesMaster1.xml" Id="Rb528e50192214725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75ba7aa41f714cdc" /><Relationship Type="http://schemas.openxmlformats.org/officeDocument/2006/relationships/notesMaster" Target="/ppt/notesMasters/notesMaster1.xml" Id="R0c0d84ceedb64b48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fabf135a0b0944b5" /><Relationship Type="http://schemas.openxmlformats.org/officeDocument/2006/relationships/notesMaster" Target="/ppt/notesMasters/notesMaster1.xml" Id="R86ba1e028b484b54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5836e935f34e4db8" /><Relationship Type="http://schemas.openxmlformats.org/officeDocument/2006/relationships/notesMaster" Target="/ppt/notesMasters/notesMaster1.xml" Id="R768bba53fe5d475f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7485c986dfe64f8d" /><Relationship Type="http://schemas.openxmlformats.org/officeDocument/2006/relationships/notesMaster" Target="/ppt/notesMasters/notesMaster1.xml" Id="Rc876d3474a3b467c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e179fb182159492d" /><Relationship Type="http://schemas.openxmlformats.org/officeDocument/2006/relationships/notesMaster" Target="/ppt/notesMasters/notesMaster1.xml" Id="Re583bf83eea64295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7078d8feb83145ac" /><Relationship Type="http://schemas.openxmlformats.org/officeDocument/2006/relationships/notesMaster" Target="/ppt/notesMasters/notesMaster1.xml" Id="R1ac3278e96b44e2d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45633e498ce44323" /><Relationship Type="http://schemas.openxmlformats.org/officeDocument/2006/relationships/notesMaster" Target="/ppt/notesMasters/notesMaster1.xml" Id="Rb3a5f9611f724e84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8dcc2f0207904d72" /><Relationship Type="http://schemas.openxmlformats.org/officeDocument/2006/relationships/notesMaster" Target="/ppt/notesMasters/notesMaster1.xml" Id="Rf5923583e3514af8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183a5ac2589f4a9d" /><Relationship Type="http://schemas.openxmlformats.org/officeDocument/2006/relationships/notesMaster" Target="/ppt/notesMasters/notesMaster1.xml" Id="R89da8e593c284226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0466225a8c5c4837" /><Relationship Type="http://schemas.openxmlformats.org/officeDocument/2006/relationships/notesMaster" Target="/ppt/notesMasters/notesMaster1.xml" Id="R679374248fd540fc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5c99873c97e84184" /><Relationship Type="http://schemas.openxmlformats.org/officeDocument/2006/relationships/notesMaster" Target="/ppt/notesMasters/notesMaster1.xml" Id="R21b7968eecea4c0c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f9ca95b520964764" /><Relationship Type="http://schemas.openxmlformats.org/officeDocument/2006/relationships/notesMaster" Target="/ppt/notesMasters/notesMaster1.xml" Id="Rfcb9594f6b744980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5fb500781b5a467d" /><Relationship Type="http://schemas.openxmlformats.org/officeDocument/2006/relationships/notesMaster" Target="/ppt/notesMasters/notesMaster1.xml" Id="R2688213eaddf499a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e6d29d43af9b48d2" /><Relationship Type="http://schemas.openxmlformats.org/officeDocument/2006/relationships/notesMaster" Target="/ppt/notesMasters/notesMaster1.xml" Id="R83518472100f43cd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d709a400e26449bc" /><Relationship Type="http://schemas.openxmlformats.org/officeDocument/2006/relationships/notesMaster" Target="/ppt/notesMasters/notesMaster1.xml" Id="R0387de4c2fe645c4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94465fd32f1c4086" /><Relationship Type="http://schemas.openxmlformats.org/officeDocument/2006/relationships/notesMaster" Target="/ppt/notesMasters/notesMaster1.xml" Id="R6774a4cbd7d34a4f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1d885f96faea4c83" /><Relationship Type="http://schemas.openxmlformats.org/officeDocument/2006/relationships/notesMaster" Target="/ppt/notesMasters/notesMaster1.xml" Id="R0fef4579d9d8400d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95059b0338034f3c" /><Relationship Type="http://schemas.openxmlformats.org/officeDocument/2006/relationships/notesMaster" Target="/ppt/notesMasters/notesMaster1.xml" Id="Rdb1bc9b44ec64d42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acbd2b284e334d03" /><Relationship Type="http://schemas.openxmlformats.org/officeDocument/2006/relationships/notesMaster" Target="/ppt/notesMasters/notesMaster1.xml" Id="R6a24d653d85f4bc0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41936649e0cd43f0" /><Relationship Type="http://schemas.openxmlformats.org/officeDocument/2006/relationships/notesMaster" Target="/ppt/notesMasters/notesMaster1.xml" Id="Ra9b38479a2d64a12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fac19c4ca8eb401c" /><Relationship Type="http://schemas.openxmlformats.org/officeDocument/2006/relationships/notesMaster" Target="/ppt/notesMasters/notesMaster1.xml" Id="Ra2925fb382fc4f5b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58fa6126e41642ff" /><Relationship Type="http://schemas.openxmlformats.org/officeDocument/2006/relationships/notesMaster" Target="/ppt/notesMasters/notesMaster1.xml" Id="R01fad00d727849da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10794d7f06c74a87" /><Relationship Type="http://schemas.openxmlformats.org/officeDocument/2006/relationships/notesMaster" Target="/ppt/notesMasters/notesMaster1.xml" Id="Rd799ed1094324295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e5b5a33faaa14e99" /><Relationship Type="http://schemas.openxmlformats.org/officeDocument/2006/relationships/notesMaster" Target="/ppt/notesMasters/notesMaster1.xml" Id="R66ef60be4212438f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69a6bf7b19b7475d" /><Relationship Type="http://schemas.openxmlformats.org/officeDocument/2006/relationships/notesMaster" Target="/ppt/notesMasters/notesMaster1.xml" Id="R742209d8c7f44e60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105377d2891b4509" /><Relationship Type="http://schemas.openxmlformats.org/officeDocument/2006/relationships/notesMaster" Target="/ppt/notesMasters/notesMaster1.xml" Id="Rea465f09edc048bd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494b89843a304e7d" /><Relationship Type="http://schemas.openxmlformats.org/officeDocument/2006/relationships/notesMaster" Target="/ppt/notesMasters/notesMaster1.xml" Id="Rfdd328ea451f4afa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3a395af1b9db4f6c" /><Relationship Type="http://schemas.openxmlformats.org/officeDocument/2006/relationships/notesMaster" Target="/ppt/notesMasters/notesMaster1.xml" Id="Rb5042971de3545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d306c7f7744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fe2dbd6197466f" /><Relationship Type="http://schemas.openxmlformats.org/officeDocument/2006/relationships/slideLayout" Target="/ppt/slideLayouts/slideLayout1.xml" Id="Rcc26e1e258d245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26e1e258d245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Vimat Agenda">
      <a:dk1>
        <a:srgbClr val="000000"/>
      </a:dk1>
      <a:lt1>
        <a:srgbClr val="FFFFFF"/>
      </a:lt1>
      <a:dk2>
        <a:srgbClr val="0C1B45"/>
      </a:dk2>
      <a:lt2>
        <a:srgbClr val="F7F3EA"/>
      </a:lt2>
      <a:accent1>
        <a:srgbClr val="0C1B45"/>
      </a:accent1>
      <a:accent2>
        <a:srgbClr val="B9634A"/>
      </a:accent2>
      <a:accent3>
        <a:srgbClr val="2C695D"/>
      </a:accent3>
      <a:accent4>
        <a:srgbClr val="D79D32"/>
      </a:accent4>
      <a:accent5>
        <a:srgbClr val="233E70"/>
      </a:accent5>
      <a:accent6>
        <a:srgbClr val="F0D6B8"/>
      </a:accent6>
      <a:hlink>
        <a:srgbClr val="233E70"/>
      </a:hlink>
      <a:folHlink>
        <a:srgbClr val="B9634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imat Agend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2b5e969ec4a75" /><Relationship Type="http://schemas.openxmlformats.org/officeDocument/2006/relationships/notesSlide" Target="/ppt/notesSlides/notesSlide1.xml" Id="R88ebb1632fd04e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5712d7675445e" /><Relationship Type="http://schemas.openxmlformats.org/officeDocument/2006/relationships/notesSlide" Target="/ppt/notesSlides/notesSlide2.xml" Id="Rafa46106d9204e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a1e860ad840e4" /><Relationship Type="http://schemas.openxmlformats.org/officeDocument/2006/relationships/notesSlide" Target="/ppt/notesSlides/notesSlide3.xml" Id="Rfa38bbff4b2241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9814826f44e2a" /><Relationship Type="http://schemas.openxmlformats.org/officeDocument/2006/relationships/notesSlide" Target="/ppt/notesSlides/notesSlide4.xml" Id="R2aedac6d25974c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db386bc3144ae" /><Relationship Type="http://schemas.openxmlformats.org/officeDocument/2006/relationships/notesSlide" Target="/ppt/notesSlides/notesSlide5.xml" Id="R8d9a42ad5c0140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97d046f934f82" /><Relationship Type="http://schemas.openxmlformats.org/officeDocument/2006/relationships/notesSlide" Target="/ppt/notesSlides/notesSlide6.xml" Id="R31ce3426e79446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c095301d44333" /><Relationship Type="http://schemas.openxmlformats.org/officeDocument/2006/relationships/notesSlide" Target="/ppt/notesSlides/notesSlide7.xml" Id="R8b353ea4909044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878b1b11444cf" /><Relationship Type="http://schemas.openxmlformats.org/officeDocument/2006/relationships/notesSlide" Target="/ppt/notesSlides/notesSlide8.xml" Id="Re249a954e21d44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3d8f5d4ca4f68" /><Relationship Type="http://schemas.openxmlformats.org/officeDocument/2006/relationships/notesSlide" Target="/ppt/notesSlides/notesSlide9.xml" Id="Rbb7ec4342e1b4e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5156b3cff49bc" /><Relationship Type="http://schemas.openxmlformats.org/officeDocument/2006/relationships/notesSlide" Target="/ppt/notesSlides/notesSlide10.xml" Id="Rc894135ce6a44b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27f0c89c64260" /><Relationship Type="http://schemas.openxmlformats.org/officeDocument/2006/relationships/notesSlide" Target="/ppt/notesSlides/notesSlide11.xml" Id="R6a55844f5b8b4c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fe2a33ab749ed" /><Relationship Type="http://schemas.openxmlformats.org/officeDocument/2006/relationships/notesSlide" Target="/ppt/notesSlides/notesSlide12.xml" Id="Rab19314ab76147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cd1b3de6b4fb7" /><Relationship Type="http://schemas.openxmlformats.org/officeDocument/2006/relationships/notesSlide" Target="/ppt/notesSlides/notesSlide13.xml" Id="R9a8904c2b78e40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8167212e5451b" /><Relationship Type="http://schemas.openxmlformats.org/officeDocument/2006/relationships/notesSlide" Target="/ppt/notesSlides/notesSlide14.xml" Id="Rd3c1aa4e2613405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7306bfed242e2" /><Relationship Type="http://schemas.openxmlformats.org/officeDocument/2006/relationships/notesSlide" Target="/ppt/notesSlides/notesSlide15.xml" Id="Reb09b6c7ab6a44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ae71093114312" /><Relationship Type="http://schemas.openxmlformats.org/officeDocument/2006/relationships/notesSlide" Target="/ppt/notesSlides/notesSlide16.xml" Id="R55f88dc480a24eb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22ec26adb46ca" /><Relationship Type="http://schemas.openxmlformats.org/officeDocument/2006/relationships/notesSlide" Target="/ppt/notesSlides/notesSlide17.xml" Id="R379a88be7e5a47d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151bef17f412d" /><Relationship Type="http://schemas.openxmlformats.org/officeDocument/2006/relationships/notesSlide" Target="/ppt/notesSlides/notesSlide18.xml" Id="Rab752f2e97a84e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f5b6743fe40d1" /><Relationship Type="http://schemas.openxmlformats.org/officeDocument/2006/relationships/notesSlide" Target="/ppt/notesSlides/notesSlide19.xml" Id="R764f88be1364410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ec6d455584727" /><Relationship Type="http://schemas.openxmlformats.org/officeDocument/2006/relationships/notesSlide" Target="/ppt/notesSlides/notesSlide20.xml" Id="R8a6d0c03d94b4c7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47cae31f84552" /><Relationship Type="http://schemas.openxmlformats.org/officeDocument/2006/relationships/notesSlide" Target="/ppt/notesSlides/notesSlide21.xml" Id="R8ee3f4b71e104e0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16c0cbc0b4d7e" /><Relationship Type="http://schemas.openxmlformats.org/officeDocument/2006/relationships/notesSlide" Target="/ppt/notesSlides/notesSlide22.xml" Id="R293e673147254f5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f5a397ede4e85" /><Relationship Type="http://schemas.openxmlformats.org/officeDocument/2006/relationships/notesSlide" Target="/ppt/notesSlides/notesSlide23.xml" Id="Rc741461434804f5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58b2f3a314413" /><Relationship Type="http://schemas.openxmlformats.org/officeDocument/2006/relationships/notesSlide" Target="/ppt/notesSlides/notesSlide24.xml" Id="R9f557c0e721647f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49c2042024abc" /><Relationship Type="http://schemas.openxmlformats.org/officeDocument/2006/relationships/notesSlide" Target="/ppt/notesSlides/notesSlide25.xml" Id="R76e2d47302a8479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6547db4314839" /><Relationship Type="http://schemas.openxmlformats.org/officeDocument/2006/relationships/notesSlide" Target="/ppt/notesSlides/notesSlide26.xml" Id="R67189e8494b84eb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4e3a060564351" /><Relationship Type="http://schemas.openxmlformats.org/officeDocument/2006/relationships/notesSlide" Target="/ppt/notesSlides/notesSlide27.xml" Id="R66ec22a5799b47d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098f3e88f473b" /><Relationship Type="http://schemas.openxmlformats.org/officeDocument/2006/relationships/notesSlide" Target="/ppt/notesSlides/notesSlide28.xml" Id="R463d6558237c460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3d02a77e94ee7" /><Relationship Type="http://schemas.openxmlformats.org/officeDocument/2006/relationships/notesSlide" Target="/ppt/notesSlides/notesSlide29.xml" Id="R52659bc5b9a548b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cf2be4e754c68" /><Relationship Type="http://schemas.openxmlformats.org/officeDocument/2006/relationships/notesSlide" Target="/ppt/notesSlides/notesSlide30.xml" Id="R82fc038ff60e488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a2dd82dd8415b" /><Relationship Type="http://schemas.openxmlformats.org/officeDocument/2006/relationships/notesSlide" Target="/ppt/notesSlides/notesSlide31.xml" Id="R28200af8d862476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56e5c4d634a98" /><Relationship Type="http://schemas.openxmlformats.org/officeDocument/2006/relationships/notesSlide" Target="/ppt/notesSlides/notesSlide32.xml" Id="Rbb74815c4294463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19e7a497f45a5" /><Relationship Type="http://schemas.openxmlformats.org/officeDocument/2006/relationships/notesSlide" Target="/ppt/notesSlides/notesSlide33.xml" Id="Rd36b30775695461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b5d273d0f4d2b" /><Relationship Type="http://schemas.openxmlformats.org/officeDocument/2006/relationships/notesSlide" Target="/ppt/notesSlides/notesSlide34.xml" Id="Ra809c2e829514f7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5185dc6924abf" /><Relationship Type="http://schemas.openxmlformats.org/officeDocument/2006/relationships/notesSlide" Target="/ppt/notesSlides/notesSlide35.xml" Id="R5345ea3b8fcc4ee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b177d4bd44486" /><Relationship Type="http://schemas.openxmlformats.org/officeDocument/2006/relationships/notesSlide" Target="/ppt/notesSlides/notesSlide36.xml" Id="R3601d1af3597430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1189d73e446c6" /><Relationship Type="http://schemas.openxmlformats.org/officeDocument/2006/relationships/notesSlide" Target="/ppt/notesSlides/notesSlide37.xml" Id="R94d4874aa00341a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608edc2bb477e" /><Relationship Type="http://schemas.openxmlformats.org/officeDocument/2006/relationships/notesSlide" Target="/ppt/notesSlides/notesSlide38.xml" Id="Re73dca91c000422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9f95b4afb4b38" /><Relationship Type="http://schemas.openxmlformats.org/officeDocument/2006/relationships/notesSlide" Target="/ppt/notesSlides/notesSlide39.xml" Id="R2b54e4e6978d44e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ff633f5754e43" /><Relationship Type="http://schemas.openxmlformats.org/officeDocument/2006/relationships/notesSlide" Target="/ppt/notesSlides/notesSlide40.xml" Id="R82e068a21d1a41a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c344e56f84846" /><Relationship Type="http://schemas.openxmlformats.org/officeDocument/2006/relationships/notesSlide" Target="/ppt/notesSlides/notesSlide41.xml" Id="R100dfa6b98c646e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84b4c53084906" /><Relationship Type="http://schemas.openxmlformats.org/officeDocument/2006/relationships/notesSlide" Target="/ppt/notesSlides/notesSlide42.xml" Id="R0807f40e581349e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965b485314c3b" /><Relationship Type="http://schemas.openxmlformats.org/officeDocument/2006/relationships/notesSlide" Target="/ppt/notesSlides/notesSlide43.xml" Id="Re60991dc51ef4223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b188b6d874187" /><Relationship Type="http://schemas.openxmlformats.org/officeDocument/2006/relationships/notesSlide" Target="/ppt/notesSlides/notesSlide44.xml" Id="R8926724ca9bf4ee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27c6d9125416b" /><Relationship Type="http://schemas.openxmlformats.org/officeDocument/2006/relationships/notesSlide" Target="/ppt/notesSlides/notesSlide45.xml" Id="R94e55dc37840465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29adf473142de" /><Relationship Type="http://schemas.openxmlformats.org/officeDocument/2006/relationships/notesSlide" Target="/ppt/notesSlides/notesSlide46.xml" Id="R9ed4e4d69ed543f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15164adab4385" /><Relationship Type="http://schemas.openxmlformats.org/officeDocument/2006/relationships/notesSlide" Target="/ppt/notesSlides/notesSlide47.xml" Id="R6bb76f4b96564a6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4c6cf5b954fac" /><Relationship Type="http://schemas.openxmlformats.org/officeDocument/2006/relationships/notesSlide" Target="/ppt/notesSlides/notesSlide48.xml" Id="R779d8ed3fced4c1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2e94ffef745bb" /><Relationship Type="http://schemas.openxmlformats.org/officeDocument/2006/relationships/notesSlide" Target="/ppt/notesSlides/notesSlide49.xml" Id="Rb148429022c94ad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1c1cb36084dcf" /><Relationship Type="http://schemas.openxmlformats.org/officeDocument/2006/relationships/notesSlide" Target="/ppt/notesSlides/notesSlide50.xml" Id="R8b9516fefc02497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d3b5741ab415f" /><Relationship Type="http://schemas.openxmlformats.org/officeDocument/2006/relationships/notesSlide" Target="/ppt/notesSlides/notesSlide51.xml" Id="R2141a6dfd458485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69dfa27c64487" /><Relationship Type="http://schemas.openxmlformats.org/officeDocument/2006/relationships/notesSlide" Target="/ppt/notesSlides/notesSlide52.xml" Id="Rfaa25dea12ea467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f997e6f62465d" /><Relationship Type="http://schemas.openxmlformats.org/officeDocument/2006/relationships/notesSlide" Target="/ppt/notesSlides/notesSlide53.xml" Id="R4f4ce70f71ad466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d8c654d69462c" /><Relationship Type="http://schemas.openxmlformats.org/officeDocument/2006/relationships/notesSlide" Target="/ppt/notesSlides/notesSlide54.xml" Id="R204ae79e85b4401b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40e53567e4d65" /><Relationship Type="http://schemas.openxmlformats.org/officeDocument/2006/relationships/notesSlide" Target="/ppt/notesSlides/notesSlide55.xml" Id="Rb6d92188f37c479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30d94b667469d" /><Relationship Type="http://schemas.openxmlformats.org/officeDocument/2006/relationships/notesSlide" Target="/ppt/notesSlides/notesSlide56.xml" Id="Rc0dd5a37788d4c2a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b9f004e3a4583" /><Relationship Type="http://schemas.openxmlformats.org/officeDocument/2006/relationships/notesSlide" Target="/ppt/notesSlides/notesSlide57.xml" Id="R1cd51ef87329499d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2d3f03d144d09" /><Relationship Type="http://schemas.openxmlformats.org/officeDocument/2006/relationships/notesSlide" Target="/ppt/notesSlides/notesSlide58.xml" Id="Re5c044d2e42b4673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868967ba2453b" /><Relationship Type="http://schemas.openxmlformats.org/officeDocument/2006/relationships/notesSlide" Target="/ppt/notesSlides/notesSlide59.xml" Id="R1dcfb0b4b622402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8b3cd75844589" /><Relationship Type="http://schemas.openxmlformats.org/officeDocument/2006/relationships/notesSlide" Target="/ppt/notesSlides/notesSlide60.xml" Id="Re061204f0add42fc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2b4c373f64512" /><Relationship Type="http://schemas.openxmlformats.org/officeDocument/2006/relationships/notesSlide" Target="/ppt/notesSlides/notesSlide61.xml" Id="Rf4b98f9b79ae404f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cb4f7c9ed4c7f" /><Relationship Type="http://schemas.openxmlformats.org/officeDocument/2006/relationships/notesSlide" Target="/ppt/notesSlides/notesSlide62.xml" Id="Rdff87028d13145f5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68f60afd441ab" /><Relationship Type="http://schemas.openxmlformats.org/officeDocument/2006/relationships/notesSlide" Target="/ppt/notesSlides/notesSlide63.xml" Id="R0caadb0dcaf2483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c0cb7f88a4909" /><Relationship Type="http://schemas.openxmlformats.org/officeDocument/2006/relationships/notesSlide" Target="/ppt/notesSlides/notesSlide64.xml" Id="R8d44c25c89a047e8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c07419fda4f3a" /><Relationship Type="http://schemas.openxmlformats.org/officeDocument/2006/relationships/notesSlide" Target="/ppt/notesSlides/notesSlide65.xml" Id="R1c1a336834f3485f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a0cc0145b4c40" /><Relationship Type="http://schemas.openxmlformats.org/officeDocument/2006/relationships/notesSlide" Target="/ppt/notesSlides/notesSlide66.xml" Id="Rc5f764ad19a94923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02c73aea94a6d" /><Relationship Type="http://schemas.openxmlformats.org/officeDocument/2006/relationships/notesSlide" Target="/ppt/notesSlides/notesSlide67.xml" Id="R305798655f054236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982b925bb4fb6" /><Relationship Type="http://schemas.openxmlformats.org/officeDocument/2006/relationships/notesSlide" Target="/ppt/notesSlides/notesSlide68.xml" Id="R8835aa5ac0d04ee3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47826ebbc46f3" /><Relationship Type="http://schemas.openxmlformats.org/officeDocument/2006/relationships/notesSlide" Target="/ppt/notesSlides/notesSlide69.xml" Id="R5835a82524e94be3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00714611d4990" /><Relationship Type="http://schemas.openxmlformats.org/officeDocument/2006/relationships/notesSlide" Target="/ppt/notesSlides/notesSlide70.xml" Id="R65f16337e87b42e3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e20da3a684c09" /><Relationship Type="http://schemas.openxmlformats.org/officeDocument/2006/relationships/notesSlide" Target="/ppt/notesSlides/notesSlide71.xml" Id="Rc0ba124ab4cf46c6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b2134aa894bf4" /><Relationship Type="http://schemas.openxmlformats.org/officeDocument/2006/relationships/notesSlide" Target="/ppt/notesSlides/notesSlide72.xml" Id="R17789a291bdc42e4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5faaf95bf4c06" /><Relationship Type="http://schemas.openxmlformats.org/officeDocument/2006/relationships/notesSlide" Target="/ppt/notesSlides/notesSlide73.xml" Id="R8a7627430ce24f23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f2004be0c4cf8" /><Relationship Type="http://schemas.openxmlformats.org/officeDocument/2006/relationships/notesSlide" Target="/ppt/notesSlides/notesSlide74.xml" Id="R8cfe68d5c70449dd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4dabb721c4ccd" /><Relationship Type="http://schemas.openxmlformats.org/officeDocument/2006/relationships/notesSlide" Target="/ppt/notesSlides/notesSlide75.xml" Id="Rb232735fd0d34f2b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2c297ba00436a" /><Relationship Type="http://schemas.openxmlformats.org/officeDocument/2006/relationships/notesSlide" Target="/ppt/notesSlides/notesSlide76.xml" Id="R466788aacf7f4155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25ac0e9d24dae" /><Relationship Type="http://schemas.openxmlformats.org/officeDocument/2006/relationships/notesSlide" Target="/ppt/notesSlides/notesSlide77.xml" Id="R62078cb721e4429e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d9bf93adf431f" /><Relationship Type="http://schemas.openxmlformats.org/officeDocument/2006/relationships/notesSlide" Target="/ppt/notesSlides/notesSlide78.xml" Id="R9796931924f14263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77aa58720496b" /><Relationship Type="http://schemas.openxmlformats.org/officeDocument/2006/relationships/notesSlide" Target="/ppt/notesSlides/notesSlide79.xml" Id="R7851deb76faa4cb0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9a05928434342" /><Relationship Type="http://schemas.openxmlformats.org/officeDocument/2006/relationships/notesSlide" Target="/ppt/notesSlides/notesSlide80.xml" Id="R4516b3e63283468b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74a64a3204477" /><Relationship Type="http://schemas.openxmlformats.org/officeDocument/2006/relationships/notesSlide" Target="/ppt/notesSlides/notesSlide81.xml" Id="R8ad7d36b98c94220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fd79400f544fe" /><Relationship Type="http://schemas.openxmlformats.org/officeDocument/2006/relationships/notesSlide" Target="/ppt/notesSlides/notesSlide82.xml" Id="Ra816681679574a86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e0cb8892d4e81" /><Relationship Type="http://schemas.openxmlformats.org/officeDocument/2006/relationships/notesSlide" Target="/ppt/notesSlides/notesSlide83.xml" Id="Ra82191b16d6b4cb6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8d6750bd84772" /><Relationship Type="http://schemas.openxmlformats.org/officeDocument/2006/relationships/notesSlide" Target="/ppt/notesSlides/notesSlide84.xml" Id="R16ec421194b24ab1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a8ce3d89842bd" /><Relationship Type="http://schemas.openxmlformats.org/officeDocument/2006/relationships/notesSlide" Target="/ppt/notesSlides/notesSlide85.xml" Id="R2ba31947c74041b4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ce760eb474edc" /><Relationship Type="http://schemas.openxmlformats.org/officeDocument/2006/relationships/notesSlide" Target="/ppt/notesSlides/notesSlide86.xml" Id="Rc16f7dfcc71e43ff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234ac79754d6d" /><Relationship Type="http://schemas.openxmlformats.org/officeDocument/2006/relationships/notesSlide" Target="/ppt/notesSlides/notesSlide87.xml" Id="R4878e213186e46f2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9d69d472c4e18" /><Relationship Type="http://schemas.openxmlformats.org/officeDocument/2006/relationships/notesSlide" Target="/ppt/notesSlides/notesSlide88.xml" Id="R9fe3390d20b945b6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9a4f495c64006" /><Relationship Type="http://schemas.openxmlformats.org/officeDocument/2006/relationships/notesSlide" Target="/ppt/notesSlides/notesSlide89.xml" Id="R8f7ecf3bb72a4a8f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4120732c54511" /><Relationship Type="http://schemas.openxmlformats.org/officeDocument/2006/relationships/notesSlide" Target="/ppt/notesSlides/notesSlide90.xml" Id="R5af29f255a474aff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b224a3fe64ec4" /><Relationship Type="http://schemas.openxmlformats.org/officeDocument/2006/relationships/notesSlide" Target="/ppt/notesSlides/notesSlide91.xml" Id="Rf3391b62b719414a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57c8597914983" /><Relationship Type="http://schemas.openxmlformats.org/officeDocument/2006/relationships/notesSlide" Target="/ppt/notesSlides/notesSlide92.xml" Id="R489c1f3fc1544069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e955a967944ba" /><Relationship Type="http://schemas.openxmlformats.org/officeDocument/2006/relationships/notesSlide" Target="/ppt/notesSlides/notesSlide93.xml" Id="R6ed78485f865465c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1285c01fd407c" /><Relationship Type="http://schemas.openxmlformats.org/officeDocument/2006/relationships/notesSlide" Target="/ppt/notesSlides/notesSlide94.xml" Id="R9137669ffc6b46df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d164fc7214494" /><Relationship Type="http://schemas.openxmlformats.org/officeDocument/2006/relationships/notesSlide" Target="/ppt/notesSlides/notesSlide95.xml" Id="R6c6f47cc1fe74e24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acb3827494eef" /><Relationship Type="http://schemas.openxmlformats.org/officeDocument/2006/relationships/notesSlide" Target="/ppt/notesSlides/notesSlide96.xml" Id="Rb29c794a83bd4934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2f88f546049a0" /><Relationship Type="http://schemas.openxmlformats.org/officeDocument/2006/relationships/notesSlide" Target="/ppt/notesSlides/notesSlide97.xml" Id="R58b93e86f79b4a73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89bc7f743406b" /><Relationship Type="http://schemas.openxmlformats.org/officeDocument/2006/relationships/notesSlide" Target="/ppt/notesSlides/notesSlide98.xml" Id="R3aa3f5b120f44410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da90c76804656" /><Relationship Type="http://schemas.openxmlformats.org/officeDocument/2006/relationships/notesSlide" Target="/ppt/notesSlides/notesSlide99.xml" Id="R3dceb160885549c9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fec0f1cfc4961" /><Relationship Type="http://schemas.openxmlformats.org/officeDocument/2006/relationships/notesSlide" Target="/ppt/notesSlides/notesSlide100.xml" Id="R4e74a7ce8f0a433c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66441fd9c49af" /><Relationship Type="http://schemas.openxmlformats.org/officeDocument/2006/relationships/notesSlide" Target="/ppt/notesSlides/notesSlide101.xml" Id="Re45ec15f3fc646db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5081832a5416e" /><Relationship Type="http://schemas.openxmlformats.org/officeDocument/2006/relationships/notesSlide" Target="/ppt/notesSlides/notesSlide102.xml" Id="R747257068edc49a8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671c2ad8b4887" /><Relationship Type="http://schemas.openxmlformats.org/officeDocument/2006/relationships/notesSlide" Target="/ppt/notesSlides/notesSlide103.xml" Id="Ra291a53c7f974c1b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0ad584c114cb9" /><Relationship Type="http://schemas.openxmlformats.org/officeDocument/2006/relationships/notesSlide" Target="/ppt/notesSlides/notesSlide104.xml" Id="R4476dee3d2ca4c4a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746db800b4570" /><Relationship Type="http://schemas.openxmlformats.org/officeDocument/2006/relationships/notesSlide" Target="/ppt/notesSlides/notesSlide105.xml" Id="Rceaf078d8bba4084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a6807fb92486c" /><Relationship Type="http://schemas.openxmlformats.org/officeDocument/2006/relationships/notesSlide" Target="/ppt/notesSlides/notesSlide106.xml" Id="Rcd100a506cf5450b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65e460eb043ed" /><Relationship Type="http://schemas.openxmlformats.org/officeDocument/2006/relationships/notesSlide" Target="/ppt/notesSlides/notesSlide107.xml" Id="Rda3ab7d1ea4b4f49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1fa0f4b3d4946" /><Relationship Type="http://schemas.openxmlformats.org/officeDocument/2006/relationships/notesSlide" Target="/ppt/notesSlides/notesSlide108.xml" Id="Ra66d761a48e84c30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ade126b9c42d4" /><Relationship Type="http://schemas.openxmlformats.org/officeDocument/2006/relationships/notesSlide" Target="/ppt/notesSlides/notesSlide109.xml" Id="R570d5c1ad3c147b7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f8b779ab14ae3" /><Relationship Type="http://schemas.openxmlformats.org/officeDocument/2006/relationships/notesSlide" Target="/ppt/notesSlides/notesSlide110.xml" Id="R77ab1f1a49a04739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c0bf024dd46e3" /><Relationship Type="http://schemas.openxmlformats.org/officeDocument/2006/relationships/notesSlide" Target="/ppt/notesSlides/notesSlide111.xml" Id="Rda0ab93dfec04aca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be1f3b34f47df" /><Relationship Type="http://schemas.openxmlformats.org/officeDocument/2006/relationships/notesSlide" Target="/ppt/notesSlides/notesSlide112.xml" Id="R57a3b140873b432e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b470b14164953" /><Relationship Type="http://schemas.openxmlformats.org/officeDocument/2006/relationships/notesSlide" Target="/ppt/notesSlides/notesSlide113.xml" Id="Rcc59eb73c6684eca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3242a7eb64dee" /><Relationship Type="http://schemas.openxmlformats.org/officeDocument/2006/relationships/notesSlide" Target="/ppt/notesSlides/notesSlide114.xml" Id="R8f842596331d497f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1699be61447f2" /><Relationship Type="http://schemas.openxmlformats.org/officeDocument/2006/relationships/notesSlide" Target="/ppt/notesSlides/notesSlide115.xml" Id="Re2036863024c4c41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7a468b1ea4d6a" /><Relationship Type="http://schemas.openxmlformats.org/officeDocument/2006/relationships/notesSlide" Target="/ppt/notesSlides/notesSlide116.xml" Id="R6fe66de2b3f1461c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de320aaa043c9" /><Relationship Type="http://schemas.openxmlformats.org/officeDocument/2006/relationships/notesSlide" Target="/ppt/notesSlides/notesSlide117.xml" Id="R5a59c4c00c3247c1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81176acce4951" /><Relationship Type="http://schemas.openxmlformats.org/officeDocument/2006/relationships/notesSlide" Target="/ppt/notesSlides/notesSlide118.xml" Id="Rf552b01f89434dec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f910974834ecd" /><Relationship Type="http://schemas.openxmlformats.org/officeDocument/2006/relationships/notesSlide" Target="/ppt/notesSlides/notesSlide119.xml" Id="Re390e1a386c74f08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292de3f4d4aa1" /><Relationship Type="http://schemas.openxmlformats.org/officeDocument/2006/relationships/notesSlide" Target="/ppt/notesSlides/notesSlide120.xml" Id="R3f0ff811373f4a0f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c81349ba146e8" /><Relationship Type="http://schemas.openxmlformats.org/officeDocument/2006/relationships/notesSlide" Target="/ppt/notesSlides/notesSlide121.xml" Id="R5f15eeef4ea54532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d3e27a2084159" /><Relationship Type="http://schemas.openxmlformats.org/officeDocument/2006/relationships/notesSlide" Target="/ppt/notesSlides/notesSlide122.xml" Id="R3b255c234acc4953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6ad41bb7b4388" /><Relationship Type="http://schemas.openxmlformats.org/officeDocument/2006/relationships/notesSlide" Target="/ppt/notesSlides/notesSlide123.xml" Id="R96429e9be5244f86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7f3ae5fca4ce8" /><Relationship Type="http://schemas.openxmlformats.org/officeDocument/2006/relationships/notesSlide" Target="/ppt/notesSlides/notesSlide124.xml" Id="R0af6444eaffc4b95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8159419f04730" /><Relationship Type="http://schemas.openxmlformats.org/officeDocument/2006/relationships/notesSlide" Target="/ppt/notesSlides/notesSlide125.xml" Id="R5d11664eaaba4212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05523348e4780" /><Relationship Type="http://schemas.openxmlformats.org/officeDocument/2006/relationships/notesSlide" Target="/ppt/notesSlides/notesSlide126.xml" Id="Ra51ce2625ea5420d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644b2eb4b41b1" /><Relationship Type="http://schemas.openxmlformats.org/officeDocument/2006/relationships/notesSlide" Target="/ppt/notesSlides/notesSlide127.xml" Id="R8f396c94bd254f82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ded3b0f774e53" /><Relationship Type="http://schemas.openxmlformats.org/officeDocument/2006/relationships/notesSlide" Target="/ppt/notesSlides/notesSlide128.xml" Id="Rb502b0b29d26442e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30e87cd244089" /><Relationship Type="http://schemas.openxmlformats.org/officeDocument/2006/relationships/notesSlide" Target="/ppt/notesSlides/notesSlide129.xml" Id="Redb4a04204b34ea1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0f4ba908641dd" /><Relationship Type="http://schemas.openxmlformats.org/officeDocument/2006/relationships/notesSlide" Target="/ppt/notesSlides/notesSlide130.xml" Id="Rf6fb317efa11414b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2a317e44d401a" /><Relationship Type="http://schemas.openxmlformats.org/officeDocument/2006/relationships/notesSlide" Target="/ppt/notesSlides/notesSlide131.xml" Id="Rf983a89d67f94e03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fc13a709445ae" /><Relationship Type="http://schemas.openxmlformats.org/officeDocument/2006/relationships/notesSlide" Target="/ppt/notesSlides/notesSlide132.xml" Id="R4f40845f1eef4d13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fe5412b3642ba" /><Relationship Type="http://schemas.openxmlformats.org/officeDocument/2006/relationships/notesSlide" Target="/ppt/notesSlides/notesSlide133.xml" Id="Re351b486992543ca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d01c0f6004e50" /><Relationship Type="http://schemas.openxmlformats.org/officeDocument/2006/relationships/notesSlide" Target="/ppt/notesSlides/notesSlide134.xml" Id="R02f1e134ec534c91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395c16bc64516" /><Relationship Type="http://schemas.openxmlformats.org/officeDocument/2006/relationships/notesSlide" Target="/ppt/notesSlides/notesSlide135.xml" Id="Ra31a6c57f6a543cd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df97c52d8437e" /><Relationship Type="http://schemas.openxmlformats.org/officeDocument/2006/relationships/notesSlide" Target="/ppt/notesSlides/notesSlide136.xml" Id="R2a17999c8a8b475f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f02d42bc34f49" /><Relationship Type="http://schemas.openxmlformats.org/officeDocument/2006/relationships/notesSlide" Target="/ppt/notesSlides/notesSlide137.xml" Id="R4bce130103924805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63ec90842423e" /><Relationship Type="http://schemas.openxmlformats.org/officeDocument/2006/relationships/notesSlide" Target="/ppt/notesSlides/notesSlide138.xml" Id="Rfdf099bba3634977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83f91fefd4204" /><Relationship Type="http://schemas.openxmlformats.org/officeDocument/2006/relationships/notesSlide" Target="/ppt/notesSlides/notesSlide139.xml" Id="Rc86958e3a7c741d8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55a34064941a0" /><Relationship Type="http://schemas.openxmlformats.org/officeDocument/2006/relationships/notesSlide" Target="/ppt/notesSlides/notesSlide140.xml" Id="R0eef12fa8fa741dc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620b539374e63" /><Relationship Type="http://schemas.openxmlformats.org/officeDocument/2006/relationships/notesSlide" Target="/ppt/notesSlides/notesSlide141.xml" Id="R3fd535282452491f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ad84a72344ac7" /><Relationship Type="http://schemas.openxmlformats.org/officeDocument/2006/relationships/notesSlide" Target="/ppt/notesSlides/notesSlide142.xml" Id="Rc3bc66f205524c42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a3ed4b74f4060" /><Relationship Type="http://schemas.openxmlformats.org/officeDocument/2006/relationships/notesSlide" Target="/ppt/notesSlides/notesSlide143.xml" Id="R7387b89e512a4d15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b2884a4034953" /><Relationship Type="http://schemas.openxmlformats.org/officeDocument/2006/relationships/notesSlide" Target="/ppt/notesSlides/notesSlide144.xml" Id="Rd89478e0caf54059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d740ac51d4c9a" /><Relationship Type="http://schemas.openxmlformats.org/officeDocument/2006/relationships/notesSlide" Target="/ppt/notesSlides/notesSlide145.xml" Id="Rd5113dde57274332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c934045b54502" /><Relationship Type="http://schemas.openxmlformats.org/officeDocument/2006/relationships/notesSlide" Target="/ppt/notesSlides/notesSlide146.xml" Id="R1d8899347ef14be9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504ad45fe4354" /><Relationship Type="http://schemas.openxmlformats.org/officeDocument/2006/relationships/notesSlide" Target="/ppt/notesSlides/notesSlide147.xml" Id="R6979d49ec39940a9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98a4208bb4f48" /><Relationship Type="http://schemas.openxmlformats.org/officeDocument/2006/relationships/notesSlide" Target="/ppt/notesSlides/notesSlide148.xml" Id="R54f405196e4640c9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ee9d21f9045f0" /><Relationship Type="http://schemas.openxmlformats.org/officeDocument/2006/relationships/notesSlide" Target="/ppt/notesSlides/notesSlide149.xml" Id="R6536e31c807c4cc2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6e792c0b249d1" /><Relationship Type="http://schemas.openxmlformats.org/officeDocument/2006/relationships/notesSlide" Target="/ppt/notesSlides/notesSlide150.xml" Id="R246dbbe8eaee41be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dfecfb6634585" /><Relationship Type="http://schemas.openxmlformats.org/officeDocument/2006/relationships/notesSlide" Target="/ppt/notesSlides/notesSlide151.xml" Id="R75fabb4dc3a04445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2c66c1ab547b6" /><Relationship Type="http://schemas.openxmlformats.org/officeDocument/2006/relationships/notesSlide" Target="/ppt/notesSlides/notesSlide152.xml" Id="Raa1f7dc0ab7f4513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caf0aedb8414b" /><Relationship Type="http://schemas.openxmlformats.org/officeDocument/2006/relationships/notesSlide" Target="/ppt/notesSlides/notesSlide153.xml" Id="R64ffe42733384f4a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df35a85db461e" /><Relationship Type="http://schemas.openxmlformats.org/officeDocument/2006/relationships/notesSlide" Target="/ppt/notesSlides/notesSlide154.xml" Id="Rd673a9438f214771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fec346bf64479" /><Relationship Type="http://schemas.openxmlformats.org/officeDocument/2006/relationships/notesSlide" Target="/ppt/notesSlides/notesSlide155.xml" Id="Rc624c380a3d54eb9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595b61ab14a46" /><Relationship Type="http://schemas.openxmlformats.org/officeDocument/2006/relationships/notesSlide" Target="/ppt/notesSlides/notesSlide156.xml" Id="R595ce8a213f84a7a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72d5f5c5342eb" /><Relationship Type="http://schemas.openxmlformats.org/officeDocument/2006/relationships/notesSlide" Target="/ppt/notesSlides/notesSlide157.xml" Id="R8198950485bf4ee3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5fb76f7384972" /><Relationship Type="http://schemas.openxmlformats.org/officeDocument/2006/relationships/notesSlide" Target="/ppt/notesSlides/notesSlide158.xml" Id="R9784598037ad41fc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fe1dad0fe4a0f" /><Relationship Type="http://schemas.openxmlformats.org/officeDocument/2006/relationships/notesSlide" Target="/ppt/notesSlides/notesSlide159.xml" Id="R7782ad97f88c4231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7052ef5fe4b49" /><Relationship Type="http://schemas.openxmlformats.org/officeDocument/2006/relationships/notesSlide" Target="/ppt/notesSlides/notesSlide160.xml" Id="Rdc509a0f63634876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>
              <a:srgbClr val="17213F"/>
            </a:gs>
            <a:gs>
              <a:srgbClr val="6E7480"/>
            </a:gs>
            <a:gs>
              <a:srgbClr val="F7F3EA"/>
            </a:gs>
          </a:gsLst>
          <a:lin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4FB006-B295-4364-8FB0-629A592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14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1626E-036D-4F7C-AC25-9019C9A0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7200"/>
            <a:ext cx="847725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CB8F1-A09A-44DE-AED1-CCE03E0C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928EC-9861-41A5-A222-C413A8FF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0096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EEC01-8574-48BC-8F20-CDB33858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8150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A0623-430E-4FFC-A76F-64D00E65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257300"/>
            <a:ext cx="571500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54E72-8AF7-4009-AAD8-84807B8A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049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875" b="0" i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0" i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A30FF-B0C2-4782-8B22-42D99B6B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28825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950" b="0" i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0" i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 = Rθ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AA80D-EE54-4B42-9895-C4BCB092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48200"/>
            <a:ext cx="1123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950" b="0" i="1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0" i="1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∑ 1/k!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CE9C0-2EEC-448E-95B0-0B3CD0A8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0060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725" b="0" i="1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725" b="0" i="1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dy/dx = 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B4869-9B16-4A9D-B48B-99873395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2420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700" b="1" i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 i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vimat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EF962-E267-4825-8AD6-289D5454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561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Agenda</a:t>
            </a:r>
          </a:p>
          <a:p xmlns:a="http://schemas.openxmlformats.org/drawingml/2006/main">
            <a:pPr algn="ctr">
              <a:defRPr sz="4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4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2026-27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6E5EA-1288-4805-85EE-80867B8D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8105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docente · matemáticas · 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D6CCD-BF34-4B64-98DA-254BB8A9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8F8F8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8F8F8F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8F8F8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8F8F8F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2FDD0-9756-44C3-B47A-277DB8D0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8F8F8F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8F8F8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901576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6C54963C-1322-4349-8926-84E5491D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A27DB-534B-4779-A742-947A618C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18D75-4C55-47E5-A8F8-D123712B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11B5B-E0BB-42B0-97B0-D50A01B9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Datos de la agenda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97E23-574D-4E9A-ADCB-A0223066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Curso 2026-2027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218AE-7C8D-45AD-8DE3-82FA2C33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5AE17-4B52-4C4D-B724-4DBF2190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7E9D6-5B10-4AA2-9401-805BA01D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Nombre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EF953-FDE3-4D0B-A8C4-17706A51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8288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3906F-4C0B-47DC-8F8B-6DC47779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Centro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CEB2A-1471-406F-88AD-222C7D7B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6938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7DAA2-B7D2-41A5-BB26-6BB0FBF8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Departamento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4B5FC-337C-42CE-A47E-79AEEA6F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95588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4F0772-B214-493D-9CC3-3F1020CC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Teléfono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61D4A-A9D2-4A82-84C1-EE39DF0E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4238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5CC48-E175-4293-AEBC-3E1F38C8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Correo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A1493-8B4C-49DF-8461-5B99BE60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2888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B14AC-C9C1-411A-AFA8-4AEE8734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Tutoría / grupos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FB1A9-3A21-4CC0-BB07-858BBE28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1538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021CE-B91F-44B8-A678-23610EA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Convocatoria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C233A-B4A0-4FF6-BEA7-ADB2DD01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6388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27477-414B-423C-852A-0D9588E8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Tribunal / sede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6441C-99D6-43B0-8F41-462A1B27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5038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Objetivo del curso">
            <a:extLst xmlns:a="http://schemas.openxmlformats.org/drawingml/2006/main">
              <a:ext uri="{FF2B5EF4-FFF2-40B4-BE49-F238E27FC236}">
                <a16:creationId xmlns:a16="http://schemas.microsoft.com/office/drawing/2014/main" id="{ACE6B4C7-67A9-41DE-AFAE-44D60128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972300"/>
            <a:ext cx="5676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922260-3467-4910-B652-11DD56F0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580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 del curso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6F98D-E0F8-4095-9DC7-4D19F1B3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92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E1B1A0-9124-4B0C-AAA8-B386A0C9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23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1EBDAF-F804-4215-BCA4-9231FBDD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9241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70D5C6-1FB5-44D8-8B46-D021F39F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924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29468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39FB53A-32B2-49A4-B2E6-336B5234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61719-A85C-40DC-92B8-0E341818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B0F61-8F92-4AB5-9E48-27436DFD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C2311-01B9-46F7-8612-844861E9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Mapa de uso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B71AD-7442-4637-AFDE-35424B6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Una agenda pensada para clase, oposición y seguimiento diario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10DB4-D5F8-41F0-AECD-3CD13086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79D80-D7F9-447D-B457-69F28741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25B98-B034-49F5-AA8B-77DD0429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567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E8D7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6C971-A6A7-4C02-82E8-F92985DC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525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E8A99-0BB3-474D-8345-64ED1E2F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4789F-CD58-4B09-883A-D73C6B53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524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Cada semana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2834D-61B6-45F4-8CFB-DF384AA3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8383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Planifica clases, guardias, reuniones, repasos y problemas.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0E8B2-EF5A-48D8-9756-6500A671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567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1744D-2B9E-4DC6-854E-0FA2458F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B7E8D-8BB8-4699-A333-3CE02BAA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F39F5-BEAC-453D-8691-284B9BAF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876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Cada 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317F3-6CAD-416C-9E39-43B19B00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90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Cierra objetivos, exámenes, simulacros y bloques de temario.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C5B5E-AF70-4318-9E75-C18B4284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567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AEF83-EFD5-4C8F-9B12-7451B160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BEEC9-15C3-4716-A34F-A587DD79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8D9D8-6278-425B-BA3B-574249A1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29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Cada tema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1F5E5-19D7-424C-980E-85F32441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434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Marca lectura, resumen, problemas, memorización y repasos.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9C7440-D20D-448E-88FC-B02D5A88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56769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87DDF-5EB5-46B9-AEA1-FB340615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02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1F459B-8DC9-41F1-B8A2-3082C9CF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43C9C5-9B8B-48AF-8B02-BFE4D249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816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4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Cada grupo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F0CB6E-42B2-427E-830E-2D57E130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8959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Reserva páginas para listados, observaciones y evaluación.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88234F-BDFE-4317-BD47-798F1525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91450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Festivos autonómicos/locales y calendario escolar: completar según comunidad, municipio y centro.</a:t>
            </a:r>
          </a:p>
        </p:txBody>
      </p:sp>
    </p:spTree>
    <p:extLst>
      <p:ext uri="{BB962C8B-B14F-4D97-AF65-F5344CB8AC3E}">
        <p14:creationId xmlns:p14="http://schemas.microsoft.com/office/powerpoint/2010/main" val="1141290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0C5CDF54-C7DF-4AA9-BE80-D497F470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34B09-51D7-4961-AB5F-630076C9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4AC03-92AD-4D1D-B9ED-72E93114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955D1-FC86-40DE-88FA-6368D6E4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Calendario 2026-2027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FED07-6703-4056-8EC7-77A69489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Curso completo de septiembre a agosto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5B6DE-A29D-4ED8-87FD-EC9C4CB4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AE321-8491-44C9-AD11-8C79F4D4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B7FA1-0020-4284-B028-48339B88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46C38-3E5B-4FA2-AD49-615BD3FF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Septiembre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94D75-3920-4BDF-87A5-CB1936F3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360DF-BE65-4FC3-A5B0-2DFD00E0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F2AC97-EAD8-4B06-865F-47F2EEFB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33F19-DA01-45B2-A963-519DCA9C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833AC-A9B1-45D7-8C97-0B1B0C1B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9ECC7-5F11-43D2-B1C5-632EA895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7CF28-A304-492D-8AE2-D1678DD5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40E1D-0732-4452-85FC-70275373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7F818-FF48-4B21-9C63-2B68C28A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4738D-DFEC-4032-A4AC-E33BEDC7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BFD61-5AC1-4DF9-8C8B-4B8D2109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3E3E4-7872-4E25-A7F4-E26E1FE5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F81FC-37B9-4650-AAF5-BA3BF345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E4A889-6D4C-4FF2-BCD6-20315EE5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1627C1-364F-416C-83DB-CE5B57D2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99E6DA-70D0-4F6E-A4A4-F5D09043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9A3297-AA7B-4BE7-8EF5-E57A40EC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CA74F1-2E16-463E-B23F-9CFA8ED7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905F9D-E204-4546-B735-910E8E90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7677E0-98AC-40C9-9849-F8E8FDF4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C47B1A-4D6B-49CF-8B75-AA882A7F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4FB02F-6E2F-4024-AF2F-27BE09FF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294FD9-B0BC-4EF1-BE98-575BCEFA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0AACE3-2F29-46F4-A51E-984C1F7E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9BCF09-D4DA-4776-8A25-A6D4A8E1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8660F-B2E9-42C0-B60A-DA46301D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3E7AD2-5D6C-4DAF-8532-5ACE46F2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7E5F5C-C8F5-4271-8137-73F3B398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62F3EB-3DFD-4E38-8536-6B585742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9A9B36-A356-4467-9D14-DDD6FDEC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E8FAB1-916B-47E7-86D5-C309FED2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3001E0-8B9B-4384-A3FC-373858C9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9D571A-6E60-42EF-87FD-1765D11D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BC5F96-6542-40D6-B24C-BB1AFD23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053E6F-CB53-4559-B0CF-272CCFE8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708754-3BA2-4F02-9A96-8A9BB7CA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48BBD7-9EF0-4DE4-AEAE-68139A60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268150-5AE2-4D4F-B131-BE512F96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12395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CFAAC5-F782-4E90-8E41-5116F9D4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2001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Octubre 2026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36F624-CD4E-4E2E-BDA8-C63C53AF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ED6448-220A-448B-9E7F-8A1FC490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47CC49-87F7-4404-8F13-7241169D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D481FB-AA22-4E8C-B24D-9EEF8783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D1A3E1-AB6E-4E05-B364-A54DBCFC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43A7A5-B19F-442E-8240-8217CC58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031015-7D3D-4FE9-99C2-B3833B89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42A81D-CE51-4638-9051-BEE25DF1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056C770-3F6E-4244-BA72-E444898C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31869F-7974-459B-B177-D7FDA3BE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89C5F4-8022-401A-A394-11627F29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D085EE-A7AF-4C11-876C-4B491E1C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FD178C-B244-4CE2-8558-F09D66DA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721204-CFFC-4819-8964-E45C45DC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17C7AC8-B33F-4EF8-B635-10BE73F5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31388B2-B5D6-40B0-AE73-6615D1D3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036CA0F-67F6-4371-9A19-E0059199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BF064F8-F7D4-44BC-9503-539F8748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F8F92CE-622F-4DB7-9A60-D1C2569C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B0C70E9-C8F0-4D43-B78E-BFB0BE1D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B9D53B7-9F88-4ED5-B4B6-035E7D49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7C848DA-8B24-4BC6-91B5-D72426FF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8C972BC-23E2-49CE-BDBF-7A6BFB52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842546-8F8C-4897-8244-39CF1122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A866F8E-8C3A-4375-A0B4-43D47B55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09325EF-8CE9-4067-881A-A21BA2CC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B839CCB-63EB-441F-A86E-0EE7ACD9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E13D328-15B3-4F99-BAAB-FA06078E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8375350-8229-4F53-91D3-0B84B77A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274EA5E-176B-4FC9-B562-4AA58B03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381B39F-BFF2-48CE-B4F7-04462D7F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91C1DA7-F1C1-494C-9AFF-66EFBA6F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43DDA58-7127-40D6-9410-D442EC6D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D855FCB-40B5-43C6-8333-A3B03307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EC5744C-DF14-46CA-8333-35ACD787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DF9F4D5-9881-40F1-8B55-B7420E1F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3BC8042-5515-48A8-931F-D107DB1A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939E718-BD03-47BD-884A-42F521E1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3D6C895-3244-43EB-912A-6474A68C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12395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0D1BC22-82ED-40D1-A9CC-3E25E528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001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Noviembre 2026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4F73B15-58EB-4BA1-956A-D622B492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0C34D60-1054-4441-A16D-624972F2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87A2284-5D5C-4481-9F2F-E53AAA2C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A8B3669-FB65-4DD7-8235-5F464B7F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39A2FC1-9544-4BE7-8C2D-F5668F86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78F6943-2978-4C50-A1BE-96F42404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DA3A481-1616-4F8B-A0AF-B1D661C6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14859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7A17E25-A3C7-420C-90B2-FB8C414B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16573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2EABB8F-0983-4A1D-A893-5A599168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41D4CB9-C858-425E-B24D-C7FC7EA7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E4B5021-92CC-48A0-8E7E-3D4B13F8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26B41AB-4967-4B30-9590-999D42E7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6DA70F1-D22A-4EBE-A2E1-917D4E95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15F26BA-D578-40BB-A22F-E6716C7D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01D1DA9-B859-4B4A-80B4-30D15893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18260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03FDA93-A046-4ADC-AE6C-46A84863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3F6EBFD-99C0-420A-A1D6-1B396EF3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112DA8B-B2EB-4539-880F-DF4376AE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4FB4ECE-C966-47DB-A33C-01FD2E77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AE892EA-B06E-46D5-96A3-D9956E3F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D00C77B-AF1B-4CF1-9C90-3A95EA6C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713C4C8-CE28-4DCD-B224-D25C8C8F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19948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1D63738-8A75-41ED-B118-1CA4628B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BF746AA-51F9-4EE6-B8DE-46B93B85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552B594-6F37-4454-8A6A-47BE29C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39FA398-C149-4947-ACC2-E44BACEB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1347A27-6FC1-4E28-BBEA-C3EA99C2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5593C31-BA71-452A-8585-74A0BF25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01AA6FB-8330-41A1-9612-807D87E5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21635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5F50868-0160-4642-912F-9D34EE46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4AD136D-F244-474E-8D49-E8D204D3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4E1C7E5-442B-4002-82FE-D3D57608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4B4DADC-5429-4072-828C-69070D21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FAE54E2-2521-4A0F-B1E7-0ECFE208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490149C-B0F0-4AE6-B174-00C0BF55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3E8564D-6840-4AAC-9703-0069C64C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23322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4462EDE-8D2D-4243-8254-55098E77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00993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D69F42D-5784-4A8A-8D53-D16773CF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F87F226-59AB-4D30-9C6D-463259B3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Diciembre 2026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C47627B-FA90-4741-915F-6A2AFCCF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FDCA659-35AA-4315-B3D5-1F13010C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946FC3E-9B48-4914-860B-7B8D47E7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A1126B3-F9B5-4424-9B8D-67E66598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640DEED-51F8-49E4-BCA5-BF03A963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BB33775-EEFC-4973-B525-A3246BE2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762B2DA-DECF-4AE9-9591-31F1B491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925850E-758B-4935-9713-E08F29AD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407FB3F-CB03-4B24-BA2B-03D5F362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2540041-1893-4DA1-BE40-9F5ADD92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DBE3049-B499-49C9-83CF-1EDD3CA3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1AFCC58-F2AC-4AD1-A827-3E0A0ECE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97B07C7-500F-4B36-BD2B-7FC759A7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4A244E1-F882-45DD-A79A-66571526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3620A6D-A692-4DCE-A22B-E5EA7D94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D8AB9C9-65E9-4100-BE8D-A647E334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19964E8-6FD6-4A7D-8FB4-9792B734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B09811C-291C-4E88-9F38-3AE7A0AA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4BD2AEB-A195-434C-A5CF-1459ED4D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1D48BC2-0329-4990-B56F-2CF6E7BA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AAFB00B-701D-4CB4-B19B-A83C2DE6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E2F2FDF-8B3B-4234-9370-AD05711B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4D134CD-49DA-4ADB-9C87-8DA03111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C48E57E-8AAD-4437-9C9C-5F92B7A7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BB81247-4467-4F44-A628-1B5E6CEA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F2F7F2C-605E-4FAF-B393-BBF708BD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034631C-6EDF-4714-BBA7-4398973A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645773A-AA80-4B7F-A553-7AC3C7B1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983734D-EC9C-494A-8B68-F755BFB3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223F085B-2009-487D-B47A-AA4662DE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455BB6F-30DD-4898-A66E-66E409EA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4D3446E-0591-4EE6-B2E5-C9F2C1EE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E5319FF-10A4-4E2B-9BC0-92511536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58C2F9B-2688-404E-B22B-6F278529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23BFC569-9ECE-4A42-84FB-C55037A6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94414F5-B6A1-4B7B-B6F4-08495134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502670D-5126-4120-9964-4864F809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C7A475A5-84EE-48B5-9FAE-1A31B82A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F6A2BDC-F130-413C-A4EC-785ED035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7180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790F83F-1238-4EE2-A997-B6B9052E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480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Enero 2027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788B705-0784-4848-A9D5-A31FDC20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E8F86D0C-1AA0-4480-A294-7B8EF35D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B66FF90F-E20A-46D9-B05A-EAF0D600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CBF8D61-561E-4422-8C23-8A12A87F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9C358A8-17CA-4BFC-81B5-0B3EB910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B166899-CD1C-400E-8C4A-66DC5A2E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488A2D92-43FC-410B-A095-CAC24FA0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5E2A88EE-F262-43E3-AF89-B57C2C44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917FEF6-2687-4F5F-82FB-EAB3FB87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2DF5BF1-EC31-41ED-B9D6-18CC5C8B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71DFD9E-12FB-472C-992E-A99C1912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99388F5-6AEF-46BF-8186-70F6143E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F585E5F-DCA5-499A-A9C5-5D44E254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53203226-AA8C-4180-B3E4-39D9889F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459E6D8-1C0C-454C-B84B-231C6728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6E6F986-C3B9-435C-B4E3-52E81ECC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9334A5E-1397-4F13-92B3-A6814E9D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18495ED-766A-40B1-AC92-C6B5C61D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B906C52C-D6C9-462E-BF48-B822AF47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C132862-6C0C-48DE-A26D-490AE4E0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C943E2EF-82F2-49C5-8078-134EA812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70872DF2-C591-4F96-9231-1E8BCFF3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85C5D1D-5909-41FA-A615-F756A182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27D6BC9-2BDE-413E-94F9-3337E5FE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BFB0D16-339D-4513-A363-8CFE7775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9B0BB79C-4721-4714-A5B0-1DC6545E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F590354-3516-4703-BF19-26B54E84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BA296FB-F2A6-4A18-B32E-D9A090D6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1A644D38-D809-4945-818B-EB20CE6A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ED302BAF-5542-496D-883C-20F6E307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2290CFE-615C-499B-8155-9CFC7342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612250FD-BBD1-4E04-8FD5-3D8202C4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8874C88-ACF6-477F-AEE9-413903C1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C764B78-2DA4-4187-AC78-BE6696D2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519C8CC3-886C-4784-89B1-07FF44D5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C8D49A85-F14E-4619-B512-F7DE4981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705B84C-557D-4E65-A362-31B631DE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AF7E7A53-6D2C-4758-B390-4423D405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41801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AB824EA3-FE8B-473D-9826-8DC86BA4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7180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DA99D251-0911-4006-8E13-DC8F8313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Febrero 2027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474AB00C-363B-4F9A-92DE-C2F2FB85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99F856E-8060-4C56-B0B6-B9399D98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67C87108-24A2-4A54-8C05-39E8EB52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88F4CA8C-8264-4C79-A80A-DEC74B15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231F422-FF54-4DEC-806B-46335CBD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47CBCBB-1AE9-42A3-B176-C262DD84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5207039A-3E86-4AA1-8275-60F6F8A7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33337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776E6E7-2CB7-4464-A29B-201A97B1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363A58F-1CCD-4C8C-92E6-845801E7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5A18A152-B8EB-4F3F-A500-9FC01567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FA211D99-0A35-49D4-B2CD-7DC4F29B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A0F840D-E3A6-481A-807A-983FC43F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84D3300F-4348-4DB6-BE3D-F255C536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8345850-2377-4E44-8155-A6F9F28B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35052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8105B09-C339-4994-A524-A359C555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E1AE22AE-AD10-4859-9E4D-E0B9EFD9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A61BCD98-A708-4A88-AF26-8CA8C815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953C0053-3E76-4B4F-AE67-8B7445EA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21A4726-1B95-475C-9E51-E28A007E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A799167-40DA-4151-96EF-28F0E805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1BCA15EC-CA7D-4350-B655-B986715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36739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85312046-44EE-44B3-BE3F-1F0616EA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288C4F35-1673-45E5-913D-4A83FF44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5E4EF8D9-17EB-41C9-AD93-558AB76F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02B945E3-EDB5-49AE-9F31-5CAEC0E7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5CA59C4E-7CFD-4EC3-9165-C38A4618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6938778-98C4-496C-B24F-0D45E2E6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DECC2C0-828A-4F36-9DAA-F5722275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38426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B9650630-E29D-49D5-8D5A-71A255B2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D2EE356-ECC8-40C2-9C40-43492E13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BE60B5CE-E121-4BFA-ACBA-0FEDB802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1F2A8F3-0F66-4523-889D-1D9CA750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88227D1-47D5-434A-A213-6CA5E747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48679C63-9F20-4A3E-A751-201F254D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07F56952-9B08-4AB2-BDE3-5EBB04CA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40113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498ADCFA-0A44-487A-A349-8D31E4CB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5310605D-9D8E-4D6F-9E7B-B946A86A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Marzo 2027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9AE3DDA6-7281-4683-944C-DB54C644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F4EEECC4-A78D-46A8-92B4-49DB07AE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C9518B2-DB5D-41DD-A061-5CD1F35B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1941DD32-4772-40F5-8859-DFBFCD99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0661FE45-2264-4653-8395-4BEF1BC8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96FA9C5E-701E-49AB-AB56-2BD94D25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039CC813-A947-452B-B6BA-44EF73F8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233BB1EE-E43B-47E5-81FB-587C4146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75CAADF7-B608-4416-A8BE-38DD65DA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8221305E-106D-429D-B7F4-64F94152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D834E1D3-C207-4F0F-B6CA-7E854A4E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0FBE428C-BEF0-49FA-9EB6-700490E9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31FC8FDA-754E-4EA2-A01A-F2013FD5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CBE72C51-12CD-4B23-98D1-8B487C05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6505E88A-3AA8-48B5-9704-F9B69D17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FF0904C8-5668-4925-AE6F-7711CE9A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6874E02-9488-4576-88DC-BCB0ABFF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5EB69EED-066D-48BE-914B-A200BAC8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EA740F74-4764-4D89-B2FE-9E8C3E4B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58D51B43-49A0-4DB2-B03D-AA4D1FFE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0985FC04-88D0-4678-AD7E-40DF15F2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A5DDDEA-0856-468C-A732-23689894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77170EFA-A919-40F6-B055-002F20F1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0AE162B7-1A13-4704-88BB-70AB665A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4BABC8FD-0312-490B-9504-4526D9F6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9B0AD520-7FD9-49B6-90DE-EAA602AB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926386E-B8DD-4491-8E23-56B887B8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A85DEFCF-C499-48D0-B196-2DC22AD5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8D53A0BF-9539-4B16-B8AF-F2B4A7BC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9A083BF1-6872-4FC4-B98E-CDB13801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9673CC00-CF82-4FB0-8002-64C6D412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213B1607-D555-4866-A2ED-47FD838E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1885487D-0828-4051-B9F4-BD9133B4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4C15F335-1BB0-4CAC-A805-030A33E9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60FB0042-581D-49F1-B816-EA32FF11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63572F21-29AD-42F4-87D1-95D87A94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FCE75A9F-AD76-4D26-80BD-91F4363F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431DD936-D95E-4FE1-B0B0-F277F36D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9E9B4F2C-D51A-496C-95FE-83D1225E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1965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1D4A3F5E-816D-40FB-96E5-A2C88AC6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95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Abril 2027</a:t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10D11CDD-490C-4571-B40C-0B1547C4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14F711F5-6271-431C-B593-97455B4D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0588DB1E-04EA-4A1C-BC00-4C3CE889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48CD66B3-6C31-450C-BD0D-32B5C091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32438AAF-6C0F-4063-931E-93272774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18B44205-395C-4861-B953-9069F74C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7D52753E-F56C-4D74-B7FA-E6E85566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8F1CAC4A-C367-484C-917B-0FBA66FB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6F5C9A26-634D-4803-AA14-ED618817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2720EF9E-0D89-4E3F-B6B4-095BE4CE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1E12E86F-B05D-4396-B307-44EAB6EF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B5DCC31A-80F6-495E-82F4-6DCCB592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0931AA4E-30BD-408E-9B1B-AA363306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38A75DDD-1C94-4B86-B0E4-819B055F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BB90D7E3-57C6-4135-80D3-869A33C8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BE22FC4A-EDE5-43AE-9566-13866609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42A3C394-1E92-4D19-9C72-8733CE34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55C273B0-3E6C-4E7D-BEB6-D683010F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3F0988B3-43C1-4D01-8E33-1EBA1B90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0A78CC32-6226-44F8-8A6D-651396F2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19F210E8-F4E7-4224-9A47-F3443708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D055D06-D97C-4B34-AC82-C5195E85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1FDDC264-EEF0-4027-B26F-E44CDFAC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5AE17D89-92D5-4963-AA09-FBC00570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F5AC6430-DEB6-403F-9C12-698C8C18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8A2CCBF4-B408-4315-AC5C-1C377FF6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29FEC9BC-82EF-40DA-8D21-B3CEF2DE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F4F18EC8-FE48-47E4-B40C-4790E9B1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D0658335-1CD1-475D-A153-EC097516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C7C9EA84-8B89-4D2D-8BB0-C7900579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BD4211CD-036F-4DEC-BD8A-FA46D613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7A7772EA-DFC8-461F-9FDD-EB028CB1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383E95D3-A1D3-4A77-9C90-F7CA34CF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F26D8881-2BE2-4BC5-8321-6BED7A1A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C6E399B7-9890-45BA-B8F8-71F66D08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924438EE-C58F-4B63-91A8-43883343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5EC0D920-FA40-4A7A-8A55-C98FFC2D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41799DCF-FA8C-4DF4-9523-5EAADE52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5F74FACD-1C81-4F72-AF35-B41E7307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95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Mayo 2027</a:t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42D03A83-8C10-45FC-8CC4-8D544308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5CC797CA-2624-4AE6-B5B0-6FE6BF25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BAA8007E-1533-4E1C-BE0C-561622AB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5C163660-EC5C-4E14-8449-AAC34B9C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A98C901B-E57B-48A6-AD48-8A62BE09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56843EB8-8D5A-4693-809B-13E56193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8B4EF213-7614-425E-8052-56B5B981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518160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586AE7D5-84F0-47B5-B235-358E1CEC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E5A5E78B-F985-4BC6-904A-96C30FD7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535305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CA731DA3-ABDD-4399-8944-9CAE484A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4F85CD2D-4FB5-41B8-B7AF-B3AC526E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49149DCD-E6EF-4FFA-8C7C-B59FEC05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7643CB48-95C6-40FB-BC68-589BE666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CC0627EF-7ACD-4629-9F46-36A5F362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4223267F-7E7C-4C3B-85F9-86E409BA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ECB899E4-EEB5-4153-BCFC-43823A87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552177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256E0AEF-3340-44BF-99EE-7BD4ACC7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FDA78FDA-019B-4A11-9619-621F7FB8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63028B64-D926-4CFB-A074-BAA77FE6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838920C3-C353-49BB-B42C-3EDBCF80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7D094DB5-41C2-40C2-B195-0E24B969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CC2FC78A-C951-4BCF-85A0-63DCCA33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2D898D74-F8E1-4382-A7B0-624C63E2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569050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29639788-1176-4DBF-A493-15A547C8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FDB79261-6422-4079-8239-3F010851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79BBC1A5-CF04-4729-83E7-725EADA9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5768E9E0-36BA-4D81-99DB-3317E3CB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5FAD2C0C-A28D-434C-92C6-9463BC2D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3DC3255D-1546-44FA-B60E-3FCA0C81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CD8343C5-C492-469C-8469-F4699BEA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585923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1CA08A7B-FCF1-4B1E-90EA-2D28A0EB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30DC9374-9EB1-49DF-9809-412FAC4B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D041A799-CCD8-4261-B1B9-205EDF37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8C6302C2-EFB0-4A72-8715-E2EAAD9F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268C7F7C-72E2-446D-A443-C112BC42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92044722-7EEB-45BE-AB89-A806D3B7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B9EA05D3-DEB6-48ED-89C0-98863AD6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602796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88E1C615-DFC4-4FE1-B4C0-38529CF9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196693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DF10A06A-5827-4EEB-8104-3A9CD6D5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293315AA-326A-4103-910C-BACB4F76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43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Junio 2027</a:t>
            </a: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DB9EDC12-6357-4EFC-8001-F801E0F1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52C3A0CB-18C2-4C7B-A613-BD16A15E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C305FCB0-BF64-4F9D-9EEB-DC378C19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DF969367-478A-40BF-AD1D-0C149E79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31513073-287A-456B-B5E8-0B9FB3E9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44E1F246-0780-4CD6-88F5-DF8C9E3E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C61CF5A0-53F9-45A7-BEE8-FB499828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FA64A39D-AFE5-47AA-87AB-6F296990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0AAACB90-3C17-4833-836C-82406247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529814B4-29C9-43BE-ABC5-312109DB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B9863945-5335-4208-89F7-381687B6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2384A27E-DBB4-492D-ACA0-DF2282F6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99AFD28C-60E9-48ED-8003-4790D9EB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BB6EFEF3-3CD0-4DC9-9177-6FE0955D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1F284CF3-C6DF-4D20-BE5E-5FAE0BCD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375CD3F9-2316-4313-A307-ABE0AD2B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23A3ED4A-38E6-4732-93F5-225C1CC8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4250DB95-0034-4DAC-B6EC-D2B68E56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5DCDEBB0-B65E-4367-BBE2-84845F92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2E8C7D29-817E-45C8-8E51-34717FD8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85C45285-7E59-45E7-8C03-E2931529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863A4D53-F03E-4C83-9281-0933CEE2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60849FEF-648F-4789-91F8-2907CA6D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A2EC6FFA-2070-4B92-9D20-F0EE1398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FB5EAECB-D8CB-4D8F-A2BC-6DD02940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FB9163EE-A5FF-44C2-B51F-084DABF6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7A640273-E2EF-4A6F-BF0C-3B4FD608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A44FFAE2-83AB-475E-BCE6-624218FB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86BEBBE5-B17F-4F5E-9EC7-19C0D023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5375D8BE-DC1B-44DA-AA83-5CC005E0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43ABF0DE-521B-4515-BBEB-39AC5B1E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57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7DE73FE0-AB60-4397-93DE-3C5B8089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593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3D7C2744-2D6E-42B8-835A-0ADBC8CB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029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8F47E213-74F2-45FC-81E1-221D6377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464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CBB8882C-FA5A-4F3C-8B22-A72011E9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D44203A4-2A4B-4D30-84B4-C06B5EEA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286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3BB6B28D-290A-4D3A-8589-CCDAB190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721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6913DC9E-BA5E-4D49-B4EB-3464ADA7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666750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81D250E6-89F8-4C8D-8B9E-F514E23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6743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Julio 2027</a:t>
            </a:r>
          </a:p>
        </p:txBody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B13D2EA2-9A4F-4F80-B78E-13F504EE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726D1762-62B1-48B4-9F63-D540320C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C74D4A9F-848C-4340-AA72-16D5B98B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77F2A999-7371-4BCA-A2E6-311B48EE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AD3AD999-2D22-485C-8600-A0AAE22F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60DF22E8-1709-41AB-AB35-CCB42C30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524B6BFE-3644-480D-BA96-A0CABA9D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04642F23-F84B-4B51-A750-CF2CEDA9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097935F2-D64E-4894-AB84-5C460E9A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DE663FD0-7F7A-4E56-AAD9-BF9E4E85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0E18E435-5E67-4DC1-8ADB-C3C88618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4E126DDA-04FE-4D36-8462-FB55B49B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B9B4F62B-1B35-48FA-85A9-8FAE9D00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232A1771-D16F-4767-986E-160159AB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E7B3E494-3E90-4DB8-8568-00E9D9A2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2582278D-CA5A-4D6D-B76E-EED7E617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6AAF3FB8-25B0-4BF6-B8D0-11233F91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2AAB4A24-382E-433F-9EBA-5D63B25C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50052F36-50F2-45E5-A0D7-09E17A96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9356A801-7DDC-4025-9921-0C4A7F80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EEB3C0D2-2247-4460-A325-41DA6307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201CDDAC-FC15-4FA2-910D-5F59D258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654AED33-F4E5-45F5-A39F-17B4930F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B7B56169-F94E-424E-9A90-90F59559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909ADFA3-0514-47D9-9F4E-9A159590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401FC8D4-EDA1-474A-9826-A74306F6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16CD8885-4960-4566-B621-5A0D7068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3E90B0FD-0FC3-4D84-A9C1-DE869840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B205C80E-D1CC-421A-9206-D07099DE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2AC50400-6AA3-4428-A755-AEACEFB6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2247AA41-3C38-48D3-99E9-7F4A4A9F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90143C68-C5A2-4C5A-A192-B2BF7707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614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DDAF957D-C901-4114-9148-D11D5E5C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3F0EDEB4-3086-44D3-B7B6-2EEFE881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436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48CC38B5-620C-4E44-B72B-7CF5CDCB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871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71391BB9-56A3-46E5-B88C-44ADB63B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E46468DA-7B66-43EE-A0DA-E6722113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43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EA4EFA20-CE0A-46A4-9838-C3B86C7C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179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1B684973-4364-4A52-B5D3-163B12B6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667500"/>
            <a:ext cx="17716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742D8C3B-E023-4C8F-9570-469FE5F3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743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Agosto 2027</a:t>
            </a: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BFE28BA3-86FD-4DF2-BD77-81E6704B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F5206BBF-977A-4ED1-BE8A-BF102B68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CAE4CD7C-985C-46C6-B1ED-B3EFAD0C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B74784AF-482E-4181-BDD1-44B64750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882065FE-9126-4B0D-84D6-614779FD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79168C52-C673-45E0-8BEA-39D6BC75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BF419BB2-FF8D-4463-B4CB-434A23CC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7029450"/>
            <a:ext cx="2204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4072FBB8-09B8-4A79-9AB7-DEEEAE57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7200900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F8BD850A-D7DF-4450-BE8E-15D785A9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C03532FB-AE34-4E30-8013-805C3371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03939C1C-7B2C-457A-B56D-ADFC507C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568BFE20-D7B7-4FFD-B5A6-41751F72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83215DB2-A021-4615-B4AC-7580BD74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0EAD5B4D-5001-472A-B11A-7A1F2E60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82EC73D8-7D68-4BC4-A0DD-E7F435EA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7369629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8D3CC863-9145-4788-AA20-25F625CA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B54C5D8D-B4BE-4994-B3DE-CCB165D3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CE0BA4DC-2D57-4CF0-8F3F-4AD72DEF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ACB31CB5-3824-4932-AEAF-1B68A38D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07C6A643-D404-4045-B653-7A090C4F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572B6BCB-3775-4E0C-92CE-5D2D673B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2EAFFDC8-2EED-4809-A48E-DDD1EE88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7538357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E656D871-3E35-494D-A33B-D8465A09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097200E1-729E-4E48-BA34-F6882349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56D0A558-15EF-48C4-91B5-51281C10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88D9A049-9C6C-4CD0-BCBC-0BFB2B2D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0482DFE2-6BF7-4499-865E-531D15B2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D1AAB47A-C3D8-43BD-AAB8-7DABB6EF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EFBCDEE3-0D71-481A-B119-6101A672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7707086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90DB7BD1-700A-450D-BD5B-40396A4E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F6EDC8D4-E2F2-480E-9757-E0CC6197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F29F25F2-AB94-4266-BAAA-5E088AA5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021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837301F5-827C-42FB-939B-2372C0E8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457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45EF12A7-87A7-4888-834C-D013820A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3F887205-8A18-47FB-BB20-BDCCE5F3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329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E4307086-89C9-4C00-BB86-B3BCA7C0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64" y="7875814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7B2B0B86-26FE-49CB-9DA8-ABEF5B9D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8044543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0F24C0AB-DC7D-4A0A-8D23-DFBCC868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586" y="8044543"/>
            <a:ext cx="220436" cy="1687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5152449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EFA51F9-0B01-4AF1-9255-3B762434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8CAE2-207A-44DF-B76A-E51356B5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DE847-52CE-41B2-8495-2DB70A72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A8620-6F6E-4D33-A264-A3DA7B55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Fechas clave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66D85-6B1F-40E2-993A-EE0711DB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Calendario editable para adaptar a tu comunidad y centro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ED0A3-1A2E-4D47-9A10-2DCA2546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5EE13-6999-4B71-8AD1-27E2CB8A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5C0FA-7D6D-4ADA-9845-6C69C31D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Hito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C9693-1D62-4C52-BF59-985EEA37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1906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Fecha / notas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EC2ED-8DB9-4804-BAC7-CD0165E4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67428-8E4A-4F4A-8BF9-667F817C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Inicio de curso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B2634-302B-472D-8BEF-634DBF05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95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F66A2-C84B-466E-8B5F-C13583A4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84433-637E-4F6A-BE56-89E9D286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Evaluación inicial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CFA5E-46A3-4CDE-AAAD-06FB3A2B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479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6D81F-50B3-4FFF-AAD6-96156CBE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99341-85EB-4A6C-87B5-7A131E79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1.ª evaluación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20055-E8E7-4C0F-94ED-AF03B26D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003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B6257-5051-4E83-98E3-FA832E58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615CE5-3C2C-45AE-B4E1-EDA99B9A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2.ª evaluación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FEC70-BDB1-458E-BCA5-AC318A35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528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3F4976-DC89-42BF-A659-CF695E17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2B8C9-CFE6-4C88-8060-2EA86CB1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Evaluación ordinaria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3C4B1B-CE1F-40B6-9436-D3C3127F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05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05DCA9-2727-4E3D-8D75-5D43BEB3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C4E4C-1ECA-4033-AFF6-7047E7CD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Simulacros oposición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F9A893-19CC-4F6A-B264-6DD8CF5E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57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68198E-6AB2-4EA9-AE2C-641954B0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45B6B1-1385-497D-94FD-A54231B4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Entrega programación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C98598-AD7A-4715-9457-3AE056D5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10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8362D1-301F-4382-9B40-6172571E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402AFF-6BB3-46C2-9B59-6B3AF37D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Defensa / encerrona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1D387A-C987-4667-B991-8C0558E6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562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56330B-86EE-439C-AB13-AE0395C8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60269B-7DD9-4104-A71C-7DA37418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Festivos locales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E6B5BF-A8A3-4FC5-A1FD-AA1A8DBA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61150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7D1D3B-DB07-41DC-962A-BCEBDA82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67550"/>
            <a:ext cx="5448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Nota: el calendario laboral de 2027 y los calendarios escolares autonómicos pueden publicarse después de imprimir esta agenda. Deja estas páginas como zona editable.</a:t>
            </a:r>
          </a:p>
        </p:txBody>
      </p:sp>
      <p:sp>
        <p:nvSpPr>
          <p:cNvPr id="38" name="Ajustes de centro">
            <a:extLst xmlns:a="http://schemas.openxmlformats.org/drawingml/2006/main">
              <a:ext uri="{FF2B5EF4-FFF2-40B4-BE49-F238E27FC236}">
                <a16:creationId xmlns:a16="http://schemas.microsoft.com/office/drawing/2014/main" id="{3876B6EC-FE5A-4012-AFAA-BDA2B786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0"/>
            <a:ext cx="567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00ABF0-2140-401E-A138-60E01F15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962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Ajustes de centro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4611CF-F99A-4FB5-B9C2-6F8410A0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924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D05464-1FF7-4C92-B864-BEAA6203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543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20176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C69D2A3-74A8-4E6A-8BDB-6DD2CE6E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E6B26-57C6-4537-84BD-D37AE534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9351B-19AB-4DC2-AD24-9C9A18C5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C4EE8-524C-469B-B53D-49AE710E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Horario docente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0D145-1791-4882-AE03-81FB99E4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Clases, guardias, reuniones y preparación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4241F-0232-4E10-B546-D97A1465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98314-DDEF-4095-83BF-F53B2ED0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79980-291A-424D-99DC-5E4ED46A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567690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96514-5031-4324-B37F-5B3D086B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Hora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4142E-DACB-402B-A606-1D3F666F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C5F21-4BFC-4B2A-B41C-7D8E4F57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53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9F1D7-82DF-4361-8797-A5FA4128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4CFEA-5DA4-41D0-A4C3-21F49173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49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19464-2CDB-4A80-96C3-D2B491E8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34BEC-FB91-4FBA-AF09-776E8F0F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9547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09130-AF97-4BA0-BC39-258FE383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651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ACCA73-5EFD-4784-9176-5B3664D6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754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326591-9512-4C61-B735-69F5B3A7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858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40632-A418-4701-8B0D-ED443A86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961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6496D-0A76-4FB6-8735-43141A84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8491F6-DF68-4386-8077-19F2C5E3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168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87D237-4130-4CB9-9D42-6F5FE6FB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272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7B3E3-B8BC-45CD-B3F3-0FD1D1AD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8375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4903C-6147-4E37-9214-0CA20BCF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4479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69AC0-7818-4F27-A6BB-E918F7F2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E828C8-0C56-4024-85BA-AAAC79BF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322D66-46B1-4A45-B9ED-D26277FD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1015F8-E0A3-44B9-9D1E-4AB2FA24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BE2A0D-7CB4-4AE0-964F-8F6E2EBC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96871A-67DC-4E4E-893A-225678EA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942002-E58F-42C0-85EF-BC91D57E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8978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BC6F3E-3290-45DA-AA75-468BFD4B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5082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DE0053-9EC6-4A2F-8382-0CBDD41F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185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5B8331-E2FD-4180-A55A-177EDDE2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289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141B64-1741-4A51-B195-6804A7E3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339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2B7EF5-9DB5-46D2-AA26-56881118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496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EA5CCF-7B7F-43A3-A46F-BC8CD6D6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599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AC936C-B4F2-413E-B74F-8C056791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1703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8.ª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9D8124-1C04-4F87-9DC5-EEA2023B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7806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9.ª</a:t>
            </a:r>
          </a:p>
        </p:txBody>
      </p:sp>
      <p:sp>
        <p:nvSpPr>
          <p:cNvPr id="40" name="Reuniones fijas">
            <a:extLst xmlns:a="http://schemas.openxmlformats.org/drawingml/2006/main">
              <a:ext uri="{FF2B5EF4-FFF2-40B4-BE49-F238E27FC236}">
                <a16:creationId xmlns:a16="http://schemas.microsoft.com/office/drawing/2014/main" id="{7DA48D27-8FE9-48D1-80BC-0A54B415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962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191364-FC66-436D-B81A-971FC917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8197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fijas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B96DCE-02F1-4559-8023-14C282D8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4964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D5C091-CE6C-41F9-BD0F-37318AAB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8299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4" name="Guardias / apoyos">
            <a:extLst xmlns:a="http://schemas.openxmlformats.org/drawingml/2006/main">
              <a:ext uri="{FF2B5EF4-FFF2-40B4-BE49-F238E27FC236}">
                <a16:creationId xmlns:a16="http://schemas.microsoft.com/office/drawing/2014/main" id="{A80319ED-60A5-4F56-B45B-80FB1BCD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0962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DB391B-31D9-4B82-9BF0-63A1B536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18197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Guardias / apoyos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D3D6E4-444D-4A9B-AE7A-71F82FFC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54964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309B9C-2DCF-4A48-B1A1-1CEBBF1B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68299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46694F-3EDE-4C2B-92F2-A0077978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0CB19E-11FE-47CA-8AFE-85BF9A63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571500" cy="763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DD2052-B71B-4175-9F17-FA937067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00150"/>
            <a:ext cx="571500" cy="763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4EDE3F-84AF-45BC-8EEE-207B5BE5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676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E28F55-6EF3-4A1E-AA42-417EE402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077200"/>
            <a:ext cx="19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B684903-090F-43A5-8F38-A242A90B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1100"/>
            <a:ext cx="685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E4C7FE-3A66-473C-8DFA-3FB46A6D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320846-5CA9-4593-A01B-65509D9A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59EEAD-222F-46C4-8B8C-60BCC1F8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Horario docente 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462C07-31C1-4ED2-8F60-369830A7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Clases, guardias, reuniones y preparación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33ED2A-FB76-43B0-A6A4-FBE2267D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5D96E8-90AF-4432-9B11-D51DD867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85694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919D783-774D-4B96-9CF6-1CBC0E42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65539-6C05-4DA2-8310-ECC0CBA7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DABFF-903E-429E-9708-60979D1B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B9277-1032-414D-9BAC-300B28BA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Horario docente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1405E-EA3D-47E9-BF50-2B8C525D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Clases, guardias, reuniones y preparación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F32F6-A1FA-45B3-A3E0-730D320D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BEA4A-C13B-48CC-A9D3-9BFD2721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75B63-1C2E-41C0-8924-FC0C6E53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567690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56333-698B-4F67-8C42-AEC63645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Hora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98DE6-E645-47EA-B7AD-88B39A40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0128C-1DE4-4F93-88F5-A995A0BF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53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BA135-98C9-49FA-B05B-6ED167F5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9DA3A-0170-4580-8F10-49DE23AF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49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5A517-7861-40F6-9C61-90B7EC6F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A8B06-4DE7-4B7E-B66A-06E952D5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9547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31EB8-49D6-4E6B-8108-A3450EA9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651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D9C75-959B-4BB0-84C4-2FAD47A9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754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648AE-D46C-4DCA-8FA1-E2903937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858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242F1E-5BA4-4791-AB1F-FCAABFCB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961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291B-4AEB-464B-B60D-AD666AAD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35ABB-2F53-4E91-8DB8-6D7E95FA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168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B1D41-5C2B-44E0-BDC7-995896AC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272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F59CA0-1BDD-464C-A987-9FFCFF85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8375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F2E4AE-59C6-4549-A4F1-31969580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4479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46D3B1-0EBA-4A3E-B793-8CFC85FD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6A6B03-541D-446B-9FA0-CA98CA43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6ACB1A-4439-4A6E-A292-7DFD01AA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8B1D48-B34E-40B7-B3DD-57DCD4ED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8C48E7-D15F-4AC8-9C6B-025335B8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2F3BFA-035D-4043-9987-10342C2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CC8A8F-8BD6-40FB-9E1A-F51EA173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8978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8E542C-55F6-4F85-AD61-86AF3132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5082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79AA93-4F8F-4E41-933F-DCEA8CD1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185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D82A36-6B13-470A-9CF0-DE184538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289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AA3381-0602-4078-84F1-DCF129DF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339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E38814-D76C-4A9B-8F03-61859F08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496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5255E1-B065-42B4-941E-526AA17F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599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9921D1-4FF3-45C3-87F2-F5416C46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1703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8.ª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63848E-59B3-4719-81FA-2E3009C6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7806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9.ª</a:t>
            </a:r>
          </a:p>
        </p:txBody>
      </p:sp>
      <p:sp>
        <p:nvSpPr>
          <p:cNvPr id="40" name="Reuniones fijas">
            <a:extLst xmlns:a="http://schemas.openxmlformats.org/drawingml/2006/main">
              <a:ext uri="{FF2B5EF4-FFF2-40B4-BE49-F238E27FC236}">
                <a16:creationId xmlns:a16="http://schemas.microsoft.com/office/drawing/2014/main" id="{42EC8DE8-6E64-4D8F-A5A8-673353A3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962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3C4492-79F7-4220-9965-58F9B481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8197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fijas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2F8B0C-FA77-43F1-9BDA-55C5C780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4964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B1A8DA-AFCC-4D3E-913B-5B24767C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8299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4" name="Guardias / apoyos">
            <a:extLst xmlns:a="http://schemas.openxmlformats.org/drawingml/2006/main">
              <a:ext uri="{FF2B5EF4-FFF2-40B4-BE49-F238E27FC236}">
                <a16:creationId xmlns:a16="http://schemas.microsoft.com/office/drawing/2014/main" id="{D86BB119-D6C6-4E78-9F70-34A82B0F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0962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A7851D-883E-4C84-A1F1-F31C316E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18197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Guardias / apoyos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126099-5625-49D6-A440-F07D9A22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54964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15D4DB-E6DF-4267-85BA-950015D5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68299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D29D80-3F8C-47E8-B447-CC1D267C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53CF95-6D77-457B-8FD9-729C4F5F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571500" cy="763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1A78D4-95C5-4C24-B764-322A3F1E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00150"/>
            <a:ext cx="571500" cy="763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57BC21-FD4E-4BC6-BD99-66E2AA92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676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79816C-9925-4919-9473-65F961D4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077200"/>
            <a:ext cx="19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317CB4-7A18-414D-9B18-C52C143C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1100"/>
            <a:ext cx="685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F4FD167-90CC-4ED2-975C-5AA21C5A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B02DF1-CB9E-4411-A644-C4CB46EA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37FFA2B-2233-4795-898C-FAD2C35E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Horario docente 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EBF010-943E-4049-8203-C231F701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Clases, guardias, reuniones y preparación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F0AC6AF-EF6E-4A23-84CF-2759BB21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84F0D8-9169-404A-921C-E1D4FC80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281373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5FF2DC5-15AA-42B1-AE4E-4AE330C8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E3001-A5CC-45B1-B1FF-4A0C041E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40267-1876-4783-BFDE-F7CBDA6F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9AA7C-31FF-4873-9EA7-CC0DC52F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Horario docente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074F7-EE38-4B3A-97B0-89A6AAC4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Clases, guardias, reuniones y preparación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12018-385B-4FC6-95E1-82D4DDA2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09B71-4F82-44BF-8519-8843F6FD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56EAE-FFAA-4D62-8B59-5694C0EC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567690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0493B-C905-4799-B704-CDE3B76E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Hora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48A73-DB03-4093-8EA2-FC246C96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B9214-37E0-4052-AAB6-C3CB00DA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53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15F94-38AD-4A59-ACF0-0201ACDE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1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D0494-49DC-4A27-8CF1-CA4E8D8B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149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EF208-F402-488B-A73D-6F4D1787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1333500"/>
            <a:ext cx="9829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8B46A-7B86-4C78-BE7A-B0AC68D1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9547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70109-30A1-4350-920C-BE42F140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651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A996D-BE44-44B2-A918-23BFB4CE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754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5F695-D3BA-46DC-B033-B6892B76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858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6E66B-5D8C-41EA-82AB-77DF9D8D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961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ECE0D1-85A1-4B72-87C3-4BC997B3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59BBB5-AFC8-484C-AD8B-44554ED8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168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75C3C-5C28-4FB8-AD11-1BA89DD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2272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E794BF-991F-4909-8057-EB3290FB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183755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79A9EF-3666-414C-81D8-AF08B53D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44790"/>
            <a:ext cx="5676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D1FA04-7907-4183-B387-4505F404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A80C96-6AE7-4122-899F-C08AF6A4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C63B94-416B-4904-962E-3610D14A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F52B79-7AB0-442E-A5CC-847DB44D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650CDF-43AA-41AC-9053-5EF72F27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28BE0E-61FD-4363-8697-EB7307D5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238250"/>
            <a:ext cx="7620" cy="661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1497BE-9147-41C8-B7AC-6A8BF732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8978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E36F5F-F233-49CD-A736-9207AEF7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5082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E6825F-BBCD-46EE-AA9D-7D912DC1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185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A5CA74-0026-4B67-9F5F-EF0EA7C7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289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333448-5A88-4092-AF9A-7C2E8EBD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339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D1DB08-E80C-4F41-90F8-557B6E5D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496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D0E7D2-6326-44AE-9398-F207F2DF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599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CA6B6A-C797-406C-8106-BA9E394D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1703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8.ª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D873A8-64AC-4A45-BDEF-A6B82496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7806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9.ª</a:t>
            </a:r>
          </a:p>
        </p:txBody>
      </p:sp>
      <p:sp>
        <p:nvSpPr>
          <p:cNvPr id="40" name="Reuniones fijas">
            <a:extLst xmlns:a="http://schemas.openxmlformats.org/drawingml/2006/main">
              <a:ext uri="{FF2B5EF4-FFF2-40B4-BE49-F238E27FC236}">
                <a16:creationId xmlns:a16="http://schemas.microsoft.com/office/drawing/2014/main" id="{E6246BDA-DF1E-4FF8-94B4-2BC610D1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962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584E01-CC0C-43AB-9FB9-4DB985CA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8197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fijas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EB9F87-CC0E-41FE-8B48-58C94EAE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4964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8048F7-5C53-449B-B6F4-FA6B4106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68299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4" name="Guardias / apoyos">
            <a:extLst xmlns:a="http://schemas.openxmlformats.org/drawingml/2006/main">
              <a:ext uri="{FF2B5EF4-FFF2-40B4-BE49-F238E27FC236}">
                <a16:creationId xmlns:a16="http://schemas.microsoft.com/office/drawing/2014/main" id="{8A0C5562-1FE5-48A0-8E1F-279ABD76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80962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007674-32D9-4EBB-B994-5C92E7E4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18197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Guardias / apoyos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DD68EC-FA8F-401D-AD78-F8763CB3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54964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B3CCF7-B130-42C9-A381-EE785975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8682990"/>
            <a:ext cx="249555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E608FF-8AB9-40CF-BD26-A6639F51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17D1C1-D00F-47E1-884F-6F78092B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00150"/>
            <a:ext cx="571500" cy="763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AAE4DC1-C198-4412-A692-3C6C1B4E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00150"/>
            <a:ext cx="571500" cy="763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2A9C57-37A1-4E22-AC12-DFE415B2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676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315010-2E4C-46AB-9CD4-19685B72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8077200"/>
            <a:ext cx="19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967EFC-D105-4773-A000-8A59CA50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801100"/>
            <a:ext cx="685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1C37E6-C238-408D-98EC-342621FD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5210E7-7111-462D-A189-3401C445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413BBA-6DB1-4FBA-B844-1670CA92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Horario docente 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D0585C-791B-4329-9E02-F954AF81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Clases, guardias, reuniones y preparación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52A1C4-0753-42FD-B721-32E7C3D7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AF154E-5AA5-491A-9601-8E87362D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272184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5FAD358-80BD-41A8-81CF-6E916574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6865E-1426-425C-AB3F-8AA27EF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0DB51-4036-48A2-BCDE-B469D79C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ADF45-2411-4E1D-B0DE-3502A7E5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Formulario · Álgebra y cálculo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C78C7-4430-485C-8E7C-A988771C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Formulario rápido para el aula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279C2-14DA-4EC0-86BE-F8D03707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82D49-90CC-4538-AD9A-8F6F0FEC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96B40-3CC7-471C-89E5-345E7B1C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6F28D-BA9A-4372-9593-A14FDC81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Identidades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5D49B-16B6-408C-8841-75146274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(a ± b)² = a² ± 2ab + b²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16F51-1157-43DC-8756-7C8491CA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a² - b² = (a - b)(a + b)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32AEE-0655-4EAD-969F-7B627914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log_a(xy)=log_a x + log_a 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7BD0A-E22A-41FF-8CE0-72E81664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3848A-EDDE-4308-8FDA-3EBD8D07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Derivadas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4773B-DB9A-4D31-8C46-DC244861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(f·g)' = f'g + fg'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D116A-8D6F-472F-AC4C-400895B8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(f/g)' = (f'g - fg')/g²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AEEC7-8103-49A0-9AF6-D76F724F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(f∘g)' = (f'∘g)·g'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1CE17-C4FE-46B7-B070-F8821AEE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8C25A-422C-4C77-B3D3-DD18E946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Taylor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D8292-826D-4456-A2B2-E0231DA5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f(x)=Σ f⁽ⁿ⁾(a)(x-a)ⁿ/n!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65027-856B-4932-9DDE-BFF66A91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eˣ=Σ xⁿ/n!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CD89C-1039-4F27-93F3-10E3DC11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sen x = x - x³/3! + x⁵/5! - ...</a:t>
            </a:r>
          </a:p>
        </p:txBody>
      </p:sp>
    </p:spTree>
    <p:extLst>
      <p:ext uri="{BB962C8B-B14F-4D97-AF65-F5344CB8AC3E}">
        <p14:creationId xmlns:p14="http://schemas.microsoft.com/office/powerpoint/2010/main" val="3776338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426E369-ACEB-4FDE-A22B-1964C00F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4770B-6C0B-45B0-91F5-C3397ED4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70EBC-148C-408C-9627-920F24D3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86384-2655-4B54-811A-D020E922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Formulario · Geometría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5CD23-E36A-4985-9655-C4529F00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Formulario rápido para el aula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C2F76-A1EA-442C-8701-DB6A45FE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E3F5C-8BD5-4D95-AAC9-239CD9F9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1EEDF-CD40-4360-9DEF-E1934397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0016E-B7EE-4B10-826F-80DF5949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Trigonometría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BDD39-864B-43F3-AE2C-7640F2BE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sen²x + cos²x =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71627-E0CC-41E1-99E5-CB9DF06D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sen(a±b)=sen a cos b ± cos a sen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585A3-7548-4CF6-9867-39A82D61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cos(a±b)=cos a cos b ∓ sen a sen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37A17-0773-4929-95F9-BB89BFC6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C9592-21A6-4E86-8ABD-D54C6247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Cónicas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EA68C-7CBB-4EA5-B261-AEDE0607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Circunferencia: (x-a)²+(y-b)²=r²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ED6FA-CE0E-461A-A8BB-E60F7BAB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Elipse: x²/a² + y²/b² =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F9C05-3C6F-40A8-980B-F4701954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Hipérbola: x²/a² - y²/b² =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16F6B-42C9-4910-9FDD-C12F6DBE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8D1158-7D31-4F99-81E5-F16936B4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Áreas y volúmenes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15934-E033-4363-A250-DE03EFF6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A_círculo=πr² · L=2πr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1EF65E-5CAE-4352-B4C4-A1915ABD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V_prisma=A_b·h · V_pirámide=A_b·h/3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CD1CC-BF3C-4E1A-B5B0-58765B9A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V_esfera=4πr³/3 · A_esfera=4πr²</a:t>
            </a:r>
          </a:p>
        </p:txBody>
      </p:sp>
    </p:spTree>
    <p:extLst>
      <p:ext uri="{BB962C8B-B14F-4D97-AF65-F5344CB8AC3E}">
        <p14:creationId xmlns:p14="http://schemas.microsoft.com/office/powerpoint/2010/main" val="203973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AEEECE9-CFBA-45DA-BABF-BC26B387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5B3BC-B462-4F57-96FF-9C1FB373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46CD5-4EE1-4213-864E-9D1BCC34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A2F80-6BA8-4BB6-9EAE-54D0215D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Formulario · Probabilidad y estadística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D47C3-634E-4CEC-98B3-A1D09295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Formulario rápido para el aula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AC843-FC80-46E4-9343-1C834EB0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484D7-B5E5-4328-8F57-DB85C893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7FDCD-8307-4611-A26D-749B1EB0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16EDD-0C90-4D66-AE7F-4500C562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Probabilidad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B43EE-A482-428E-9B59-47BAC89A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P(A∪B)=P(A)+P(B)-P(A∩B)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BB190-DC6E-4B78-B958-86C55FCD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P(A|B)=P(A∩B)/P(B)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FAC04-D936-469B-81CB-EDAAC21C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Bayes: P(A_i|B)=P(B|A_i)P(A_i)/ΣP(B|A_j)P(A_j)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F3B01-31EC-4271-AD90-6322C356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5F524-6C34-453D-A1C1-FE750988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Distribuciones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8217A-4574-402F-9CBF-1B56920A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Binomial: P(X=k)=C(n,k)pᵏ(1-p)ⁿ⁻ᵏ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1C31C-146B-4E2D-9043-6C5FECF8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E(X)=np · Var(X)=np(1-p)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038C4-A545-452C-96D9-B7AF9F56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Tipificación: Z=(X-μ)/σ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1BFB8-8C27-4A70-8A74-0D30B0B9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5753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12A6A-3A36-49BE-AF23-35181D51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541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Estadística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5383B-4892-4573-99C0-36BC6D3F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x̄=Σx_i/n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89FD7D-9250-4393-9EF9-810A9562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s²=Σ(x_i-x̄)²/(n-1)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C790EF-F2C4-418E-9DCE-DA22D4E2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r = cov(X,Y)/(s_x s_y)</a:t>
            </a:r>
          </a:p>
        </p:txBody>
      </p:sp>
    </p:spTree>
    <p:extLst>
      <p:ext uri="{BB962C8B-B14F-4D97-AF65-F5344CB8AC3E}">
        <p14:creationId xmlns:p14="http://schemas.microsoft.com/office/powerpoint/2010/main" val="15568490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529D8E6E-0DB5-413C-BD57-F61CBD39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4F891-AF1B-49DB-9E5F-06403ED0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B11F9-008A-41C5-89AF-90C93D3C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429DC-5796-4275-8265-90984571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Probabilidad de tema (4 bolas)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2B8C3-55F3-4EB1-BD09-902D526C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P(al menos un tema estudiado)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FDE92-5F26-4BED-9235-18AAE26B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89D51-C390-4C7B-8D8A-D8B45FD0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FE53B-4883-454D-9AD1-FE2CA209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541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P = 1 - C(71 - n, 4) / C(71, 4)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5E75A-09C0-4B91-A09F-09F87B93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 temas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8C7EA-14B8-4E69-A4E1-0C09FF05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145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EE025-CE84-4769-A9A8-2D44B033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14500"/>
            <a:ext cx="1719597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95D"/>
          </a:solidFill>
          <a:ln xmlns:a="http://schemas.openxmlformats.org/drawingml/2006/main" w="0">
            <a:solidFill>
              <a:srgbClr val="2C69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E85AA-BDE5-4994-9974-EC4F720C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430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46%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29848F-2A80-426C-BBC1-7CFC8C1A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 temas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2C838-C047-4A2F-B9F6-6A4DEA76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D31E3-2744-4ED7-B722-5E5CFC1D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275933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95D"/>
          </a:solidFill>
          <a:ln xmlns:a="http://schemas.openxmlformats.org/drawingml/2006/main" w="0">
            <a:solidFill>
              <a:srgbClr val="2C69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AC9CE-1CD4-4B7C-9F21-C381F033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955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74%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94D01-183B-4369-94A2-152B8B7D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 temas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9A0155-7145-4FCA-83A5-B6C4D518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194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B1987-D8D1-4C75-AEC8-F295F6D7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19400"/>
            <a:ext cx="3327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95D"/>
          </a:solidFill>
          <a:ln xmlns:a="http://schemas.openxmlformats.org/drawingml/2006/main" w="0">
            <a:solidFill>
              <a:srgbClr val="2C69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E1E9B-D58D-4D28-A887-D70487EA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479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90%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1A96F7-8D70-4EC3-8547-058635E3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04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40 temas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A5AF4-1020-4E6F-9425-58B0FA17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718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D20171-4506-4340-9BD0-49008B3D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71850"/>
            <a:ext cx="359445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95D"/>
          </a:solidFill>
          <a:ln xmlns:a="http://schemas.openxmlformats.org/drawingml/2006/main" w="0">
            <a:solidFill>
              <a:srgbClr val="2C69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BDE119-B912-4B3B-89AE-F8B28135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004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97%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EFDC31-463D-4CDD-98F4-3657E4AD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50 temas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74E764-CC2B-4360-AE89-C0D703A7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243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32B31E-94CC-4DE4-AB19-1E42FEF6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24300"/>
            <a:ext cx="369186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95D"/>
          </a:solidFill>
          <a:ln xmlns:a="http://schemas.openxmlformats.org/drawingml/2006/main" w="0">
            <a:solidFill>
              <a:srgbClr val="2C695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44A65B-A3C2-4880-BF74-BEB7670E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528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99%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FE9F46-4E8A-48F0-9167-B2EBD8DA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60 temas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658C81-8DFD-4CE7-B02A-6F0D5B7F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767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816AC0-7456-435D-B157-85FF2F38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76750"/>
            <a:ext cx="37134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95D"/>
          </a:solidFill>
          <a:ln xmlns:a="http://schemas.openxmlformats.org/drawingml/2006/main" w="0">
            <a:solidFill>
              <a:srgbClr val="2C695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961EA7-C55C-46B2-AA3A-BE3315F4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053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1B9CBB-BCB1-417B-8AE3-7D6D5199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577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71 temas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2577EB-BD26-493E-9D0F-9E9156FC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292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DDD39F-034C-4E3E-9F0B-07F6704F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292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95D"/>
          </a:solidFill>
          <a:ln xmlns:a="http://schemas.openxmlformats.org/drawingml/2006/main" w="0">
            <a:solidFill>
              <a:srgbClr val="2C695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D28534-A463-433C-9D69-5668F9A8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577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7" name="Plan de subida de probabilidad">
            <a:extLst xmlns:a="http://schemas.openxmlformats.org/drawingml/2006/main">
              <a:ext uri="{FF2B5EF4-FFF2-40B4-BE49-F238E27FC236}">
                <a16:creationId xmlns:a16="http://schemas.microsoft.com/office/drawing/2014/main" id="{2FAABB8A-3316-4EE8-AC54-0CBB4F70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5676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FD9F24-CDCB-4581-9C05-5E5A7F25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 de subida de probabilidad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22D4C4-5B22-4450-BED2-3638F874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271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41315E-16F0-47DA-8D7B-E04936A7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430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AE3239-FDB6-4FE4-BA05-44F59CF4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589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0C83E8-3A23-449C-89B8-2C2D0FF6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748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0C7FE2-D957-429E-AC6B-7A562918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907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B22030-8AF1-4987-8C7F-ED03B78C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06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BA58E2-49B8-4B6E-93CB-089483BD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Marca hitos realistas: +5 temas cerrados, +10 problemas tipo, +1 simulacro.</a:t>
            </a:r>
          </a:p>
        </p:txBody>
      </p:sp>
    </p:spTree>
    <p:extLst>
      <p:ext uri="{BB962C8B-B14F-4D97-AF65-F5344CB8AC3E}">
        <p14:creationId xmlns:p14="http://schemas.microsoft.com/office/powerpoint/2010/main" val="2760516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3232FAEA-A507-428C-ACFF-AAF65826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D94FC-6A07-432B-9408-12DB996C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0F699-182C-45ED-953A-BBCEC073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D8F0E-10F7-44BD-8EF1-E6B30D33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Probabilidad de tema (5 bolas)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8FB4B-310B-4340-BF28-1F00C8FD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P(al menos un tema estudiado)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C1C7B-7CD6-41FE-AF5F-7016B249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4FE4D-B36B-4319-B6B2-E2DC7D87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FE3AF-8E6A-40AD-B61B-A1128E39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541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P = 1 - C(71 - n, 5) / C(71, 5)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B734D-260B-4A1A-AD1E-1F1439EE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 temas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50386-44B1-4D9A-B357-14931A32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145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5A7C2-8C38-4CA0-899B-3F24C4C3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14500"/>
            <a:ext cx="2017381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4A"/>
          </a:solidFill>
          <a:ln xmlns:a="http://schemas.openxmlformats.org/drawingml/2006/main" w="0">
            <a:solidFill>
              <a:srgbClr val="B96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4CB22-B7AE-471D-B8D7-B66802E2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430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54%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1B2A9-8BE3-4F67-85DF-91F27323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 temas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8D353-05BD-43DE-A0D1-56E847EA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8FF16-FCEE-48D7-A03C-62A085B1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66950"/>
            <a:ext cx="304453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4A"/>
          </a:solidFill>
          <a:ln xmlns:a="http://schemas.openxmlformats.org/drawingml/2006/main" w="0">
            <a:solidFill>
              <a:srgbClr val="B96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91948-B419-4559-8CF3-4EC74DF3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955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82%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9B32A-65F6-40B2-A8A7-DA2856EC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 temas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6576E-76B8-4591-9F97-8B3CB7F9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194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FCC44-40E5-4775-BC89-D6004A4D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19400"/>
            <a:ext cx="3500937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4A"/>
          </a:solidFill>
          <a:ln xmlns:a="http://schemas.openxmlformats.org/drawingml/2006/main" w="0">
            <a:solidFill>
              <a:srgbClr val="B96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BBE2A-E996-4323-849A-B13CE867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479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94%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0512D-D027-49D5-B585-848CC4E0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04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40 temas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C8111-4D74-40D1-91BE-8700FBB9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718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AA7FE9-CDC7-464F-843B-29FF723D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71850"/>
            <a:ext cx="3666272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4A"/>
          </a:solidFill>
          <a:ln xmlns:a="http://schemas.openxmlformats.org/drawingml/2006/main" w="0">
            <a:solidFill>
              <a:srgbClr val="B96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6FDEC1-6C64-417F-B049-BCB0905F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004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99%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F78D09-E6CF-43DE-B4E4-E1605986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50 temas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B22030-13D1-4F4B-B0C5-89D59CF4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243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FF6E5E-3C7C-4B93-9AD8-70CCCA9E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24300"/>
            <a:ext cx="370894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4A"/>
          </a:solidFill>
          <a:ln xmlns:a="http://schemas.openxmlformats.org/drawingml/2006/main" w="0">
            <a:solidFill>
              <a:srgbClr val="B96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766154-1179-4288-AEC9-C83A03C9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528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D5F411-FC6A-43ED-B3D3-4DBA3FC2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0532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60 temas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0FAA2D-10A4-4D9D-BEE2-D6EFAF9F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767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B264F7-986F-4218-8FB1-92B7EF75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76750"/>
            <a:ext cx="371461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4A"/>
          </a:solidFill>
          <a:ln xmlns:a="http://schemas.openxmlformats.org/drawingml/2006/main" w="0">
            <a:solidFill>
              <a:srgbClr val="B963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7BC18E-F603-430B-A6E5-AAE4617B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053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D29894-803F-4C8A-AF95-1333C39C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577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71 temas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EC4297-95D8-48A3-8CA4-51BA76E1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292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1"/>
          </a:solidFill>
          <a:ln xmlns:a="http://schemas.openxmlformats.org/drawingml/2006/main" w="0">
            <a:solidFill>
              <a:srgbClr val="EFEA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734D23-B60B-452F-ADD5-95CEF24E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292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34A"/>
          </a:solidFill>
          <a:ln xmlns:a="http://schemas.openxmlformats.org/drawingml/2006/main" w="0">
            <a:solidFill>
              <a:srgbClr val="B96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4B552F-5F66-414D-B58A-3F013630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577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37" name="Plan de subida de probabilidad">
            <a:extLst xmlns:a="http://schemas.openxmlformats.org/drawingml/2006/main">
              <a:ext uri="{FF2B5EF4-FFF2-40B4-BE49-F238E27FC236}">
                <a16:creationId xmlns:a16="http://schemas.microsoft.com/office/drawing/2014/main" id="{90D76BF3-2D07-46E3-8E35-00C7AF5F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5676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CCBBAB-0035-4967-80B8-32645B78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769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 de subida de probabilidad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F4E848-9AFF-4EBD-B8BF-39862616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271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626D7D-385E-42A9-8506-DBCF6F24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430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D6CE74-2594-45DB-A261-AF22C701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589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E81164-8DEE-41B3-BC4B-22F99AC5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748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8E319E-7A9D-4C11-9E97-DB617E5C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907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8196A2-D2BF-4A71-BCA0-04593840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06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6E2467-1C70-4E61-86A5-4AD60DF7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Marca hitos realistas: +5 temas cerrados, +10 problemas tipo, +1 simulacro.</a:t>
            </a:r>
          </a:p>
        </p:txBody>
      </p:sp>
    </p:spTree>
    <p:extLst>
      <p:ext uri="{BB962C8B-B14F-4D97-AF65-F5344CB8AC3E}">
        <p14:creationId xmlns:p14="http://schemas.microsoft.com/office/powerpoint/2010/main" val="4665870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2DC4073-200D-481C-84A1-97C384AF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B1380-FE6A-4A39-BA18-B7085F13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33CDE-32C8-4161-8A50-9EFA85B6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6D7D4-F9F9-42CC-9F3B-26030CB8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Mapa del temario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6F220-2DA0-413D-A189-48E3FE04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Clasificacion operativa para planificar el estudio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0A793-C9D4-4206-A491-0784E35A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2AF9A-8168-4C68-BDCE-491B29C4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21248-CD0D-4E8C-B03C-522272AA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Usa este mapa como indice de trabajo. Sustituye los bloques por los epigrafes exactos de tu academia o convocatoria si quieres una version 100% literal.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81E4F-9EA3-455A-A4A1-C12AD34C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8B660-BEE3-4856-97E9-02BE551C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1-10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80B4D-8064-4EFB-A4F6-8CD8B8C0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19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Aritmetica y numeros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B6C5C-EB42-4BB8-9A77-0309305F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Leido   Resumido   Problemas   Memorizado   Repasos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D99C9-1F49-4477-96D2-38D9CAC8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57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3BF87-FF35-47A2-B0EF-62E674EC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038350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Bloque cerrado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FC7DB-2AB5-426D-A968-F7152CD6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1C4C5-7039-47F7-AA68-1371FE85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11-20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458B1-1525-4DD4-9FA6-D97F28A1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38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Algebra y estructuras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29633-C8CC-4ED6-9F7E-74A31AE9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051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Leido   Resumido   Problemas   Memorizado   Repasos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704F18-0657-4B15-A0E3-91AC968D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765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89216-21EC-43AE-BC79-6240D2F8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857500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Bloque cerrado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438DD-4020-4901-8945-3521AEAC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851CC3-5D02-4E04-B98E-FB3D59C2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21-31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AC57AE-09F4-49C4-AC47-B9E87F81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57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Funciones y analisis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EC721-0732-4318-951C-03117F23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243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Leido   Resumido   Problemas   Memorizado   Repasos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B22BDD-CB13-40EF-A1DC-74FF1843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957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224CFA-1CC6-4EA6-AA0B-EC428216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676650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Bloque cerrado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FF571A-527E-4861-83A8-4E83D731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A2AA11-3F23-43D6-95B8-919D1D84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32-42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0BB1BB-AA4F-4723-82E2-0C7AFA7C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76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Geometria plana y metrica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096A6D-F50C-495D-96CD-F156D369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434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Leido   Resumido   Problemas   Memorizado   Repasos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10C8BC-8FF3-412A-A56A-7919B04A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14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94334B-8784-4D1D-8733-48036174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495800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Bloque cerrado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034C97-008F-4D88-AEDD-D51D3570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0F72CF-2965-4C3F-86B9-D7380AC1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43-52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7C693F-AE20-4294-A014-6A993073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959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Geometria analitica y espacial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242586-5C58-4191-A9E2-C81A9D96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626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Leido   Resumido   Problemas   Memorizado   Repasos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8B097C-643A-423C-AC54-5D195C28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34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A596E8-3E67-4E01-957D-FA4515A2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314950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Bloque cerrado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312B7A-F7C2-45FF-9871-2DF34605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5DBEBE-4C28-454D-B0CE-605DD546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3410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53-61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67C0AF-AD12-4E35-9FBF-3B5A7222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115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Probabilidad y estadistica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323F9B-29B1-4734-B152-EC7BFEA0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3817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Leido   Resumido   Problemas   Memorizado   Repasos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35DBAA-F74F-4A0B-8BF5-F8542D80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1531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CBD1B8-4AED-4000-A764-02DDA16A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6134100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Bloque cerrado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FCB209-FD85-4589-A3E2-9378B2AD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6275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0D864D-8FD8-4814-8A6C-AA9E3703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532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62-71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A07836-CF1F-46DC-A9EF-6C3E2BF1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934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defRPr>
            </a:pPr>
            <a:r>
              <a:rPr sz="1200" b="1" i="0">
                <a:solidFill>
                  <a:srgbClr val="17213F"/>
                </a:solidFill>
                <a:latin typeface="Georgia"/>
                <a:ea typeface="Georgia"/>
                <a:cs typeface="Georgia"/>
              </a:rPr>
              <a:t>Didactica, historia y aula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71C4CF-E37A-493B-BB56-0605288B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2009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Leido   Resumido   Problemas   Memorizado   Repasos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C3AB98-8E8D-4D1C-9887-B74E3C66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9723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6A6C52-961D-406F-8C7F-29AC1B9A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6953250"/>
            <a:ext cx="819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Bloque cerrado</a:t>
            </a:r>
          </a:p>
        </p:txBody>
      </p:sp>
      <p:sp>
        <p:nvSpPr>
          <p:cNvPr id="51" name="Orden personal de ataque">
            <a:extLst xmlns:a="http://schemas.openxmlformats.org/drawingml/2006/main">
              <a:ext uri="{FF2B5EF4-FFF2-40B4-BE49-F238E27FC236}">
                <a16:creationId xmlns:a16="http://schemas.microsoft.com/office/drawing/2014/main" id="{C7D43442-7B3E-4D21-8B1E-320BDCCF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34300"/>
            <a:ext cx="567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FA5F17-1E4B-469C-B01F-3201031C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200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Orden personal de ataque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0D34E8-9EF0-404B-B312-CB532128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067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CD15A9-B41C-4D38-BEB5-A62739A5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3591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7852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3D4C002E-E6BF-4ED8-8449-78AF1011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3F3B2-E196-4B6B-BEA8-1F65130B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39CE4-F7FF-4CAD-90BF-7057463A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7F5F7-3BA6-4917-A984-752A69B3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Seguimiento del temario 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6D263-6928-4708-96E1-E4A9F493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 = leido · R = resumido · P = problemas · M = memorizado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CB7D2-24F4-4A29-B647-3B5859E1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81830-1985-451A-9B28-586375DD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17A92-A598-4ACB-87A1-85CDA9AB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F8D6D-9C41-42C0-A538-E7F58649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811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A5F6A-5609-4E70-B649-2693449E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64099-FE00-4A9C-979C-F291B57D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181100"/>
            <a:ext cx="2838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Bloque de trabajo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8EDD3-096E-4820-9FB2-FF360A59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36A1D-82D8-4C3D-A99D-5D6AD3F0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67D66-42BF-436E-A2DA-178D0BA2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A79E8-C3BF-453A-8064-1EA94258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3687D-42E5-4606-B4AE-98D8F4F2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0FDE6-E3CE-433B-9420-BC829E73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CDED7-CB3D-45B4-A046-6406AA2E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897F1-0970-4D7E-A0FB-9BFC84A6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8D3AE-E5AB-4ABB-8B56-C48D14DB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104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47964-20CE-4940-8D73-AB50B950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181100"/>
            <a:ext cx="1085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0D237C-25A1-4B4A-9433-9B8F5462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9BC6A-DC83-4CEC-8787-9F54D281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AC5159-F5E2-4E99-A03F-6DFD12A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0FCB68-8A06-4BF0-AA87-9C234688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66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4B8C16-1A21-4E0F-8CBE-C2B6DF80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B01FD4-8A30-42DC-8C34-D12265BE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40EBF1-504F-4634-843C-40889830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B0A6B1-AB9E-4B16-B15A-4C72CE13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69B59D-167C-41F0-9624-095C416D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BC7A8C-CF1C-4AF8-87A9-941A1B8A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09E3E7-5860-4933-A183-530F85F0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E8F58C-36C9-4E19-8B6A-75931C95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BAE46E-E9AA-4EF2-843B-B52D435A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90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31542C-B38C-430F-ADB7-6055C973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52FDAC-C9E0-47C8-BEFE-33E362BB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907AC8-FFC0-4D8E-9FDF-F55025F8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2ED807-008E-41EF-B6B9-05EDE614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9B049D-C93C-4165-A79F-52C2757A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03BFDF-1D2A-4119-B6BC-E3BA38B8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E49ED7-C950-46C3-AFA5-2B3F3E75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B30A1D-4836-4D6A-9FFE-012D3699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3D5B99-03F9-4F46-B741-9F6DD8AF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D315FF-63F1-4094-92D9-2E1430FB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457587-68A3-4213-AB5E-4F83D82F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1DEC3C-659B-47C7-97CA-434DB65A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E45ED6-E08E-4C83-B5C5-7BC5E504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76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CE6FBA-3AAD-4B85-ABFB-273D7E20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EF74F4-B346-4CE6-9673-8373F512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9E0EE4-C977-406B-9ED6-F053EA6A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AEC743-46AF-4F3B-8FF6-B83BE83A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F1084A-D977-47CB-A53C-565B2C84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730BF7-4D22-4836-B686-E4236FEB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A96F32-6E45-404C-9627-FFCB3B8D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77DC2C-6685-4732-AAF2-53355A6C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E97FB6-4F72-4EF1-A776-EB17F70F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3AD94C-38C8-4C2D-A926-7C901AA4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DD1A60-55E3-4DAA-BDF4-EEEF6F51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752F1EB-93AA-4835-8F1F-13C90DC1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49240B-7543-478F-A40E-6D2F580C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62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45C6850-BA27-48DB-983E-DBFDD544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B0CEAAA-2309-4D0F-866D-D46E7C16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C15FC32-2BF1-4F5D-BDAB-B0AAC92A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24C911D-6EA5-4EB4-8D52-F6F2006D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BC6708-1829-4E5E-BBAA-767C73B6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C0D6AA2-9CE5-43FF-B40E-0DCA333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7015F39-478A-4AF4-8573-2022CB4F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6B1161-4C8C-43D8-B5A4-12CEB541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B8BA8F7-0FF8-4FA7-917F-5C0854FB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60F1474-F909-4714-908C-39808EC5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E928B63-9110-4D60-B4EA-3956124D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DF20756-C5A1-4849-8121-75C745C0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DB035DD-7D6E-4F81-99ED-370C8EAB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47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AA8F332-B0F5-4101-ACDB-04A461B1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A232DCA-FD80-4A9E-B4AF-DF38D619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34FC390-63C0-474B-B65B-6CB51351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5592F27-A6EC-4265-AA85-3C3C0E7C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603A195-DC4B-4AE7-A996-25A2FEF8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471FF8F-EE97-4EDB-9A06-9C8601B8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5BA410E-1534-4B68-86F8-3F15208A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9EE0ADB-A23D-4EF2-8758-F7BF309C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C7E999A-08EF-48B5-B88B-0AB55AC7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1CDF633-1BFF-42BD-8D4F-3A252616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9767713-CE11-49B9-9814-5BAB3A63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D5F1A56-3D5C-4E4D-BA4E-9A42EAC3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643F5FF-5F9F-4DF5-8E13-BCA93BF9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E126E1D-AC23-42E2-B476-E93A4F14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B23B110-6F39-40CE-8AAD-56A924BF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B427195-B106-4F75-8278-CCF3C436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1F4E962-033E-4B70-A973-B4E315F9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CC9ED78-BFA9-4AE3-A5E0-2B4AEF55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E54C5C4-8E97-4DA8-8522-554C9FA3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9A14028-13F5-4762-8D0C-37B79DC0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B63C9A6-3AE3-4A1C-B672-83F4798A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9F2DC7C-966D-48E8-B7BE-9AF329E9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1A4CADD-226A-4B2C-B5ED-6A7E510F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9798BAD-96DA-4525-B25B-C49E5525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2586B1F-204A-4A09-8F5A-BB09E8DA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15A2548-5906-416E-B5C2-EFFAB228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19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B73A023-823A-40D2-BAC0-328F76BD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99496C6-8B03-4691-A939-45AFD305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A4BE28B-9848-45EC-95D2-31AFE246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C042B02-EF48-4053-9305-5BF32D37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722D009-DD23-4EDD-9573-E8C4F1FD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5C24BC3-0FFC-4F9B-B14A-EDA528D6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B10B276-E953-4E43-85F4-1D02276E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67257FD-3EE1-4485-84F8-DEBF8FB2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3691F6D-3435-4870-AB99-A3214EDE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C0A5500-3426-4C76-99A5-AC85DB43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64DBDAC-A883-4805-B059-4F8F0E1A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775B594-A51B-4C45-AE5A-7142ED24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B83D9E2-56E4-49B0-9424-320E3EA8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9588F3F-E3ED-4656-B360-DBBAC980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A1081DA-3943-4F05-8B44-D0FCD0C6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3C77C8F-1E95-4E1E-97D2-34438D2B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5740949-98AA-4E76-B9AD-2270C1B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A57EE58-065B-419E-BDD9-07BD5875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BF51723-3CF2-4C81-9497-7187C4B9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6E071EE-0154-4D8F-BFB2-EC542DA1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07E3F0F-83C3-4B1B-9D58-B1A1B43B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B3810EB-750B-4FB5-A790-E0DE33FF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EFF112C-9204-4101-9342-C7C11BAD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6155D3A-B0D2-45CF-B3B3-86D82612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0376687-FEE6-44D1-9669-B18DCD0A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62FB818-7EB7-446D-AFCA-592A97E0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90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E31E318-E96D-4A5D-82B8-2C29E1BA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9A355C2-7CE1-41C6-B77A-E5975CFD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8B88565-50D8-4DB5-B7C2-6F9260A8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865DE3D-DE10-48F0-8AC5-A1C19E6D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FFF8CB8-5247-453E-BC76-60BEBD27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452D981-9E3B-46CD-BA0A-37D9B6A9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8F061E9-2CBD-4CAA-8E0B-8D314F44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55DEAD3-2180-4A84-B045-C6F2700B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C216EAB-371C-4F5D-91DF-72321D34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CDA2E9D-858F-42AD-B130-758C5851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B833E20-E042-47F8-9EBA-800D275E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4FDD31B-A4F4-4669-959A-FEA2EB2E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55F785B-3D72-4BC5-8999-7F6240C3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06376C7-D4F3-4FCE-94DC-C012D700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F0FEBA9-9679-4F48-82AB-88AB09C5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85AF3C1-0EE5-4CC5-8425-2701B84B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40A29FD-3BB8-402B-9015-16A7D417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Aritmetica y numeros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2D34111-F219-4B2A-8B62-327FE9D4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F8903A5-A0A6-4F80-B34A-7A2B645C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6A5B84A-6B0D-4AB1-AF0D-D68EB88C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67706F9-8B8E-4B17-AA28-B13A7E61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74E4C4C-915C-4B17-B1D0-3ED11033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C8B99A8-D694-4A79-86FB-1E52B636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0A3B492-A96B-4C57-9406-46C2C35D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0283011-2AA5-48DF-B0F3-A4A4CAFC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F30F9BC-8E46-4CED-A84F-47FB7174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28810CE-C903-4BA2-A32C-EF1B81D4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D91E634-21CF-4F4F-B508-8A2FC313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CA37A9E-8124-4265-A177-76BA5F98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4D8D635-4FB5-478F-A463-6E05BEEE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024C3D0-187E-4443-8CF1-65232AD1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F4BFF62-274B-49C1-9DAC-416C134F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E85E7F3-3424-4B84-AC62-9DEA7C7F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0E565A0-5C41-461F-9B48-67188BF6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80138F6-ED97-4BDE-8EDB-2C2B15FF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0202A4B-02F0-44E2-9804-25BE7A24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0B100D4-1D8C-41D3-A2DC-5C9482E1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EFCB0FD-99E1-4790-A5E3-9EF177EC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EB80564-9BCB-49D4-B01D-7785F0F2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48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DD68F32-0DBD-4ED5-8463-3DC84A81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D11234A-B071-4CEB-B34E-FF0D2CEA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0549506-18AC-4387-A08B-6FF725E5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6073849-7651-4109-868D-70F1B32A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837D5E7-3A80-4E57-9729-6B21EF59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A0342A3-3D07-44FA-89FD-3573D07D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219243F-8897-423F-B405-6D532DCB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A07636B-F3B6-4ACF-BCEA-2FA87AB7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08B4BBF-DF6E-4C72-B2E9-BBD0047E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3805CC4-3170-4A1D-B57A-68881C71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7EAE189-999E-4ACC-BD82-9E3A25C9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0E005CAF-E921-4A05-A323-5588A7C3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0F13718F-3EAE-45D4-8D52-7DE347C8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33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C8C65E0-D723-43AE-945D-BBAEA609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6BD0B3B-94FC-4B8A-AFAE-A7E67DC2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DF79CC1-9AD4-45BA-A7E8-29293FD0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1F062BC-7CF1-485E-B0F2-15E9EF52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15BF0F6-6D20-48C7-ACC4-1DD8F1C0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D20A615D-ECD7-4D37-8536-A128F342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B7B9DA6-2F10-4CBF-9E8C-4F0BD5C9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D1B4739A-E1E5-452B-BD97-62255FD7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4400BA0-C5A6-48DA-B547-CE2DBF4B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4DBE10B3-DBE2-495E-8AD9-BC5D7921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80B5B51-22A9-407D-A85C-B79A8D57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9B9E57D-4E9C-4C40-9197-BB1B5DF6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B12012A-6935-43E7-A000-DD8BB32C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19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96EFBBF0-1148-49A1-8E7A-80F16120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757D259-0059-4758-9C3A-5E09C7F3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C6414AF-F4F8-4E7A-AE33-682A8B4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738A2BD-1C72-4D79-96BC-7B03C55E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A07749E-00E9-4501-82DA-5D17110B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DF254874-D31A-41C3-82F0-F61E8FE8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92810BE8-3212-4256-8314-B648EFD9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7391052-82FC-4F63-8CBE-E15BDDC0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A9FED823-98B4-457F-8F46-7B63DF76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671EBB1-03D5-447B-93BB-55B781D4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3FD29163-C6DB-4EC4-A5EA-F04E64D5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14F89431-6013-46D6-ADD3-073B8C2E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D37FA15D-3B7A-4303-A439-DA6688A1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05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E0E6F3B-335E-42D7-9E34-0132E2D5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A0DF3784-31A0-4FA7-8288-6325860D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6A344D4-D3CB-4232-B0FE-C15DBFB3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8C2775B5-3877-4E93-AF04-8EC21D94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935FBC04-A8E1-4FFC-8A54-9C30D996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A1B1DA9D-B3CF-4159-BFF5-52FA0A6A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EA8AD0B-816E-4E34-BFFF-C05943DB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5A39C9BC-3783-4D20-B3F0-3491702C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342881FA-FD1E-4208-AEC2-F1C539EB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B4446706-36E6-415A-BA8C-7FD794BD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EAFDC23B-8073-424F-85C9-E7D18085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2B3F3EEC-BAEA-4F6D-88D7-5267E2D7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CAF10D73-9C06-4F2A-A235-217DD224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91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86B4E17E-2462-40D9-84D8-BCD38F9C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BA099764-8A09-4A13-8042-FA9F2D80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59CBF62-E706-45F7-A5A8-7FFF5124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DCFB41D-D3F3-41B7-BD7A-CE9EA342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9D0C0BA1-ED32-47FD-B284-C5C2B565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639B4F86-C0E2-4FDC-8156-848F55CC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03BBC19-51A9-48A9-94F0-D302AB92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8B00F396-5BA2-470E-B79A-891F777B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5EA8D7B4-E230-4519-BE2D-55C99C63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686E90D-D1D0-4AD4-BC3A-BA8659B9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058B823-680B-4324-BA74-B659DA1C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553E9A40-1166-4097-B98F-C847F4C2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B82B1835-4B89-40AA-9532-10EDDE8D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76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436EC3C-51E0-40C6-A5FE-8FEF206D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825EF51-AD0A-4191-9620-6266BC56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4127D5B5-7A0E-4476-8316-2BE42A7B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3B737734-4A19-46DC-8BC8-71100163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38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3500F899-B879-4695-8B48-DA7117D7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7BC84AB-C9A2-4E51-901C-E27DCD93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F0B486D6-2BAD-4D02-B6DA-7DEB7C6B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9101F8AA-F470-4B14-8AE6-A00B79C5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980C363B-E43F-44F4-B207-5E1AECA8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47575BCD-2605-4CC3-B213-A066169C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1C88465B-BA98-4EBF-97D9-EEDE835C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C7834E41-CBAF-49DE-8823-B59FA6E7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B5D073F2-28A5-4C03-B7D7-C2C47C73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62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1AE21025-76C3-4B01-91BD-EBBD268B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AC7CAE14-0D07-42C8-941B-9738CB2D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BC47C03D-13EE-4D0D-92D7-6E58C100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48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2C929645-BDF7-45C4-8ED6-52D8DCF8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24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D5A9A12E-3042-4CE9-824B-8A1BDD9F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507ED7F7-C1B2-422F-A6C7-4E4EE83D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F1F2CE2-75B6-4152-84A3-400A61DC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A752E12-80AD-45C4-8054-FE4A8EA8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5D9C5638-A21A-420C-B7D2-BA4E10A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519088A3-FA24-4476-9DA5-3FD31158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7D7FBDB1-CC94-47A7-BADB-6228A29C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99D24880-702E-4403-A967-97B5596F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49238715-B9A4-4D88-B506-B7620675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248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916A953D-5FBA-423E-9120-0F4631DA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67700"/>
            <a:ext cx="575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Rep.: anota fechas de repaso separadas por comas. Ejemplo: 12/10, 04/11, 18/12.</a:t>
            </a:r>
          </a:p>
        </p:txBody>
      </p:sp>
    </p:spTree>
    <p:extLst>
      <p:ext uri="{BB962C8B-B14F-4D97-AF65-F5344CB8AC3E}">
        <p14:creationId xmlns:p14="http://schemas.microsoft.com/office/powerpoint/2010/main" val="7431095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BA456F3-C474-4F07-9F53-2D1DE14F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573CD-0BCC-406B-AFAD-123A1A5B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B0B5A-296C-48B2-98E0-5F9D0718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807E9-4800-45C8-8F35-645F37E8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Seguimiento del temario 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19B7F-07A4-4C1C-8501-408EE92F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 = leido · R = resumido · P = problemas · M = memorizado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82E9B-AB0B-42F4-B070-4A3FF196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54690-4EE2-4B54-8FE5-390BDBB0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28654-8631-45B6-AA7F-7A4A1348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9AA21-0017-4500-9D4C-6C948636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811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A43C9-D15A-464C-853C-04282AD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D4AAD-A702-4C72-BE81-2F6E0E0F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181100"/>
            <a:ext cx="2838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Bloque de trabajo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50ABC-566A-4F1B-8D6F-BF1C713C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94D44-7CED-4ED5-AC2F-7772F733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047EB-2FA4-410E-9776-D94CB7CF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A3377-A438-4BDC-BAFD-4D604762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DCD02-E1F7-4355-8DC5-D597A644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332D8-3591-45BD-9BBF-9DD0191C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43A13-98AA-4CDA-8C4E-76FE81D9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56B2B-A1A5-41E1-A65F-95696E7D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BEE3D8-7092-4110-850F-FFF9FD92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104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53440-2845-4B07-8D0F-FBEE629A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181100"/>
            <a:ext cx="1085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28D9F-D292-4301-8A94-2DC4D4FB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74B233-27BB-4949-B81A-F95D25DD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C26499-7BFE-49A8-A230-E827CDB7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94CAA0-FE84-4F1E-906C-4F4E298F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66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625B0B-CC4A-4E6F-B269-6DAF591C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C30E2B-6500-4CD6-BD58-B96E5E54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1E5C8F-B132-4A8E-9647-813B54BE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D12E0E-726D-4CC8-8996-88097DE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8E597A-A34F-4442-8522-E3EAA048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84826C-C019-45F8-9866-BC4DADCB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59AB43-CFE4-4839-AB15-EE1B92D1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8D831-D5F1-4BFC-9890-BA7B0FF8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9B6BE8-81C1-4744-92EC-DDB47E26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90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40C5C1-957B-4B9C-9805-1BDED1B9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46414A-FBEC-44D1-8139-41A3C376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2D6133-9247-41F2-AD81-7337E203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56F78C-F058-4030-986F-AFF91AC9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Algebra y estructuras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B9A8A7-DF48-4B0F-B88F-3AFD4E5F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00EB0D-2BAF-4ADE-8972-12688DE9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BD1FE5-BC20-44EE-BC24-37261689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849C29-A004-41E8-B9A6-600CF005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285098-AB40-4D78-9C88-E1658790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5D856C-8C33-4804-8998-9E9E8B19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8B6D4B-BCC3-4BA9-995E-61869278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3827FC-B691-4517-B8F9-D436FCFD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5A2523-3054-4C84-B0BD-A9363AD7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76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1F8B2B-BC56-4206-8D88-843A357D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E688DE-2170-46C5-9CEB-88E4290B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DD10D7-FE04-4073-908B-100D4FDB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01D22D-C384-4CE1-95E3-40DE621E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6C90D6-9718-4198-B4B7-B01D4477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725DBF-CB10-4A50-938E-6BB3585B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0F3DFF-E7A7-4ED8-9FCE-A3383922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2DCC7A-6B44-4877-A3D9-6323CE1D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428166-69AA-4033-AFE7-3F1DD40A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C1A26B4-DBBA-4663-8123-57F70803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4CD175-E766-40C2-8667-990C48F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987640-F226-4D5B-B1D0-995ACE97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4F25415-1BC7-40A6-A2C5-8194A26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62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BE933F-B538-4FE9-AC76-23772679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D0D7F00-860B-4883-B05A-FB772A31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CEB0C6B-C1CD-4FED-B6BA-B86FA1FF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E6EF9B-5EE9-4A20-A7C3-68B1F4D5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AE5FED-2ECB-4E75-92EC-C4C2BC92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EE8A767-352D-42E5-A1AA-C75A58A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37E4D19-3593-4A99-8CA7-1E56C61B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142B246-DF02-4CB2-985F-DB3AC94A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16EB06D-D68F-44C7-94A0-DD15F5AB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5E89795-B407-4DD6-A05D-9626BA91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15D70DE-C3A3-440C-B1B0-B9C4E93E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D646809-2BC6-4E55-890C-A4868E4B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845C455-1CDF-4DED-91E3-35605239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47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81BBB25-55F9-4796-BBE1-56F501D1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6056F65-0F62-4F80-BE0A-42DF8336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E429CD6-1CB0-4B13-AE3F-A6D8229E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2F384E6-8B16-47E9-8A7F-C92393E4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4767C20-01EA-4E3F-AECA-8A1987A3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E31AEF0-EB62-4F89-9835-A004CD0A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5C5A65D-6678-4B34-9E42-348ECA71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982E069-A0EC-4579-BF99-ABB5EEB6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59951E1-A44A-4F22-B682-CAD5D89C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8ADE60F-2847-4888-8BAD-05B22F3B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1FCBF19-3A98-4438-AA27-CDC2F814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8F39D3F-7870-4E55-9DE8-313ACF28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90FDC13-89D6-437B-A3DA-5C0B862C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EE14D25-92D9-4F24-8E80-353252CD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04B2DEC-AF3C-4E28-934A-822DECC7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092CC09-5E2C-427D-B572-6F4AF703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C4BD866-CF40-4723-A5E0-47193EAC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0533794-B559-4457-8796-C4C85E14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CDC9EDC-DCDB-4ECE-BE68-B9CB7FA8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170D9B2-5DD9-4528-BA9A-1C7A195F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26B99DA-54ED-49BE-B14D-3617DA22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4E5A692-1EA5-4955-905B-4A1DD2C1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3A3748B-6282-4B45-A640-2E9DF1A0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1B6BF77-E378-4322-9E13-700A2F55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F656DF2-97B1-43D5-87CA-73811239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B9B62B6-6A39-4DEB-8A6D-6EC73B72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19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7840119-0B5D-4AE3-B790-90EC8F7B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064A1F3-A0FF-48F0-8341-F93A2AD9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AE88C7E-D0BD-4724-919D-FFE81EAB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CE4C34A-F6EF-4E43-94F3-2A437FC7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179EFCF-048B-4B3C-9C28-C69B71FC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2BE2DE6-0006-4B3E-B938-96838027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3622494-F71D-4709-8662-397B005F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BCE7464-7201-41F1-8BDA-926F4F9F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0F936A2-C391-4A4E-A650-D96D6A46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27B3F22-7D91-4128-8DCF-B420E592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EB79A00-900B-4F48-AE4E-99458F34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10F2C38-F623-4DDD-B4D2-2B0DE59D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124D6CF-CCC4-4B5D-B1E3-D6859CC5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B2AE67A-6A9F-4FE9-AC24-C2105366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A253DA1-82DF-4AA2-8E1C-F753DE33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9D4716C-D60F-4E16-8CF5-FB8CD536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21C8D6C-8DBA-4DED-BA16-BEAED734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28D667F-73BA-4A8B-9BC0-B376BB92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91A94AB-7CB8-4863-AADB-C2D9753D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6528E48-D066-4E34-8AF5-CC53E068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E2C33D6-F12F-4EC6-B41A-E352C617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85F91ED-F066-4BE5-B402-BB9EC9BC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A4E2E50-EEA3-4AEB-BD5B-6A5838FB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CAEF060-9F1A-4DC3-8712-218A67E6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9408F27-D2B8-4371-921F-938C5A4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116B595-2C8E-4780-A865-E50030B3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90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3DA66AC-5D5E-4F0B-95ED-2822AC70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F81BD83-3FDA-4CD8-9842-B4515388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AD8A3E2-681F-4A02-8DDE-292BAF8B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7A0BA80-5C24-41B3-84B8-1D551141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8EA78C7-C532-495F-A5CE-8CE6043E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F4CD7D6-D012-4785-BA0B-C82555BD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661CE05-D997-40B6-910A-7D934D56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BE96678-3DCD-49F4-9EC2-E40D9D7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AF4747A-4475-488D-9374-5C34D313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37F8071-715E-4598-8D86-F416963D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CB47863-4AF6-45CB-AE81-4CAB7FE4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158B138-1342-46FF-8F82-46253CDF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50BA4FF-C364-414E-A6B4-55C66A95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E51CE0A-54E3-4388-A761-A10D57D5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DA36672-07DA-48A6-91E6-BF869D1B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D62A97C-598F-44A1-8C4E-1A17BD22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4640FF4-28E9-4FD5-96E5-1A1BDE74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CE43618-166A-41F7-B06A-B8E1ACBC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895BF5D-6B51-4AD4-A451-5BEC30E5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7606C02-46CB-4E42-957C-32E1CB71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86546AE-ED6B-4B75-8EDC-F3E44061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1AA470C-D2D9-4B62-B917-28CF6549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CD5C2D0-C84C-4CB6-B76C-4FAA890A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E155E87E-030A-4F2C-BDC4-502E92D3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B01ACB0-4DEC-450E-94CC-6D319210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085E2D7-5B7D-4E5E-B500-02F6D17B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20729A3-955E-4B7C-BEA0-62EB5F2A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74A7FAE-5CD7-4E78-8212-5DF0EC25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4BEA546-9C33-4A62-9C7B-AC06B120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C3C279E-6D78-4CE7-B81F-C37460C0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6041F54-0422-4258-837B-D0A65F44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4B32272-C127-4954-921C-680048C0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0C3302E-35B9-4A7C-AF21-3CD612CD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ADD86E1-1D21-423A-B7ED-5805C927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BF78FE70-C04D-4022-8EBC-CE33D3ED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E5E5794-E9F8-40EA-9A4F-E31A47D9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A41E67A-02FD-4464-BEEA-77576D7B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479F37EB-8787-4501-A7C8-3066C21B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020E5EE-A816-4723-A763-111DE929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48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ED4AD200-4FAF-468F-B7AB-7345E0AA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4E790444-EFD8-4354-A960-413967E2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785448D6-CD64-4F79-85E3-A4B48BAE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707C471-4D11-4A4F-905D-AE66B2BB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C4552B20-7211-4B0F-B232-070B47ED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7D22177-7543-4E67-8D30-1875BD1B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FF58FCC-FFA5-45C2-A930-6A4DF3F1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5549ED2-68C0-4E16-B881-C0AD7F06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B50B283-BA49-4487-8F8E-5C3EE4B4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56244971-C15B-4F71-8D45-05CFD415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8B64F7C-2EFC-47A7-A5C3-E7B4D90A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B4243D1-4356-43BA-8581-7C9818E5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C50074B7-CE83-449D-B6D5-D5FAE21B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33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98401CF-8626-4AAB-BFDC-6ADBD322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A3AC70D-8416-4CF4-9183-9102030D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9B40A82-743A-48E6-AE8B-C6BC465A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451B320D-6F22-4035-8DF4-FD6A5DAC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Funciones y analisis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B36F255-4A99-45F7-8E98-24F051B4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CCAECC2-51E9-4E38-8A97-275FF666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971B0281-184F-4D42-8E8A-97303926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6432DD6-CBB0-4367-8534-972CB087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1C504BA6-2594-4A26-A89E-FDF6A9C9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7CEC22E-EB93-42AB-BBC1-39089D2F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778D7796-6E8C-4FD5-8310-F5AF167C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64A4254-88BC-4B96-A6CE-7104DE78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B58F621-C534-427B-BB6D-3D458D2C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19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3BD03C9-66F3-4E5F-BF8D-B9FCB409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835B1F8C-8B03-495E-BC02-B857F1D1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CE81F8A1-894F-49A4-A324-59646CD3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FD2F25F-1DA8-4903-94BD-2256A0C6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05225326-33AD-41E8-AB56-29E8B959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E706988C-B633-4322-9319-F8048E4F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F1AB7C3-B165-48FE-9C32-258AF51A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808326B-10EF-415B-8D54-B79A9FF7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4AEF133B-D426-48E8-A955-6A4FC637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272C5539-8629-4FDB-A88C-9A6898EF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9C3E3E2C-72D0-4DA0-B60D-65843B7C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CCB9707-3E58-4205-8FD3-AC718E5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564BE389-79D8-4F2C-A5D3-D545ADB0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05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6143532E-7492-4190-A95E-BCD828E9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C23579D9-0EF4-4450-834C-A220B120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4BA1C71D-D4D5-47FC-BF03-9613E4E8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97C0B7D2-E888-436C-8A17-49CB563E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9CECE746-6E7E-4D30-A26A-22DFDAE6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1F419425-2002-4E23-A1D7-23DC3268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08E5F896-7C2A-466D-AEFC-DA18BCB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BCA93CC9-074A-4C66-808A-05FE6901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F9E102FB-FC93-4A21-A1CE-58FFCFD9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20BCB4D5-C83A-4009-944E-77B92A99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DD901252-2EC1-43AA-AB4D-5B9B3F7D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85F43FF-39D5-4370-9F50-888DD5F6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FC0B2D7-6D8E-45DA-B7D5-B595C392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91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108A9DE5-C603-4A41-9BDF-8AB9F6AC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0752B443-D5D6-4EBD-9FF7-DB14FA2A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CF634B97-AF1D-4AB4-88B9-89561E08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9017C380-637E-4548-9B09-5A4C1BC0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657A4946-8014-47C9-97DE-7D45A49F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43B271C-9BC3-4005-B43B-C95ADD6E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EEFADE00-B28D-4D1D-9E04-6FF88CC5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6BF2945-07D9-4DDE-AE1C-A4A675DB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D0C815A6-1C49-488F-B3A8-8216E110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53D07E3-FA08-401E-B058-668D77CF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3E5FF3FA-2967-469D-A310-284FC3B8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BC7DBD3D-0338-4335-91B3-7A393E4B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37B529CC-ED1C-4C77-B336-8ADE9652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76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901C6B78-F088-4349-BD36-D50E5B6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D5141D79-2C39-47AF-A280-D3C0745A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FFCCFA5-392C-4CB7-B10D-63493A63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BB8AA2B1-ECCC-4131-A0F0-DC20774C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38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CEF4BA07-5EDC-4C69-ACFF-3534607E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A35F55CD-2AF4-4CD5-B268-600F09D8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E8684B28-AF83-47C3-9C85-F6125463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55E9450-F449-45E3-B97B-3065EC07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B98370CA-A938-4613-B692-5E6E7BBC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7E39C359-DD86-4788-B791-47D3C5E2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A82CC9C4-C5C3-4EE2-BB27-A6CB2974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8C88BB0-A48D-47F3-B67D-0B646412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6A4E493-967F-4396-BFC5-CB75B7FA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62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1BC466C6-CD1E-4092-995D-67F08B09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4936418-51DB-4EBF-ADC6-20C53087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9B6D7107-D593-48BA-9F18-B671A5D0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48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697D605B-6FA3-4E18-A84A-67C2993D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24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E29CF9AF-4E7E-4724-AB7D-00DF0096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0BBF201A-3098-451F-AE56-9616C0FD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EAC2DAEF-126D-4275-8BB9-51F5ACDB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C51E32FA-DA22-451E-B549-291D36CF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3B54B2AD-8CC8-497B-B6B6-3507B5F4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CE9FB4B-3849-4161-B6CC-FB76C111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1546A9B-2613-43A2-95FA-B7C8396C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E7693ABC-E757-4DC3-8E5F-D6C582EF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C71E3977-BCD2-4CE3-A880-E86F6AB5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248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0EAC9DA-0879-49E3-B1F1-AA2AEBEB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67700"/>
            <a:ext cx="575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Rep.: anota fechas de repaso separadas por comas. Ejemplo: 12/10, 04/11, 18/12.</a:t>
            </a:r>
          </a:p>
        </p:txBody>
      </p:sp>
    </p:spTree>
    <p:extLst>
      <p:ext uri="{BB962C8B-B14F-4D97-AF65-F5344CB8AC3E}">
        <p14:creationId xmlns:p14="http://schemas.microsoft.com/office/powerpoint/2010/main" val="19645823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A71EDB5-FB18-4370-8FFB-758DBD8E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25933-4BFD-4728-8171-214110FB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C9FB8-3066-45CB-BB58-709A7679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806E0-4D37-46B6-A61D-F6BBC4D5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Seguimiento del temario III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C5207-BA17-4BE0-ACDF-2D4F1749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 = leido · R = resumido · P = problemas · M = memorizado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C48E7-A391-4D8B-BED6-B48AF765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5152D-655B-49EE-9A44-FA6F877A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72315-E509-46F6-A4F5-E8E7D564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12CF3-B5D8-4D2C-9BE5-AAAE0D8D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811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709CE-A489-46FA-8BB5-ABF51F6E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21556-F554-4666-9C4F-718B980E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181100"/>
            <a:ext cx="2838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Bloque de trabajo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53EB24-4F6F-4EAF-A9DA-23CE8485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D6742-071D-4514-A23A-FA148E30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905DA-D426-4590-A60C-6EE04504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22E63-81A1-4950-BEB1-DC104CCC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8615E4-8CA9-4B1A-918F-334A011E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84EEE-DEC7-4AE7-A218-1B01B09A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23B53-244A-4381-A178-3CB74E27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E5217-DD73-485D-B7E1-64EE88B1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4382BD-92D1-4855-AD95-9962F2A7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104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C3653-5208-44B3-AFD4-20013257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181100"/>
            <a:ext cx="1085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0664E-30A2-4D29-8CBA-8D9FA16C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FFC2BC-5EB5-44C0-88B1-45C5558E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0A6996-B468-4905-A10D-5594096C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D2C8A5-31C2-46F7-BB87-43C3C128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66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678C2D-D213-4833-936E-83537CA4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8CCB5A-E77A-4006-A403-CC232BEA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08087B-FD5E-4A9E-9AE7-7656EEB2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9C938C-DD78-46C9-A81C-48FABA59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A324F7-9C75-4AF0-9D14-4FE694B4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F48574-11D1-448F-8BAD-18A8E326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E1BD3C-FC2E-4FDE-87A1-C924D218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3E89D0-DA1E-493E-907E-CC266C10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84B92C-2767-4800-BE57-99892FA5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90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80D830-6683-4ECA-ABDE-DD0D4435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A8A7AF-C9AA-45E8-A654-384A4EF5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F9A8EE-DF22-4DE1-8366-B49D925A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4A7123-888A-437E-BE23-4AF91BF7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E799EB-C79B-4BB8-97D4-99BC7793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884D8C-0493-4F31-B67A-AA3E12ED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932303-9D54-46AF-A6D0-7C62A1EB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2D1BC7-6BB3-42EC-A520-B814BDFE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C79683-1EE2-4FD7-AF23-5055E23D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EB78E8-B194-481F-A754-800BD01B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509CB7-D544-47E3-A953-7B69574E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478B32-A314-4FEA-BB2A-F5F9F86F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4C0CB3-E0E6-4D6A-85E5-F9850F7A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76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10E9B7-4D7D-4AD8-84D7-0382CF8C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343BBF-96E4-492C-90C8-3D9AE481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A8F903-E2CE-4E9A-93C5-5723B2BD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346C9C-3499-4497-8453-FA50C088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F60F63-BAB5-4B2B-9336-3575CFD3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C87C95-4C20-4FDD-8A38-B62A1A1A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882A37-67EA-4B15-BAD4-D738B606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4DF059-6468-4059-8890-C866470E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A70B319-BD1B-44D4-B1FD-B17FC3C8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6E8434-001A-4464-B952-DAA025BE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023064-B323-44C9-A748-350D1E60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69FD4C-3A2D-4228-A98E-C5CED4B2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878FAE-62E5-47BF-87AB-A60B4C3E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62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952DA4A-6205-4A67-9364-FC20422F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5D800F-971C-48B2-9ACF-8660D76D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E9A987-7A16-4982-82A3-DB702884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FFBBADE-89B5-4BC0-AB99-9B106754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8754524-BBA6-4095-BC8B-2C16D42A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2EE7D8-966E-4A38-93C6-0BD1A00E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C23378-9C62-43D4-9852-79FEED1A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E6BE53-3A25-4B1E-8298-CDDAE400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3D57F65-0E65-4F1C-89A2-65FAE28B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FB94F04-8BD1-4EF6-9625-D68463DC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1C8945E-A455-412C-BF23-7596CC5F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C1F2B08-6B3C-47FC-B5C8-35B333F6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9F74D75-8857-4E91-B9E1-3EAB8B8A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47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7F68182-4DD7-4C92-994B-084E6538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3955CE3-D63A-4B4E-92DD-FE86D356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8F56832-C69E-49E7-A9DE-D0A1F5DA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6311A56-65BD-4D53-8FF0-896B51F3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F12DA05-C5C9-40FE-9DD0-FD2EAB4A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61CD2E3-5FC7-48B7-878B-2BA757AF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4688A35-4BCE-480A-A3DF-43BDC3CC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E4BFA78-8E33-4AC5-9683-12ADEF7D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56C49C5-05DE-4630-AA61-370C2A72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8F0C4BA-43ED-4567-AC86-F2B45525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C51EB49-BDE3-452D-AD34-A69A2CA3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77BF530-34DD-4A62-A431-9DEE59E2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60F4866-4D02-4F69-9980-18DC0813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72BB084-D420-4557-8982-7C9A3795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53FFA83-327C-4CE9-98A6-DCC8415C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42F3911-072B-4795-851C-706748F4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489C145-466E-4C37-8B2C-CC2C3EF5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plana y metrica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A5349E4-4A81-498E-AE74-FF01E6B3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8D1F485-40E6-432D-98F7-773AFB67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DFCC480-AE6E-4E76-80C8-02E70C7F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6F9780D-3906-4EFC-A6CE-4ED78B26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F8A4076-B475-40E5-B92F-33197ACA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46CFA5E-38CA-430F-B6DF-B6CF1E3A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5243CD9-CFDD-40E9-8D25-C3DECAC1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17D00A1-8E76-4735-A824-4E295E81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AAEA8FD-79A4-47FB-863D-571DCF2C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19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559CB2B-4DAF-4331-AB83-828016DB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D2FD54B-C7D4-4885-9994-96BE17B8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4B3B53B-925F-41CF-A02B-D385D71D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178288B-DD8F-42F5-B10F-B7019A2B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D6472B9-0F7F-401D-9DA0-AFA72BE2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E17BED7-D8D9-49D9-BAD3-471993CE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673D8D0-ECCB-4E8A-8EC4-ACE3556C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6F68C38-3DE8-449D-8644-AA8E1064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DF4DC0E-76B8-487F-A7A9-0A7890CE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C045402-744C-4171-A8A2-ED22BA39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3BFD0CB-F247-422C-A274-DF832E70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707B193-8647-4BBA-B80A-A72DCF4A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BC52DD8-1A08-4B44-AC51-D8C57E54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03453C3-DE32-4535-8974-635D1C77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E2A50C8-F857-4163-9847-D5B93C7B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4F8F673-52B2-463B-A282-1246221E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BBD7DE2-3A9C-4839-977A-EE34A97A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63DA206-75D8-44D0-A6AA-D723EAC9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923687E-D9CD-449B-AB79-ECD35B52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8403856-3B11-42DF-8953-B0E4A4EF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C60CAD8-4552-446C-AB0F-18FF97F7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0E46523-2ACF-4D31-BEA0-5C48CFEC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B17E518-B887-4EEF-9023-53C63918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709266C-9C9A-456A-8A79-1F2DC721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BACEBB2-729B-40E9-B2A1-8E9062CA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C80FB38-CB64-4467-89E0-0FF57FAE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90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C6710BD-7346-4F46-9BE7-3A1D5FF4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65D8E58-E34B-42DB-8EFF-210A6B36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688B960-801E-43FC-8CB5-8A95D121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CF72490-28A3-4A5D-8FC6-C3C0DC89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0A8EDE1-C9F9-4785-A144-63A27C2A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014A1D0-89DC-4905-8B3E-C7581F94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653821C-2288-4F0B-85C6-EA285CC0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47F082E-2D65-40BB-8697-F9D9AA98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A896C0C-A4BA-4E88-A019-D427E7A8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C7EAD84-71ED-4C1D-99E1-8675AF2E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C65B417-9B93-4269-824A-7B96C80A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30B2D0F-9771-4C95-B146-3FFDADA0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A759D69-529C-42D0-B92F-6E6D97E4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A151B02D-1EBC-46EF-A1BD-65F938A1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F76EDDD-1533-44A6-BEEF-5EEB809D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4A46D92-46C5-4184-85DE-FF599D6A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3000BAD-B7B1-4522-B5B8-54F2461D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8DFE47D-B391-4274-BFD7-6153887D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F7BA477-4649-44A2-8002-0969A6A2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BBD0BEF-AB6F-4593-98CB-080C1F65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5A1F54B-4F13-4D88-8B49-93CFE813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85D063B2-3613-48F5-83FB-7CDEE85E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2A938A1-49A4-4B80-BD28-E65E84DB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EB3935C-D914-4715-A872-2154F889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4450E9F-C8B4-4153-844B-5CAE681E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70EE7DB-8ED2-4E4C-8D48-33D719E8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A5E23FF-9354-4F26-93BE-BCDDCCCC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8512F8F-89BD-469D-ABF1-7391B2B8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5F52F51-F9FC-4A8E-A26A-79C4DE17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B0DE084-F80E-4803-AC18-74A5AD50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B7F27A85-42D7-4778-BBB2-D28DC73F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2C58D50-D2B9-469C-9A93-A88D728C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6819834-4CED-4601-BDF7-863368EA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D521FEA-F586-44D1-A448-803DAC2E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FED473B-A217-4C8A-BDF3-B638B7FD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CD60CC7-0866-4033-AB3A-0F8A8CBE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1C64373-AD3D-4D25-9816-0ACBEB8E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662CB76-5DB6-4794-A1F9-C6A5EA59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C055A36-69F0-474F-8061-935BE5F1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48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A6B603B-B3A8-4AA3-9FB1-438C909A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D9085570-A930-4722-A416-03C6077A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CCBF5D1-CB53-41B8-97B8-C57084B9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DF437D2-7CF4-48CC-81D4-4C839501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E9882C63-D005-4457-B212-946019C0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1BCAB1D-B39B-456B-AF56-EA94A2B9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88E9D07-94F8-41BE-A311-68AE9B25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B330D46-527F-4B27-A640-CAB1F136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B8655E8-35CB-446E-8051-084F7648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D38C09C-76EF-4734-830C-E7E11E11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EB1D20F1-5103-425C-B4A3-959EA43B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DE159C4-A149-4906-B266-2C8917ED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9B1963A9-E030-47B7-9751-18FB505F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33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EB6EF55-1978-421B-864D-D0E05032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40C7B3A-36C1-4268-A3DC-67C70257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898F1F52-C0B0-4D29-A630-2F38A531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C58D5E4-8ACF-44E0-8B84-106AF00B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F5DD5D1-9866-4175-82DB-C9062DFF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DFC65D48-8BB8-49D5-91E1-85E82C2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E381FF59-4CA7-4E18-8BA9-44D1BA8C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A8261D98-F4CF-4388-8778-5ADBDC9F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74D91C1-AB58-4903-9024-54637BDA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2D9B07C7-E44D-401E-8960-222EDC93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0DF4466-7801-45DA-8426-C63C4AA2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7E9EB176-94E4-4315-836E-37A42F53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F7F7CD85-F88E-4C66-A6EC-02A5D038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19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D93FDEA3-0A7B-406A-97C7-A1B20524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1D09332-91AB-4810-8831-9C4960CF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60315D3C-610C-47E4-844A-10B528DF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10D53759-2265-44B0-97A9-6F4C5816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5450D9F2-B960-4C0D-897E-36453935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9D531559-E151-4703-8061-8E43586E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786EBECC-509D-4F54-BCD4-8D33F114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17082CE-1E45-4817-958E-C4885B30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9286DF9B-EE2E-487E-9910-9089E9BE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C1DA9D5-15A0-4A27-AC05-E954646A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AB0E16F8-F8DC-4257-8D9A-DB445A9C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90751590-F197-467C-912C-C96CB1DB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EE66ABD5-8CD1-4756-93BC-1F3319D7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05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88894034-ED11-4AE8-969E-DFC4B594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5BEA4B9F-B3B6-45A8-BBB4-2FA8D87A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6911520C-2A50-4717-9408-2FEAD2A8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93DD52A6-506B-453B-8AD9-E2318A55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B1DE485-FC5E-40B7-BDD8-5EEFA234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B4D484DB-C60A-41EE-8353-6BE2325F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C630C33-137F-421D-BCB9-BB5685AB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A323006-8A46-4582-827A-51DE963A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0BD768F-FD60-49A6-9CDE-59E3027E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DB8BC016-432B-4F8F-B1FF-545152AC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3DECA4F-3D87-45C2-A132-514860A2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DF8C4BB5-D374-488D-86E7-7D1869F4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C918CA76-D523-4B80-B684-725905E4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91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568155EE-DBAC-4387-A4F4-683D4152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3095182-A87A-461E-BE36-F9DD0644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AE1CC7E-A30E-4F70-9FF7-52E40330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F2A214E3-4DB5-4450-9022-2835930E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Geometria analitica y espacial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1221508D-30D3-401A-8020-8E0B5DB2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7EA7515-80D2-46F6-83B6-6BB70230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22DF845-EFC4-4817-BBAA-FCD66B09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EAEFB4C1-2002-4083-B0A2-49596622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161457F-20E1-48B4-8279-D53E3861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0E2CD59-2537-4593-81DE-83B03D8D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E89A6332-8AE9-4B4A-BC99-E5ACBC05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1B74B35-A07D-4654-AA6E-9CFC463B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9D96585A-1D7C-4139-B197-89D75967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76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D66DBB3D-C466-442F-9BD5-51B8E0B8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99AAE3B-1BCB-4E3E-BB8B-9ABF9DF2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A2C4134-0027-4E13-BA21-79152F58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655ECA65-FE6D-4B63-BE60-D162E448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38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6EE3486-5A0F-48E7-AE08-C771E459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A29DEA3E-619E-4062-9BC3-DC30BFDE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DE0C9D1-D37F-47D6-833B-B379F53B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425D227-8703-4154-BAE6-E48697FA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008D4DCF-B3A7-4A79-8C09-5DA88493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5103F191-B07E-4818-AD77-875BEC41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B0A1F72C-9243-4C4B-ACE9-359BF235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54F6A62-5075-4768-AA7B-555FED74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A4B1D31-1D06-4E13-AFA8-4D3B77ED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62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7290A742-2B9D-4EBC-BDF3-54A74505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3DDD1C7D-2658-44B9-9ECB-20CDE8F7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87512C33-8E54-4F2A-B970-C72BCC46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48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6991D42C-2183-4C01-9DC3-F520C33B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24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A6295E8E-744E-4AE8-8385-0585A160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4162FD86-DEB6-4776-9BFB-50A5310A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5CBFF152-F6E5-4B67-8C2A-8F913199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51041E93-25C2-4736-831B-4E5CCCBD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1A3A727E-58BF-4274-9B1A-8AF6FF0A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8130FFCD-AAD9-4CEA-A0F9-89709581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773158A5-4D22-4795-A5D1-B2DE4C5B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248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B5BBB369-42BB-4B76-AACB-3A5AB8D7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32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6EA97D22-69B3-4ABB-BF44-B67DE6CC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248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48D01BCF-3E53-4143-9270-DD6BCB89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67700"/>
            <a:ext cx="575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Rep.: anota fechas de repaso separadas por comas. Ejemplo: 12/10, 04/11, 18/12.</a:t>
            </a:r>
          </a:p>
        </p:txBody>
      </p:sp>
    </p:spTree>
    <p:extLst>
      <p:ext uri="{BB962C8B-B14F-4D97-AF65-F5344CB8AC3E}">
        <p14:creationId xmlns:p14="http://schemas.microsoft.com/office/powerpoint/2010/main" val="76216787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CD5A2E0-B41E-45ED-BB16-BD1F6609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1BE9E-BB46-41A1-9675-16EA7116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9B0B8-DB14-4B7B-BE75-89CB5527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AB622-629D-4ADB-863C-56C11F5C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Seguimiento del temario IV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1C74C-5D24-4E16-9C0F-9A692053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 = leido · R = resumido · P = problemas · M = memorizado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301DD-FF8B-4B4F-BE48-5863E81A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3CB99-0CB2-495F-932A-91121385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BD1A1-69F4-406A-AC59-6337B296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4CB58-8CE8-4C2E-865B-7656451C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81100"/>
            <a:ext cx="361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4E866-417B-4681-8696-B1187432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04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8546A-8AC6-4A68-A1EE-F316FCD9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181100"/>
            <a:ext cx="2838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Bloque de trabajo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F0F8F-E3FB-4EEC-88B3-134CFF3C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5ED45-2866-472D-8C7D-67489E84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D1EF7-D9E6-4624-92C0-7AF3DD4D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FBB3D-6582-4113-8DA2-2205F114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68FE5-C74A-48DE-B045-AFAF46E1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9F1F29-6B3D-49C5-858C-12A175A7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0937C-0458-4D03-ACEF-B5086048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104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F39E6-09B9-4B5C-8FC5-29379E4C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181100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0B8FB2-17FC-465A-BA9A-92673E77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104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9CDC4-5D1D-4D9C-8217-F1DD0CB5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181100"/>
            <a:ext cx="1085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8A7E3E-0CC5-4711-A378-560A5282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755AC9-F365-4403-AAC3-47D928F9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581461-7B34-465F-8EA4-F8CE6618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90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3BB8A-24E3-4912-A296-8AE951A8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66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9C1F88-8716-465C-9E33-11A41A83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BC5491-CA84-46A9-9813-9446056D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5A7B98-8F6E-4B5A-8F6D-1F10DC1C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7930B0-6654-485A-8283-7B1E5A88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C33FEC-2D9B-415A-8F71-5E0F0C9B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4D3661-7B37-40F6-9B43-19C7EB04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7CEF20-5189-4315-862D-06792354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390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A18B6E-A2C2-4B5E-865C-CCA4F122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66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FDF783-3112-4D29-8820-56D626C9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390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F99296-972E-4FC8-B8C0-441AB31F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85B8F5-8CD6-4DCB-8589-3EAC05BB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8CFD46-62C8-4753-BFC2-8E44D789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0FF03E-9A4E-4BD5-A7C9-D2F1E910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374F88-C267-4E0A-AB45-8E149A3F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03054D-8F0A-4FA3-856A-740F9C03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7D388F-6666-4DD3-8D57-53BD2722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5EB69A-DF1F-48D6-8599-F7F50AD8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AF0ADB-E9E6-4D76-8405-5CA70326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25F7D0-8FAB-4DC5-9982-EEB5D95E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69DF84-2516-485E-8A19-1D016672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76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7D3808-FF0C-4072-B25F-5753BB58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05BDFF-56A5-43F4-951B-7213FE42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76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B77102-6A8D-4422-A77B-7BE2FE50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6D2576-A015-4037-8BB8-5C32F96E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FAFDDC-768F-406A-BB82-080CDC5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3869B4-EFCC-4916-856B-3675509B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BE61EC-DBA6-4F47-8C21-3DF407CC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70D701-EE1C-468B-BD6F-E1DDAB89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ACB0B7-9A5D-4622-80E3-27731070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8EE1A7-0584-4F21-8EBC-9BE90063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B41E4E-15E8-4E56-91C2-6A21B729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3A3583-D10C-43D3-BA89-C0DDDFD0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1E6D9A-28A4-411A-A0A1-A3CD5769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62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1EF51F5-37FA-4022-BE0D-676A5D23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3F99C6-5AC7-4610-BF87-DF59CB52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62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7B9AA0-204F-4DF2-91C6-E94CBBDC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ABAEC6A-32F2-450F-98AF-F542CFCB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94F35B-F6F3-4547-8E87-72B9C2A6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FF51C5A-0101-47F1-82E3-3793C8B6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1DC84A-7B18-4757-A7D8-BAF2FB28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DAE6FED-82D8-4F4A-937B-C32FA69D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69BC1F-AE28-46A0-B77B-A84D0F4A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C225735-C71C-4664-B87F-EAAA3B05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084B9D-D5B1-492A-96D5-669EBFE3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265A443-ECD3-4509-B9A2-4F4E17F6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C2B263C-50C5-4E3F-B317-D6669A30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C3A976-40AF-4847-B207-2EDB706C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24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B54A0EA-786B-4DCF-A2F8-A3EA3591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47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01D8ABB-FEC6-4EC4-9237-973E76CA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D432F06-FBBC-4E5C-A1B6-124112DF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C4D2760-AEDC-4684-934D-06CAB955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AB36167-F588-4924-B5E9-3B50FC48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EF405F0-F754-4AEE-A1C1-91280D04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AE876D-8FAF-4383-974E-FDC5903F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30EDA49-9E71-498E-A101-F2A0AE10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D0BA6F6-41E0-4E67-BD3D-F36AD846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5910EF8-ABDF-4B78-A312-0673B6F6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0039B63-5EE2-4C46-9E26-1163FE32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AB0163E-2035-4CFC-B01F-5A9DB3A3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44FF373-24B1-47F7-8DFA-C6AE9762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76FDEDD-231A-4587-9A2C-4B4D6C29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33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99D6CBD-CA04-4CC2-9FC8-B017728F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5ED7A8C-DA9D-45A4-BB68-F34399D1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B66B920-BF9A-49B4-8F78-932BEA3B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59FDFCE-8D92-4C6C-8493-1895DB53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24C1CB8-7739-4A7B-8898-092B8677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237D1A4-222B-496A-B591-2E42B683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95C21F9-4CA9-4014-B19B-4027C103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B3981BB-A516-41DF-A6CC-5E65ADC4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88DA783-3C71-498D-BC4C-D0232786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5FA3F3C-67A0-48E5-88A3-EB3B6742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4D778BB-515E-4866-A884-6FABC6D0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19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D400508-DDFB-4562-BE7D-1467BCA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AD262CC-E968-44AC-9595-7E9D5416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19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F9703E4-456B-49B5-8030-A6545B5F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2E7F99B-04F9-4577-87AC-B1E59170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9E06096-C591-4B37-B188-69CFB7DB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3E4B029-456D-4A99-BF86-D4719856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Probabilidad y estadistica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57B0FE9-3BEF-4BBD-A4EE-61BD6A6C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EE492ED-9A66-44D0-8DEF-9C9519D0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8E4BA6C-3740-465F-B74B-6F0DB8CD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674CCDE-76B1-41EC-9721-81411657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6E972B5-7797-4BC9-B297-98E1D7A7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33E83A6-BA2D-414C-9C1E-F5F66087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BB48CB4-4F19-4E1E-A706-0BAB6BBF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ECC8777-2F4A-489A-90A4-CE11EA46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00BA20E-6EF3-43AE-A217-33CD271F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9182EEB-6F34-4106-97D2-EA5561F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728D447-E029-4134-89E9-16BCF7E2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7015793-41C0-4098-8F66-A903AAD0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812A40A-464F-49D7-9E53-B60C3BB5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A45219B-C433-4535-B498-15A86FC0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4FF9053-D8B8-4B74-91D7-F69DA79A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A452034-8E7A-4FF2-ADD2-00F2A7F9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2F84364-025A-4A89-A498-8D4ACEB4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60F681B-1212-4024-9F66-23619CD0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D2702B0-2FB4-4657-BD5E-3405E0FC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D24D914-2209-404D-AEEC-BDE1CF6B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90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EFDB7A6-0D52-43B5-B846-E68D070B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81D9912-42B2-4849-888B-099DAAD8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90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271A3C6-D758-457D-BE2C-21BE995E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60A9EFB-B9C6-42F5-BF5C-FE4132DC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63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C21832B-6A57-44A7-97A5-715364CA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4A2325C-065A-4962-86AA-1A5779B2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D90998A-480D-4CC1-B678-F1BD7122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3B2DDE4-3DE5-4E4F-99AA-C474992B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44215CE-5C9C-4520-A474-AA8CD7FE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9E28101-9ED5-45E6-866C-3757958A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38B43BF-4A0D-4946-ADEA-AD74D3E4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838ECE6-F60E-4C14-91E5-A23B9145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21B83F6-002D-4C03-B131-D801D9B7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7555DBA-3742-4BF0-8873-0FD18D86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52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427282B-E118-48ED-A3AD-A6768447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5F15F5C-BD47-4FBE-A68B-CAE19350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214C8DE9-AEB0-4291-B15D-60E047FA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2B29BA1-A7DD-4DE8-818D-831A79CC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45FB5DC-F010-4AEC-8DC8-842E2899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C5D22E1F-AC4D-4769-927A-3F8EF332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B7AB5E8-166C-4660-B002-234028B0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D5BFBCE-BB5B-4686-ADF4-C5A1E54B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26C96D3-2358-42E8-BA55-FD8617D5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A723E59-826D-41BC-B3C2-03E46787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512BE0A-5F6B-4DF0-A05A-B56FF0E6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9AF1315-F959-4A90-9803-CB2A3C00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A9B358C-C8BE-4B0D-9A43-17603734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38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252744D-8CB2-43C7-AD99-518FC3D6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62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0A3B58D-8B0C-4896-ACF5-374C21C3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5FE0985-086A-4313-AC8E-80E83A83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65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36A06C3-3570-4566-9906-0E675BB5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4AF08A1-D226-4529-9FF7-84B4E80C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CC324C76-0935-4539-8DE9-017452A8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9474009D-6AC6-4E52-A2AD-E85BB65E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7FD63C7-2AED-484B-84F2-4B7150BE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FDC343B-0B7E-4580-A379-281A1E56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F8CB8DF-CF23-45A8-9092-8E7C7221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B3D0B64-CD6A-445A-A35E-BABA5BD1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5B0BC7E-DE8D-42CA-AB23-2E3B1C19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48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D84A7FB-0E2A-4448-BD6E-27A2C68F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24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B58182EF-CC29-48EE-971F-A0E92F90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48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BBC3171-8AFD-45CD-ADB4-7A31BD28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D2270018-7E1F-4446-8D85-7DB54C90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66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5EB0FB9-34E4-4D2E-B8AF-592E0C25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78F8E01-932E-4667-BF35-7695CB4C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B98806F2-E356-4982-83A1-B407B2B7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75A2252-A9F5-4EF1-B5D0-666790B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B364AB3-C78D-4A6C-B1D0-5D6E17FA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5D44560-AF67-4F59-8C41-2D3B33B7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7AC8ABB2-A8FB-4551-A394-FA19D5A2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839402C-F6E4-4B0E-BB39-356453EB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29ABE39-D4CF-4E4E-9F3E-262010BF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33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DE41944-3CF5-4B7B-945A-DA6FFA89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10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E93BA33-CDDC-44F1-8537-EE3ED144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533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FD633B7C-8F67-4D66-94A3-00252740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95FDA0C-985E-450D-A5A5-26BFE850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67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D8C402A-C6FB-4068-80DD-C57AF8B1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B171CE4-96C1-44ED-A544-606F7347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F2479200-CD7D-466D-859C-0377694D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07263CE-8ED6-4BC2-A436-89DA41BC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30510DC0-FFC4-43B4-B5FC-B2EA0DDC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9B99020-F32F-468A-B0A3-1258006F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77846CA0-A4D8-4E4F-8936-39699262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123FD289-6476-4F9C-8BF3-CEF472A7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220549F-9C81-4C94-B104-918DEDA6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19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A7A6F5C3-CD5C-4A76-B478-77B597B4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95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1E126E9-3661-41F5-85A2-7BEBA2C0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19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F76F29F-378C-4E14-B2F9-5D0450C8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9B24BE9-9668-473C-B459-D0FEAA4A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68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44D6B15B-707B-4A5D-98F5-B5AD2FFA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7C318B1E-E75B-4181-9164-9D1FCFC6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D2BBEC79-F4DB-4EC9-8A02-94D05636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86444DD5-2F7C-4186-ACE9-2D83B639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DBE85157-0A04-4CF7-A149-8B6729C8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EBD7950-859B-40E4-A6ED-B7DA2D75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CAE7E71E-267B-40A0-A301-E5D30659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4828881-D256-4822-A161-5C147EC4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CBBDB3D6-C413-497B-8380-1AE6DBB4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105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46D1F37C-52D9-4F52-AB23-E21DE4F7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81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7EFF0CB6-2F21-417D-9C67-F2EB81EB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054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60B51AA7-E2F3-40F4-B973-9A2E8458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AF85B601-7601-4E2E-82BC-4B392B81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69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5C6BA01-9DDF-4671-B567-1042EBBB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BFBD3B68-D6BC-48A0-8057-378B9BDC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8AC3367D-4954-4F91-9CB0-5235A895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0A10F1C4-0E87-411D-9956-14E0CFBA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36346A4-FE7E-4B3F-B968-94E150A4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C7B04571-A49F-4E99-A77C-B124BBE4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C846342-D9CC-4F96-BCF4-4FEE48CD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3894933-BF46-478C-9F46-96A9E251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B20C327-A09B-48F9-8461-A0A3EE6F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3911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9ED11A59-F64B-43C5-A7EC-8967469D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67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C17ED5BC-9C08-46D4-8C70-0B33F88A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911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5EBB9C7-A742-4823-8EDE-DCA745F1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9F92DCBC-49E8-444F-80F6-CC287E56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196DF9AF-78B1-46EF-8342-BCB522C3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A0DADBE-F87D-4D98-BFF2-98E09F3F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1172DD6D-82FC-40CF-952B-30D73BC4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E9CFF9F-C1CC-4114-88B7-A0516CB4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26A0628B-A8F1-4F57-89D3-963A56B2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561E86F8-2C2C-458D-8C54-7BB978E6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2A5FDCA8-492E-4A2D-99FC-77FF5B06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FF4E52E1-C3E8-4133-A607-2C062F5B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826119EE-8229-4E34-A559-A0A61F76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769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4A58AA15-1BAC-40EC-8A92-B69E0F51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53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AE856CCC-D91E-4EC3-9D80-91FD98BE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76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08CBEDAB-0E02-4207-8D0B-14AF2C62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41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0A43FCE3-F512-42BB-80B1-15A9BA1C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41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71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D917A9FB-2241-47E9-B2C5-44E9F2C4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90B6810-B31E-455F-B2B4-84220F5C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38850"/>
            <a:ext cx="274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1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1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Didactica, historia y aula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6959E54A-37DC-491F-944A-53D93142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A6F677F-0E4D-45B9-BC29-DA3EEC13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4524EA5B-5AD2-42AB-87C5-3F7BD6A0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01ECEE03-0158-432B-8A64-813448FF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0DA0DD1-A7F9-4CB0-8C68-58BD28F6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87C66B50-9419-481D-9A72-34CD599D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F88C37A3-F1EC-49E2-A35F-A2D74822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9626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90AD91FF-F2C2-4F49-B87E-A6254258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388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15549FFE-E802-425E-97FB-3E19AAF8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62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8D2C5"/>
            </a:solidFill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E5039FA9-E1E0-4884-A83A-F9FE6FB8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67700"/>
            <a:ext cx="575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Rep.: anota fechas de repaso separadas por comas. Ejemplo: 12/10, 04/11, 18/12.</a:t>
            </a:r>
          </a:p>
        </p:txBody>
      </p:sp>
    </p:spTree>
    <p:extLst>
      <p:ext uri="{BB962C8B-B14F-4D97-AF65-F5344CB8AC3E}">
        <p14:creationId xmlns:p14="http://schemas.microsoft.com/office/powerpoint/2010/main" val="13552268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825D143-C3E5-4BF0-B03C-17FA8219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56716-1E80-4E6B-9DD9-EBB94F5C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7191E-D784-4EAB-B349-8BC9E5A1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1BB96-2E2E-4542-BCDC-6E84E784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Plan de estudio de oposicion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A5276-5F51-44A5-AB68-AF109E3B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Rutina semanal sostenible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2AE2A-D0AF-4684-BA06-DACA3123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43DCC-E207-4BFF-ACB1-72438CB9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6801A-BA02-4FDF-93E0-20088FEE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567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BEE15-656F-4074-A057-8209AE4F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Lunes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75AEB-B9D2-451E-90F9-38AD1B20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390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Tema nuevo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82FCD-20C4-4039-BD1E-40F055D7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28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Lectura y esquema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75126-1098-4405-83F1-19B69BAF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85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18ED8-512D-4513-9832-C049494D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567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4B056-7A1F-4CD4-93FC-A4F8BF95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Martes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32AE4-3284-452A-B5C1-8ED57044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52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Problemas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317BA-79B3-426E-88BE-7ACBDD98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390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2-3 ejercicios tipo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2A991-F582-4C57-A5E6-A558DA78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47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B12B0-55E6-4910-8D57-D2F94D7F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567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B0C1F-6A38-4F75-A5F4-8E3222FC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Miercoles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15830-D31C-4D59-93DC-64D6DDAD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14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Memoria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1DF64-D5B1-4BC7-AA06-7D15E02C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52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Cantar 20 minutos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C346EB-47F5-4EFE-AB89-5996CCFC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C06CC-5D84-48B5-A848-F8EB8BD0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567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AE571E-ADB8-4DAA-BED9-C0747CEC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Jueves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A480AD-143C-44A5-80A2-0F2DEFF6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76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Repaso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0F9341-0BDD-4360-A34B-01D57A9C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14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Tema antiguo + tarjetas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37309A-366D-47FA-B9F4-41D95488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71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8D3E90-AF51-4CBD-A510-8464F87C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567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9B79BD-CD57-41CD-95FF-E0B7943E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Viernes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86B932-24D4-47A3-8E2F-301622FB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38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Programacion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6088E4-E2C1-44DA-996C-44A22F69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76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Defensa / unidad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486EE6-5729-413E-8B49-BF3C2667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33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6A76D7-ECD1-4DBE-93F7-A439F5C6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567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D64558-52A6-4925-8A3C-7C7372A9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Sabado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470FDD-F380-49BB-BC61-2BF0B3E9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00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Simulacro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822438-49D5-4690-BC9F-C945B3B7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438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Tema o problema cronometrado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706B25-B5F7-46FC-A59C-AE9E9013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95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41EECA-301D-4AAB-B812-47B2D831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567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32DDCC-201B-47DE-AB94-D8DE791A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Domingo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420BB4-624E-4667-80AF-56704979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62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FB381C-8256-4A18-98E4-37ABC91D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2007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Revision y ajuste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D2486A-1762-4B1C-934E-B8B2387E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57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Reglas personales de constancia">
            <a:extLst xmlns:a="http://schemas.openxmlformats.org/drawingml/2006/main">
              <a:ext uri="{FF2B5EF4-FFF2-40B4-BE49-F238E27FC236}">
                <a16:creationId xmlns:a16="http://schemas.microsoft.com/office/drawing/2014/main" id="{514400EB-C95B-43A6-9E95-25986236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0"/>
            <a:ext cx="5676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9F51E8-5296-453D-B8AA-84AB11A4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437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Reglas personales de constancia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FEB92B-6591-4914-8FF8-437B22F1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5330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C91246-EE69-460B-A847-30DAD849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2856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FA14F2-1E36-432F-AF3C-B663CA24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0382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29649B-0B51-42AE-A0DA-03F2302C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7908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D851BA-1590-4797-B085-D6EEA0A6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54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11223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606E9C5A-49D1-4B04-8766-578737C6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23951-FB7A-4536-A13D-974D4924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1208C-011D-49C3-95CA-FA8157F9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324EC-6F8C-4D83-BC6B-400C3662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Registro de simulacros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EAD58-4B8B-4FC2-8B10-89D92939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Tema, problema, encerrona y defensa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8007F-0A5C-4916-83B4-E5607F08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9CC0D-C1E4-4D85-9208-1DADE028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34F1B-34A2-4822-9964-89A2A6B5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4BAA6-65E8-4297-AA91-A4F1EB2A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285875"/>
            <a:ext cx="609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Fecha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6BFC7-665A-451A-82C9-7B7754C4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1811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F53B8-E0FA-4F54-A0CD-B7DAD9AF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285875"/>
            <a:ext cx="666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Tipo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9CC4B-20F5-4181-B828-6643D73D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1811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CC096-9F3F-4C08-8727-A68B61E0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285875"/>
            <a:ext cx="15621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Contenido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D4C0F6-27E9-4D15-9351-959526C7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1811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9865EC-E895-4B75-81F2-D55FF9E9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285875"/>
            <a:ext cx="628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7AC8D-99E5-4D7A-87E0-4E34C932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1811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02BB9-B1E1-4F78-8640-AD0EE1D2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285875"/>
            <a:ext cx="628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DCCB7-E584-4E80-BA80-F81BF917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1811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0AA5A-F7ED-4698-9D9F-87AE2B46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285875"/>
            <a:ext cx="1524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Accion de mejora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ED544-2180-478C-985A-5E7A686E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FD17A8-1B67-4435-A0B2-8B78DE09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5240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052F2-AD05-4076-8EC3-08734E39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07DB8D-0768-4ED5-8B82-CA586D4D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DCB495-FF4E-46B6-ABEB-F50E8318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240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7DC6DE-4047-43F7-8FBB-3B0385A0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240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39757E-51AC-4CAB-9FFA-32C49C0F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669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894B4B-19BE-4788-90FE-99C1C3A7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669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948B46-5D95-4F0E-8636-6245A5D2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669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6662EE-E17A-4304-B01B-24834CD5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DA4410-5037-4F9A-A071-F624F732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669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8C29CA-D2E6-45E5-A2A6-506F11EE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669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A08738-6C8E-43E9-8B84-C237CB95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098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B22EDE-38F0-4A9E-B0BB-6C276EF9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873BCE-DEF7-4DE2-AECD-CA8C5B09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098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BE5B78-4739-45A0-AD2B-2EFE3BDA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02162F-4A93-4874-91F8-92D8D537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098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9C2380-A326-4C86-B69C-B7E22B36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098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A61F0B-4496-4320-95F5-FB5B1A72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527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28EC1F-41D3-4442-842E-6E80BB6E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527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FC7F0E-6CF7-46E8-AB8E-D79877C3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1712DE-789C-4A5E-989A-5263B8BE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7368AB-BFF4-4683-A59E-C4F1C008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527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91684B-E118-465D-BF24-51B14644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527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86140E-54C6-4971-B549-731F3E00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956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0C7A22-55DE-489A-A4DF-9E892775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956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EF45D7-9714-4F3A-9115-E50F5304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956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4DE49C-92EE-453A-8FBA-44E06B38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956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4190AD-1130-4756-BFE6-2351426F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956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082979-8BEA-4673-885F-C35D7B34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956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80E156-14BF-44CC-B7B2-517140C6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26016-D3C4-410E-B04B-ED8945CC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6C4746-E23C-4462-A44D-A25B4A1D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385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9DA40C-14D2-4AA7-B2F9-69B58A60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EF604A-2524-4F4C-AF93-F229ECEA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385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FE5F1A8-F018-4B2F-85F2-0117EFC8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385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BC3B30-CAEE-4DE9-8D3E-A6CAE672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814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C3EF88-4E4D-481A-9A9A-D22B12DB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0E02EF-4AE9-41BC-A2FD-85F94AB7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814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50623B-3397-478A-A7AF-23C955EB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814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E70792-5CC2-422E-A444-1EE1BF92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814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8950DC-9A57-4869-9D3B-B4A994D0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814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885870-F9BC-4AC6-AAF9-97BD0621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243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C878EA2-572A-4B40-8AFC-29CEFCF7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BC7B7FA-2A3A-4D69-8C25-B58FFCE5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243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B656144-210F-4FF4-B53D-2C370FB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768D016-371C-4799-8C42-42F57D6A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243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DBA0581-95C5-4CD4-83CB-C1405EBB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243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AA67AA-459D-49F0-84E3-39892BD2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BD96F75-AB30-4127-9AD5-49565E07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D5457B5-0742-4E59-9184-6A4669AB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672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C02D8F5-6332-48D4-9984-1F7DA13B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672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3E2701D-75F1-4A2E-8CA1-CB4A63D8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672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B33BA15-9DC7-41F1-A4FA-F9DB8533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672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91C9A40-0C77-4208-8821-FC1B20A5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101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9BE7BF0-3013-4E25-B896-AB59FDF5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767490D-545E-47F8-A477-C04A5B7F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01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CF418D3-DD96-40C0-A9BF-0F4A86C0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101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B270C2A-F186-4D8F-B624-A22155CE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6101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3190ABA-13BF-4144-BEC0-561F7C46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101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11DEFBB-D8B2-42A5-91E3-4D990240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6E29DD4-D913-4BB9-A920-FCCA9D6D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871E386-6ED9-4C26-B28E-A37C23DE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1FA1DAC-5391-439E-BAB5-DC8A604D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530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E38AD61-A633-452B-940B-78959665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530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EEAD541-D3CC-48A6-ADB1-DD1AFCFC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530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E764746-C709-4F9F-9512-413C183D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959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D2D1B80-F72E-4519-A7E9-3DC592D6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253A33C-D2F8-4530-A6E0-B4954CF6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959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97D323D-6824-4B7E-9A26-5DCBC66D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959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A4735D8-3C52-4F54-B684-D54B9CE1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959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1888D6C-03CD-4E2E-9A03-D8629CCE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2959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92E8078-F32A-4B10-90FF-B0D81510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388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AC91ACE-069B-4DC0-B11F-F001D967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388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BC255FB-3CDD-4DB4-953A-B88767A2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388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2153FE1-276C-4A63-B64C-12AD26F7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388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A8FC8B8-75A2-4C2F-BA19-F3A2DE62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388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01DB08A-8AE7-4A15-986B-7A08EE0F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6388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9DE321A-A1FC-4BF5-947D-237CF539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44085A5-2CCE-49FC-8B64-51E9B482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817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AE738F7-51C4-492F-8149-4F9D6D93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817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479DF9C-8725-4AA8-9B01-24323C75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817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AFEBBC8-88B3-4560-9736-4EC72C55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9817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E571FB2-40CF-4D3D-BBF2-B51BD54C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817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2840E33-8A3F-40F9-BE3C-7D215AE3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246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4B4D9F3-1F68-48F2-85FA-39607731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3246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B6E847E-18F9-4A37-A88C-917BE794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246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9B0913E-7C71-4224-877D-C1FF3753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3246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29C5427-5423-4EA5-ACFD-7F44C948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3246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1603197-4BE2-4102-B72C-24C84C62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3246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8340C37-9144-45AA-BF0E-8339E380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099368A-440A-49CB-9425-0B3B7045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6675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EC8EEAF-3861-4862-825E-DC04FDE5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6675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3F41B28-983E-4675-BADF-E153FA1B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6675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D938D0D-BBE8-44C4-A18C-8C03D56B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6675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9E4F427-049B-482E-A03C-E45A8247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6675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1F6170F-EFF9-4387-8D97-A920398A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0104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AA83142-785F-4413-A035-07BAFCD2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010400"/>
            <a:ext cx="723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408658F-27F9-4E27-A8A6-E59AD3EB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0104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F2216F8-B4A9-4F57-AB0E-3EC43451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0104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42573D2-AE9B-492F-ABF7-B61CBBC9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010400"/>
            <a:ext cx="685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DA68C6D-4E1B-4CB4-AA24-B36B5EE6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01040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6191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C7720BB-9408-40B2-A2C9-BE55962F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485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No busques solo nota: registra una accion concreta para que el siguiente simulacro sea mejor.</a:t>
            </a:r>
          </a:p>
        </p:txBody>
      </p:sp>
      <p:sp>
        <p:nvSpPr>
          <p:cNvPr id="123" name="Patron de errores repetidos">
            <a:extLst xmlns:a="http://schemas.openxmlformats.org/drawingml/2006/main">
              <a:ext uri="{FF2B5EF4-FFF2-40B4-BE49-F238E27FC236}">
                <a16:creationId xmlns:a16="http://schemas.microsoft.com/office/drawing/2014/main" id="{55C5CD1C-B603-464A-A376-107CB66F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0"/>
            <a:ext cx="567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53456C4-9298-497C-9404-417F6C36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867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Patron de errores repetidos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0BA1B94-1987-4560-AC59-A28EB045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162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30530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046B6926-375D-4F3C-8B47-CEA0EEE1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11006-0CC1-4BE7-A7C0-0D0A78A1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1BA04-C1F9-4B65-A9A0-2B15D680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4B95B-50B6-4CF9-B45F-01092896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Defensa ante tribunal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2A5CF-8EAF-41BA-A104-91D86E3D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Guion, evidencias y control del tiempo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37C26-FD02-4938-8B64-8B671CD4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3D0D6-527E-4BC1-BE45-DCE5C695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C59CE-6C9C-4D25-8EC7-4E0A8BF2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567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FE1E4-DCCE-4D6E-949C-300AC15B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Min 0-2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2E59F-89B4-4391-B5FB-CEE3067E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Apertura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0F411-F8FD-4D1B-9401-DFD322B0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Contexto, idea fuerza y seguridad.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3BDBF-FA6C-42F0-A10C-AA9A1F2F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567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9CB54-1850-4DB2-9050-CDDEF1F3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Min 2-8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539BA-0F27-44E3-9B09-6DD85791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765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Programacion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9D154-BBF1-4F35-BDD4-6C2DEDD0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62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Coherencia curricular, evaluacion y diversidad.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98B4D-7021-4997-B1CC-61F764C0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567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81D67-70DA-4887-887C-BC40C7EE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Min 8-18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1A0D8-0466-4172-889C-CE7BAE4F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242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Unidad / situacion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B23ED3-66D2-4610-9AB3-00E19FCF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10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Secuencia, actividades, materiales y evidencias.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074B6-6643-4BA6-84BA-73AA977C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567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6EE4C4-B10B-49DE-97D6-07748606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Min 18-24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F0768A-E2C9-44E0-857A-BFE7B873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Evaluacion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2ADF99-C748-41D6-B60B-1F8B2A3B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Instrumentos, criterios, calificacion y feedback.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6DCD29-A9BC-4682-A3E3-FF320084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567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482FFC-D37C-471A-B1E8-0DE215AF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12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Min 24-30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EE6185-4C58-4C0A-914A-D94072E5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EAD1A4-2B22-454B-BA2C-A9259657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Sintesis, valor diferencial y preguntas previsibles.</a:t>
            </a:r>
          </a:p>
        </p:txBody>
      </p:sp>
      <p:sp>
        <p:nvSpPr>
          <p:cNvPr id="28" name="Preguntas que debo preparar">
            <a:extLst xmlns:a="http://schemas.openxmlformats.org/drawingml/2006/main">
              <a:ext uri="{FF2B5EF4-FFF2-40B4-BE49-F238E27FC236}">
                <a16:creationId xmlns:a16="http://schemas.microsoft.com/office/drawing/2014/main" id="{AC4D94D2-5E8B-44E1-82F2-8A4A5518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705600"/>
            <a:ext cx="56769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975A43-EE4D-4B01-B2D4-0261A71B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91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Preguntas que debo preparar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9C01B3-9C74-4D00-8B24-544D4763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852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67F2C6-7B7D-443E-9153-28C8E880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9140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B8F421-10FA-431D-B8AE-FDAB9733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7428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94D4C0-1B4B-4FCE-AFAF-7EE8DD3F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5716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3BC3CE-F5E1-49FD-B6F8-BC3837DD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400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14691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21CE435-DA6A-4230-B3F7-0E65C80B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201A4-8A78-494D-8637-E5A8E191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C4514-172A-4C34-A5E1-3EFFAAF2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F733D-8D3A-4911-9511-B7A70EBC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Programación y defensa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995E5-34CE-437B-A43D-FAAAC1E4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Control de producto final de la oposición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567D5-6BB7-496E-9C8F-C9F3ECB1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7DD73-3338-4BFD-97C0-2B3ABBE9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C371D-3789-4805-8F55-02FB412D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78AC0-CD5F-4922-8EB2-A177BC80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181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Marco normativo actualizado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7DAEC-44FE-474A-B08F-54E28D6C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820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95A71-8522-4271-A413-F8773D35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3E2BF-2D5B-4621-9D2F-E3FAE63E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38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Contextualización del centro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845F1-F579-4C00-9BBA-51804C36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92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11FA2-1F9F-41D4-A272-840CE58F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2AFAB-6CD6-41FF-8383-135095EA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Competencias y saberes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3DEAE-19AB-462E-AC38-041556E6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64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D9617-EC0F-4254-AE3E-29219DC4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333A0-0E6C-477D-B915-C4758012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Criterios de evaluación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0141C4-041C-4116-A44A-304568C6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36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BA6E75-AAE7-44AB-959B-392A102B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4FAD3-CD6F-4421-A9AB-F71561D9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Situaciones de aprendizaje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D7AF2-A186-4BFA-A53A-DB3EA8E1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08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D3369F-4B49-4BA0-AE4A-1C0805CC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0F11E1-0ECF-4012-AF8C-B0C1E8D8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67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Atención a la diversidad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B7BBED-2CA6-4325-8F33-BBDA0881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80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AF0B03-B905-4A75-99A5-49B49977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FC1458-F42C-465A-98F7-14C96132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Instrumentos de evaluación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7471E4-770C-4869-9E87-0B374DAA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52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49C430-F3A6-41E2-B468-C853E442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EA5CD5-983A-4338-BBAD-D74A0A74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815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Temporalización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3CA823-C4CF-4FFD-AA47-42261192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24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44F325-48FD-4ADC-ABC7-F6739365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2D2A52-9173-4517-A59E-80F75EEE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38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Bibliografía y anexos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0C0008-89AF-49FB-9A0D-8D2400AB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96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CE04F0-7C7E-4384-B0EF-2716491B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4129B9-2E18-448C-92AA-B78B6FA6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95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Defensa ensayada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0DBF8A-1C77-4ED1-8DCD-85E01620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6890"/>
            <a:ext cx="5334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2"/>
          </a:solidFill>
          <a:ln xmlns:a="http://schemas.openxmlformats.org/drawingml/2006/main" w="0">
            <a:solidFill>
              <a:srgbClr val="E4DED2"/>
            </a:solidFill>
            <a:prstDash val="solid"/>
          </a:ln>
        </p:spPr>
      </p:sp>
      <p:sp>
        <p:nvSpPr>
          <p:cNvPr id="38" name="Argumentos que quiero defender sí o sí">
            <a:extLst xmlns:a="http://schemas.openxmlformats.org/drawingml/2006/main">
              <a:ext uri="{FF2B5EF4-FFF2-40B4-BE49-F238E27FC236}">
                <a16:creationId xmlns:a16="http://schemas.microsoft.com/office/drawing/2014/main" id="{9046ABE5-63A2-4F78-9430-0C6C97D7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5676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B24989-0BCC-4FFA-B71B-93070782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817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Argumentos que quiero defender sí o sí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6FB3A3-2DDA-4D11-9126-38072463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1611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8F349E-00D1-4F13-93A6-984C44D3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161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0C50CF-CE45-4026-9138-AF062C9E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161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5FEB62-2B7F-46CC-963E-4355E759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161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8206E1-2815-48EB-80BC-D0368649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621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01B338-7994-416C-9668-3CBEBD29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162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13066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73C78B9-88D8-4572-9659-E0F22851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C4B20-5FDA-41C1-A513-2ED2DDEC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CC762-C174-4EFA-B8A6-24DDFBB6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A6E99-60DF-48F6-88DB-BE32C660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Listado de alumnos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56586-F25D-4FCA-B88B-44F820CC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Grupo: ____________________   Evaluación: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344ED-395F-413C-8673-6D6B0DC9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416A1-4616-475F-8E89-89424D7F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21FD3-CAB7-4C9C-B0C3-CB8C6C3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2367E-CFE0-4BFD-832D-48913422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8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146D9-6C34-4C70-980A-FA0D3EB2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8AF08-43EB-49DD-90C2-810C3EFF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Alumno/a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866B7-0DF9-4B52-8D79-4576840C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7510C-AB6B-4FE3-BF5B-9E2545E9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18176-D074-4C2C-A116-6ED9A96F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A2248-DBF8-4282-BB1B-EE8CCF1A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55F2B-4917-4216-BC86-CEB746F3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1E8C6-FBF5-4134-B145-6831ED7C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DEF991-E068-4CD5-B622-F45CFE38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18B61-2786-4AC2-86F9-664BB7F9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3E599-D788-483B-9AF2-78EE5A18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7A8609-610C-4CAD-82FE-9A8AE96D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111A7-15B1-4C04-B0D2-4506062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E8E15-269C-451C-8CCF-1DC20C13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2FC464-0A8B-440D-A77C-F01E8BC2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FA5F7F-A662-4763-931F-33953C2B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0E7A60-35F3-4328-ADBC-1DEEF2A0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B0AE35-E316-4C31-BF5D-C4533CD7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5F641F-035A-45CF-AD6B-FE6FF2D9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F19F54-CA47-49E9-AD37-339CD3F1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4309FA-E55C-45D4-94D1-64C6EBBF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5F21DF-FA35-42D5-8A96-22329938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F0C004-4A0D-4871-881A-30002CEC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1BFB45-4508-4F0E-B5B4-00565F7C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C04FA6-0A3A-4B5F-A030-C1A7FEF3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907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369AB6-93ED-4EBA-8814-3B7B7427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57399F-10EF-4FE9-9A17-9AC25843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C6DA83-4B53-4AA3-86EB-1057D95D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ABC9AB-8271-43B3-9D21-D58A642E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E1595B-911E-4783-AF19-85CEC4E1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93D76B-D8AB-4F8F-A48D-F35BDF4A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38F353-5E5F-4804-994B-D886B3D8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130E87-7B21-4FB8-A403-DFDF2188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008F30-3594-4C6E-954A-DA527D25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D4D1BF-4D1B-492D-8906-D912DABE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24849E-3DC8-4CE1-A52F-E1B9616B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98AE65-65B4-4013-A26D-6625E63E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A76455-7DFA-4131-8318-6573599B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4DFDD6-FA35-4FD5-B826-41442506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E714BE-090F-47C1-9380-4296970F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BB1D85-C76C-4308-9C57-FB631E40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F3FAB9-CE51-4DEA-8BB4-8DA8A768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52D914-1EDA-4C8C-B05F-3ECF005D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712E7C-5DB6-495E-BEB6-32D46D4F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D6838EC-3AB9-4EA3-B989-8116A7AD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18521F-446D-41FC-89A6-E85790CF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BC9BE5-D4E2-4313-803C-3EED0BCE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366FC46-A171-4CF9-9146-38B7EBBA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1E31D9-FA80-4369-A2B8-158C20C0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FA1A47A-C03D-43ED-90E0-80A73214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1A9D3A-A048-45C4-A82A-C033E7E6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07BA30D-B98A-4434-A9C1-3E412DB6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9DBD1E-64A9-4618-AA8A-24E3C25D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194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587E4F-6C6E-4F91-ABA4-74E46C18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74DA43-6FC7-4E07-8DFC-69E9F53B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8CEE0E0-EB34-4A39-8144-8FD924C6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0D55618-4ED0-45A5-984D-C7294BBE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3244AF3-6B42-46D7-9C64-08E64516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2A4434C-9DF6-45FF-AEE1-87FA7FFD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713D5F-9CAF-410D-88C1-D93E6D53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BD56A33-E864-4FB6-AF70-16688F25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528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E8440D2-4CD2-4D34-9763-14CDDDAA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F368557-6192-4A07-8B57-BA6B56D6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F27B51C-D1D1-4C45-9841-01625791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BEA9AEB-E747-452A-BEBC-7A1A1DE0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FBD7A1B-7684-40AD-921A-3EB0FC8E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136EA86-FFFD-4D7C-8F32-B61B4655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33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C7A34D6-2160-4D65-AD6E-440B24CD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44ECD00-2D7F-4E61-AFA8-27BCE0FB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08C1CFA-3142-4730-AB7B-2F289FEC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45659E6-3571-44FF-95B1-1DC0D1BC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060D213-55FF-4ADB-89DF-E9C7089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088A211-1315-4439-B0CB-65F24C63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BBBBDDF-6E3D-4F4B-9109-67AB399F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2A68574-74FB-4270-8B47-B671A924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DD47165-EACC-40A6-B0C3-F08AD71D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20D2030-3F5E-4F38-A0E2-C330C132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9FE9DCA-824E-4E02-ACFA-CC391257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C267C74-7F41-43A5-B742-174912B9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1591D31-A6DC-4AE8-B6DE-C4DAB69A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312264A-7BA8-4146-A4EF-8BD1D423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481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0613777-1DAE-4113-A096-C784A321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243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4265B82-3B3A-4432-970C-4E4572B9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0203751-66A0-41B7-9D22-53F25758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327DE4F-89E0-41DC-B0E0-81B40931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E2EBD61-73BE-44B3-8F02-E160B7A0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E954422-DD89-483B-A437-41107967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9B26A3F-BE95-4B80-9F9F-6079CD6B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DD4DDA2-26D3-4479-8FBC-C94F532E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D6E8ED5-CF39-447D-9115-85A09653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CF78636-B0CA-47DD-80E3-7EE6F347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A41C6B7-0BE5-4C91-A181-E2F5D173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99EE643-0133-4B4E-BA6E-677E6B84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7EDEE33-0723-4D7E-89D2-8BE00251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451817A-FA1D-400A-B51D-13DFD032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3C384D0-E1E3-4B71-AB6E-4E0BD4F1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386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3A80738-A06B-4A20-A169-C225A41A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296E953-B4AB-4402-826A-37B0A103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28A5ADD-1206-431D-B551-AA3E0957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77A5A82-0FD1-420E-AECF-48A31551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9D4974A-882F-4185-BF60-488A417B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57B1D89-9892-484A-BB09-A32BB11B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CB2933A-C9A2-4647-9CB6-4CD110C1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95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6BCDC1A-E9A4-44B2-AE23-384A7C2C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F857089-23FE-4575-B653-824276AF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E22CAA6-AD57-4CF9-90A6-E93A84DD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0B424BC-EF12-4E70-8196-AA269691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F89B97A-C8AE-4C27-9DBF-52B5CC72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5726A19-61A3-45A4-A5EC-79080878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92913CC-0BBB-4890-AF42-84F72525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530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C6AC012-A736-4A70-96CC-D05569EC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F9C1F69-044E-4533-B642-05370645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F85B383-3FCD-4842-AD8A-A1E7548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4C00B36-9EBD-42CA-ABF5-62964D8C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A78763-E5A5-4620-B0BF-4D0251A5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710096F-0C76-41E9-B9E1-79E4EA94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340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35BB113-B58C-4252-9617-079907DA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102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6D3DCEA-A32F-44E9-A841-C97B62D2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CFC94BB-F22E-48CB-AD99-290B1AF6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63DFB47-42FF-4427-826B-0C7B2499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4C06E89-B006-473F-8282-CA40FF56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E03B211-40C5-497B-A38A-2D05CE94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35DBAD9-498F-4372-9983-AC2F57F6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EE7D625-0E4D-4DD7-B6BD-CEAC563E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3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FC61EF9-F11C-4158-8203-35350C04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DD9963B-BA40-4476-8F01-E77B0BFD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5A0C286-7375-49AD-8215-E6D9BE94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072FF6F-5B72-4F4A-8D10-C0EDD41C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FC1A81B-2C24-4924-926F-3ACAA823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22E2278-3B2A-4CB4-A33A-D75B4869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76CB534-3A11-4B79-BC5B-DC2311E6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BB3BAFA-FF9D-4E66-8CC8-492D2BAB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E29C69A-CFB2-4B1A-A148-167FB69F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4AED2FA-D2EA-4733-9A50-479D434B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6D540C7-AE6C-4131-8207-D2377595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5CE92D1-14E0-4635-A2B2-87CD6074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CB829BA-8E52-4771-8C11-243E027A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055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76EF87E-C472-4535-954F-8D02CEFB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817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E09F26A-C0CC-4416-B5A2-85417E16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42C4B68-5293-4914-A852-3E9725D4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0DDBAE0-AF4E-4181-8F1A-68A5EAAE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FFC8D70-914F-4CFC-8F6D-BD0756DB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A837DAF-1D4B-4F7B-9DDD-4D973B6C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09C3E14-68F9-43DE-8247-D9598876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71BE29E-85EF-4FDF-A368-684CAD5B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38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E062E9D-16CE-4A7B-B349-98A78E40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858ED7F-22F0-441F-95FF-2F6D3170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8F3E466-1B58-4567-A03D-C48C3C4C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62E73B3-C046-422F-99A3-4CBCE32A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370BDBC-C057-432F-9B6D-0283BE5F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AB517DE-B4BC-4567-9590-FBED8064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198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6773DBA-47F2-4C49-BDF0-FDE99B58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960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34F169D-6658-4751-97A0-3AE07004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8B0D9CDD-DBE7-4B95-B0DA-3FD06AA8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A084167-306F-4786-AB84-E03C3269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014E709-0806-46DA-BDE9-3B5E553F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95C490D-D5F7-4D50-B3AD-B32DC5D7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8AA9586-104A-4BE1-9324-7E08CBB1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770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F6B06EE-E67F-4538-97BB-22267997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532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44252BE-F100-4B60-B607-FF220CFC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669C3F5E-C186-4C02-BABE-1BE5C49A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0D1AC263-8273-4A0A-9A0F-F1C6B597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5A21579-97E4-406E-81D4-FDB5861B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12B11C3-49F8-4FC8-91AD-79499D3A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E5CA721-87EB-48DA-8DB1-E41370C9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342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6AB2E46-CF1F-445D-8CBF-B1C4FD1E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104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E5FF775-47E7-4F76-A327-5620E830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C9E7CB7-2598-43CF-802F-0090DB4E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4B1F18E-C3A5-4D18-BFE7-A44F463F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E0DC19C-3337-4E78-BCF4-834E229E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8D9C87F8-85CB-4139-A683-A843943D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B1538052-B603-4F93-89E9-C5F59865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914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F947489-71D0-4E95-9E13-68316EB3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67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81A73B18-010A-422D-85BA-A851BE16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F95B6F1E-3942-40CD-9328-72FA1718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81B7F2F2-8E15-4799-AE08-D208391A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F718AC9A-A5B1-416D-8AAD-D3336B2D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1EEC060-964C-46BB-9629-CAFDA65E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E6D482A-4C54-4EFF-93AB-3F76C257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485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CEEA3F47-2F74-4599-990B-788D90F1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7247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C75C3A9E-2743-4B2A-8A35-81361B98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22B998CC-C2E8-4A08-B41F-64684A80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67F52AF-EA9D-40A4-9FD3-D0EC15B6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CFF81EC-9857-4E7E-B81B-42464CAB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5604D60-DED4-4720-AF5B-38E054B1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77585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31324C2-458B-46F9-BF9C-81349E3D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59367-E333-4113-A759-292C1F8F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CB021-2D05-4473-A4CB-9C62A1C2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9B01C-64CD-413A-8036-6992A639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Listado de alumnos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3CF1D-F170-4255-BE67-2847299C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Grupo: ____________________   Evaluación: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A99E1-BCD5-4715-9572-AE6DD889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68079-9443-438D-B1C4-BBC70828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3A74F-28EB-42A4-BFFE-755D1E79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FBF82-3E0B-477A-9DA1-0B9C3769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8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DA858-8675-4CA7-8829-98271DCD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D42C2-982C-40CB-AB4F-FDACDDFE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Alumno/a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8DF2D-F4F4-4A5D-AA43-381793F4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970B1-0893-40FC-9F4E-80A2B4F8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676981-44F8-4F81-A4AF-8992DA11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B2505-1540-4F38-9BA5-A33462F6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F427B-7919-42B6-A39C-59FEA507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14D96C-6AD5-47C0-82FB-87FB3560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604D7-7264-4133-B26A-7046A409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0E49B-8395-4C58-918B-706C53B8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11086-A794-4D12-9C01-3AB67BDC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E3835F-92EE-4E85-A532-1D622342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4D1961-A7BB-493D-A717-3B82BDEC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21DAD2-6D56-4190-B37D-9EE8EB86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F1C794-C41F-49B5-8D3F-13598F10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2B7BD5-CDDD-41BE-92C2-BA1603E5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48CC89-80B5-4409-9869-95E60B19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548C6B-8F91-4106-9E73-A963567B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E7DF43-267D-4609-B41A-754B9CF9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6FCF97-16C9-4D18-8857-6E0796C3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7BA0D8-DC26-4C77-86A0-698CF3CD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8BB75E-B572-46D8-881B-4A1EFFE0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BA7069-10F1-4D28-98CC-E2636EB1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AAC07A-F95D-4187-9162-F2648455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D4DB8C-548D-495D-AED9-55A9F9DC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907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D6ECC8-47F2-48CC-9A4C-06FAA865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A2EDD7-148B-4C5A-B4B4-A2ECD078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9EF765-397B-45FD-B79E-CCAEE0AA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4FF694-7F8F-40D2-B807-2C242FAC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F6EDDF-11AD-485F-8CFD-85DE5227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4270A5-73BD-4EE3-9081-B60857A3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B0523A-76B7-4ECB-9D3F-7582DE6F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71F7B0-423F-47B6-BB64-2CA32BBF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3BA8E7-F4EB-40D7-9A13-A3C4018F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3B4E87-91DF-434D-A4FE-DC2C074E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406E83-35A5-4D93-A2D3-9C09235E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4B8B26-B416-4EF1-A9D5-C9FBE8C5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143E83D-11B3-4927-8D33-C86506D6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3CCF89-EEB4-4070-B833-8754F4B8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EAC880-4E9A-42D8-AB76-662B4D7C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5F6280-37FF-4CC1-94E2-83DDC793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EF1D06-197B-4787-B0B0-5E468E5F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0640FA-5924-4271-BA39-0CAC2A31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35A99F-4C30-4101-8804-8CEA6C99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F36349-387C-4A22-84EC-0F48DDE9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E3EAEF-556F-46D9-961F-68BDFA5C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019E832-4854-47AA-BB47-2B3ADBF5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C3C0A02-0509-4B0C-9F7B-FE0D8CA4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A19763-583F-4BDD-8D55-D5FE58A2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062A8E-52AD-4157-A77D-4C06BAF4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B7F7BE-6895-4CB3-81C3-06D87345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7563E3-3BD4-4A83-B21F-F78DCB1D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1413D8-9EC9-45E6-B3E5-2A7539CD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194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C46F32-9DB3-48FC-90E8-F6EE216B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ABFA38-E412-4260-9DD4-A3DD7518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71CE065-B441-4549-88F9-D0F99688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39DB38-86B2-4596-B265-A6BAF57A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887A7EA-24C4-4FAF-B077-9596493D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5A8C89C-1617-4E63-A5EF-21738484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53288A8-E682-48B9-8585-8D0DE92B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391EF66-A434-4666-A7B4-AF0370C3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528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F5AAC9D-3426-4BA8-8538-9B68F8F6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0C4A17F-E679-4E51-991D-765BDACD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87BEFE5-2BF9-48E4-9BA4-624A0765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5DD8FE-94A0-4020-90C0-EF585B49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4A628BE-6B90-4326-AA3E-07D2D74E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709D103-641F-4F41-BB92-6D0BE295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33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B6663EF-93D5-4102-9B36-188F4844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8084621-FAAE-40D4-B809-9AFF45AE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D8C1DD0-68B3-4D71-AC5D-9B901ECB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FC22611-4F13-4A38-B0F9-EEF5484E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A74EDC9-F970-483C-87BC-3937DE4D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A5E0089-4D66-4817-820F-63BC02E3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DAA56F3-B30C-45B7-AD5C-8267E27D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25B78A9-4524-4BE8-A1BB-DB557247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86C8EBF-E9CC-49BB-BC5C-0BDFAEFE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378FE4A-7344-455C-AC22-63B275CA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22DA551-40B8-4766-8E62-EF6C3552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C992677-B635-43EC-92B4-F1559B26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FCFBAE6-3F7E-4B2A-BFC6-F393BC7E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8F12744-04B9-4769-8ABE-06785C5C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481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A6E5FFA-968A-4B8E-ABCE-4BD95506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243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D5F3079-9914-401D-BCE4-6CC3C53F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550E06D-8487-494F-929C-1766A0C6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E8D95F3-7974-48B7-9556-86E0D97E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6837DCF-EADB-4C13-ADC4-8885920C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5A9D32B-4E0E-4C5D-92EB-E3DEE6A1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BFE8329-C59E-4797-923C-D478049A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2E449AF-7477-4768-B912-1F8660BF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52E02F2-C414-4997-99B2-17AC861C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0A6FE9D-203B-4E38-BF94-C2FE301F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46823E3-186A-41D4-A2C0-A070A933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72123B2-56E0-4F45-AC1F-11D429B4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968D483-7900-43AA-9F3E-82DD0400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2382B21-2391-4817-A662-1D8ECE66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5927C42-6142-41B9-A246-948B7C61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386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55BAF3D-365F-4CA8-8EA1-C3309BA1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385781B-C944-484E-A58A-D385BB6E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1C6CC17-B6A5-45B7-A2F8-2E36D422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3B63E0F-9B2E-4C45-864E-B47B1209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1C075C6-6123-4ADD-B9DC-17842385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46A6E16-D032-46FB-9D9F-990CD808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0010EBF-D22E-45FF-B9BB-EBA8D9CF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95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F65AD7D-38ED-4002-8580-54AEA581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9431FB7-0FAB-473C-BB0A-956BB57F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A1E982C-812C-4471-8D76-AFA1F6ED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426DBE8-8BF3-4E57-B7EB-7D2FC526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2E03AFD-6C5D-4980-8A62-A67A04EE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5EEAB3A-231D-4DE4-9D7F-66228A37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1105EF7-FA7F-415A-A197-73A993FB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530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32EFAD3-C626-401A-A11D-A01EB78B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7113C38-4E58-40E0-87DB-73B1AF79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B715F93-8A97-4769-ACCB-B10ACC2A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F251628-46E8-4421-9A3F-3748EF52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8FCB0A4-604A-4D0A-B9A5-F70FDB38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77B7C58-73D1-4A6E-99EB-30A50BCE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340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69DFAF8-EEDF-4630-BC9D-40C784CC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102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20D072D-028C-4F38-A3D7-18523171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E7606E0-E4B1-4DA3-A231-4BB3633F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7067177-5E18-4D46-914A-5DEE744E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526A870-C138-4C7B-AD21-EC3DEE50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3934853-57C6-446E-AC18-7373714C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407D263-D8CD-4B20-992D-372C2341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CE7BC26-29BF-4209-94CF-31E3E214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3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2246A3C-D79D-49B6-9768-468276CC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1F0B7CA-78D6-438A-83B9-007F7DB7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FAA18D6-758E-4348-9CD5-30B7220C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6C63BA23-A6A0-43A8-94D1-44671BAC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5278550-C55E-418B-AEFD-EF2BC512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509529F-BA46-4D02-8F2E-4D3C2C61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92EEF4B-F83C-446D-9DBE-B935BE28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E26165B-9C6E-43D2-BD2C-1A627FAE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D2FE2DA2-71AE-46D3-B35E-E4E92309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11DEF44-E1E6-4E8F-A9D7-4A04660D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53F86AE-E0F5-44C8-B725-1BA5760F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072CE5C-4BAD-495A-B29C-89B7ADC1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13EB003-9CCB-43D7-9712-613E2598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055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61C5162-C894-4143-8BB6-C474F641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817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7417746-E621-45D3-99DF-883515A7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D8F9275-36D0-4FE9-AAD6-73C76469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F8CC963-BDDE-4F17-B730-290A8A24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A9F9BB2-599F-4709-B670-8C400ADE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EAB5B6B-7B62-41FB-9E13-4C26EC66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94D8EA2-7237-45D2-8F2F-73B5A6BC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4BEAD23-BB2B-4F8F-AC93-B9B0F46F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38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019D45F-C7DC-409A-8E4A-B3975F43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A4D9B4B-6533-419F-A7B4-CA769913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2A82B6E-D5E1-4612-AFC6-597612C0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06C9487-C522-4E36-9155-43E0B3BE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5F4AAAD-193D-4E89-91E6-DA51F09F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9CE6698-EDF4-479B-91FE-AC14ADF5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198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F40E817-FE11-4372-892B-BC79A875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960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17A8EB0-E1D9-4961-9EB5-1BAA954F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F7970A62-4639-4C07-9520-C9806524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EF7686C0-7B49-43E2-872D-C1820D4F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CA28F67D-F6FC-4DCA-B18F-678E3FAE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D07189E-3CA5-4520-AAD5-BAABBA28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C11466A-390E-455D-8355-170E4D7F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770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7129A273-C9E5-4825-A648-A9313BA2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532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D17434D5-6353-4089-8DF9-5A03B6BF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5DBCE80-2E68-44E0-A590-2FCAEE1B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4FB0D28-2798-4B71-857D-663F1EA3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93546B5-26A8-4990-9B9F-142E5D79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C0D6F37-447E-4657-8659-6001FD27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DF1FC075-3282-462F-8679-CD17ACD6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342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E6AD1B9-4339-4279-BEC0-8B3B137A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104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E0230D6-D632-4686-A9EA-B272851E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2016CF02-61EB-4692-834A-86B26F25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9CD05167-6A3D-4865-B9BD-062BBAE5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C70A7EA-0D2E-4F67-ACC1-936CFE03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01E6EF5-02A0-4537-80B3-04F264DA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DE48AF38-BD15-4FB2-908E-EF4D7BF1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914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16C7F0F2-B472-4B1D-9F75-8F353721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67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2512C05-8347-41EC-BC6F-46425884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B5B5A098-055F-4230-A872-2894F33F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73EEBA95-E500-47E9-AF74-8B0C7501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2EC7EEC-0B24-4328-9DEC-CDCE3820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2DCDC42-3712-4997-8F7A-1C168181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49D81E67-35CD-4030-851D-28898013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485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F3850F80-5F32-4734-9ECA-490DB75B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7247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380D5EB-6F87-4831-A361-F899B890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7C701D3-9A45-4AD2-B5FB-18B79DCC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26167EF-98DF-4D16-9ED8-2C073CDC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5064F92-1F75-4B18-AA2E-3755E040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EF4EE320-3A29-4AA9-9AD1-AE4DFF77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459711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50DD9865-12EF-4EEC-B39C-74E50CF8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CA980-76F3-42E8-BCB1-024C3519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1FE12-5005-41CC-978D-D51A8194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73523-628D-4338-99EE-3544545D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Listado de alumnos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E25B8-B2EB-454D-9BE2-DFC90085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Grupo: ____________________   Evaluación: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F83DE-BC56-404C-A6B2-9AFB02CD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D741B-4948-4AA4-886F-5889802B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544F1-6D99-4C8F-B7AF-A17EBA1D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173D8-F774-4E50-9D42-D97FC40A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8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3380F-CC39-4D20-B75C-F78511E4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DC8BF-73CF-47AB-A25C-252774E2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Alumno/a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F73CF-2EED-4177-A127-FA1761BC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1E2A0-4C17-42B3-AE84-CEA9D0E2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3B57A-9589-4550-BDEA-B6382079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DAC57-F621-4F78-9B94-F9E5ACD8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F5725-6D53-490C-B02F-FD31FE50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8E696-CBCD-48C5-AC30-4473ABB7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0007A-64C6-4BEF-8D5E-584D5267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6EEB9B-2E1E-4740-A968-C096F974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3CE32-DB9C-484A-9CE7-57D7FFDB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D86EF-9873-4587-8F57-6DBE7539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05621E-614F-41D4-9E6D-8522F553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908B57-3647-4422-934F-B5BEC7D8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A92D61-5B30-48D8-9093-BBAEE25E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583DF3-5D36-4068-8838-2D999F55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C97210-6A87-42D7-96DC-D07C9836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5039E2-1AEF-4E35-BE85-C237087A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184CCF-0D86-4BEA-B61C-44A19BF0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791630-038B-40A9-A5E7-46E5E09B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778728-6460-4946-89C5-262179AD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1EE961-599C-4AC6-AE5B-33B04718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37D47C-84DE-4F1C-8546-4FBA3FC6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13C9AB-2EA7-44C7-9EB1-A5A04269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AB43CF-2E48-4C82-97B0-1549786F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907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55CB6A-6AA0-4B0A-9172-D365D0DC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369321-6D9C-4005-84CD-527E49F7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F47293-2E45-421D-93FF-2A34D252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24CF18-FD7E-4905-A1B2-9495A713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4EC4BE-FEBC-471D-8852-4738A122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C3E0C6-3557-42ED-9A3D-328E0C30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5B3C4B-A49C-426D-8A34-43B951E2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0C0725-E42D-4873-89CB-D62C9303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45BE7D-7DCE-44B1-9C0C-D451943E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71EF1C-99B1-4297-ADA0-112D0457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DAAE7B-6C46-4347-B709-9334D30E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10C61F-CE11-464B-B21D-2515419A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1279DF-B516-46E5-BB0B-79FFB57D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1D89BC-F3AF-4679-8F12-EFBC6140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45B268-10AC-480B-A814-CB956B51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786CC8-694E-4DDA-8AD3-E6323429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1079E1-4D1E-465A-8469-739254D0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7B3206-96C4-411D-A6BF-D6099414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CF009F-26B2-4A9E-811A-9C497294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9DC25F-C0F9-40A0-ACC2-B1D81D4A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B10B88-D96B-49E9-A059-9B51DAC1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803F8D-E12B-404A-B526-E21801E2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87FA5F-D318-4C6C-B753-2F94793B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BAAAF0-CA06-40AE-BD81-A06E1914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9E14FF-CA6D-4D7F-983B-22DBD42F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AB6CC6-3C37-4AF2-8579-D380BE7F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A57E99-C5FC-4A69-9C2B-EBB3BDD4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65E0C1-BA69-44AF-BAE7-FC6B1AC7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194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67D6E12-E23E-4104-BF1A-DAEEC5CC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C1397A6-E1E1-45A5-A9A1-E38C0618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2D4D68-9F42-4394-9A31-F96156FC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3A62C6-67F4-43F7-890F-30DEA6B7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F3C3124-55A5-4ED5-91C9-06A15E83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7A88B5B-6B5A-4C58-85A5-3F1C735F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1A83159-FB01-474D-ACA0-EC503809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C2D982E-6E7D-42B7-BF7A-340DBCDE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528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DE7537E-226C-4F15-9611-B5EAB5E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80D766B-E311-4730-948E-D51281E0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59365E5-26C4-4C3B-BD55-DA79E1AC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74CC2E4-170F-42CD-B668-867559B7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178E215-42DF-4067-8A9A-4B1FE1EF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36CE9B5-F717-4038-8B98-69079B94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33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7F8EE0B-EF80-4130-88E9-E9E1A837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520D021-0C3E-475F-BD16-63C1FA48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97E609E-59FE-46B8-B9AC-1DBCCC9E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DB266B5-CFF4-4459-AE9A-75A41A4E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B59B413-784A-4B8F-83D4-1F0F3134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F6B79DF-344D-4D81-A4F0-65B34BAA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2134DBA-0545-49EA-B243-FA59C395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4B67B5E-C067-4D45-B78A-17301A92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1E23190-2F93-4FB1-BAFA-92E3F885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2789A58-5C38-4B6F-BAA4-2D01C127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9247546-F5C7-4979-8ED2-4A86C402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B17A61A-0A2C-40C0-8CBF-71C397FA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D8643E4-D596-49F8-BBE1-1D812969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329BBC3-8CD3-442E-8583-939C2CF8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481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B19AE82-4936-4932-8460-CBED2D8B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243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667DEBE-7B53-4255-A862-500D65C2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73F6D95-CFF3-4BFC-9750-E27D8CE3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58D469F-837F-4717-9D7A-D191E37E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064AD23-C6BE-4415-BFDE-4373690F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961A274-126B-49B9-A17D-ECAB6FFC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5270EB2-7F5B-4E78-B58B-070C9E0D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ECE5DB6-96A9-4AD0-BBB5-4C8FFBDA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8531BEB-F51D-467C-94AA-57A1985A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76BB337-F141-4E45-B81F-9BA5320E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B0D0F3B-CFD1-45A4-89C4-1FDA0B81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CC24018-AA21-43D9-A4D6-315F8167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066C029-2BA1-4B09-925E-311F7D88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D86C5B9-8729-44E8-8205-1D1C1B05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B1A8CAF-F28B-4F0D-A854-F23A6D93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386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E44C43E-F2CB-4F59-AE2A-022CCB11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C8AFCCF-B62E-42F5-A017-5A054A59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36A24B1-B2BF-42A4-B092-2BB7C445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A316B84-709B-4E69-B538-74123B83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1A7F113-56CF-43F2-B767-E9E91CFD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090A2C5-B056-4058-AF2C-8F94B90B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2F2778E-CFBE-4628-870A-3A3C1480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95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3C1330C-D984-47CF-9710-A99E8EE0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3BE6867-1C28-4307-8A84-A3124620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006CEC3-8B32-411F-8BA1-D9B9B271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BFB46DF-0114-4C6F-98AA-6C14C315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651B882-4BBA-486C-A10B-776C2E6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8A1571E-296C-4900-A5FC-99BABF63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FD10088-EAA4-40D9-B062-411C0CBF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530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34420BB-7FB6-46C2-A285-E26656A8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C0939B0-6AC0-4C84-BC44-5250973A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3448BD4-4282-47EC-865F-F818291A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D00EA60-7583-42D8-ADA6-705EB858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8874DC3-5A4B-4BC6-8FBF-9BA495C7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0C957A4-E8B3-4FBE-9A0B-1FF7A9D3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340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77D73E1-4F48-4A0D-A854-DA1B5848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102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873D3E9-C5E5-4A2B-95A2-5C4501B2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B2BC303-53B5-4BFD-A95F-482A473E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4E36394-F91B-4740-8E7F-8EE67E11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5726201-E879-434E-B0EE-E9146718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5E4A1AF-32D6-40A8-916B-3B436359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9866B78-3C6B-4833-81EF-CD1C3788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9B9DA8B-FDBA-4EFB-A9F6-81946F99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3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E882B00-EDF8-4644-8D80-BE766592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968F367-009C-4E18-93BC-B5964456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3D59176-9E44-4D6F-B516-09648BDF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5DD5465-15EB-40E5-9B57-4C232490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573E5DA-73E6-4377-84B6-B7282714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DC57A3C-4A73-4D2B-9502-7CEE7457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D911872-985C-43B0-852E-61DBDC94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6D8C3DE-C758-45CA-9A52-24BBF4B3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99CB9A3-5148-4409-BEDA-2C17258A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3E69613-D3A9-4014-99F4-E9CF0782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B9C42DD-3106-4B19-880B-6FA89D9C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12E8AC8-A75E-4FE2-9043-9D1D94AB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E57A35B-B852-4428-BDB3-D2A14D14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055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FC6005A-3DFE-4046-8B14-C43E2C7F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817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1CCE2AF-C0E2-4392-B8F0-43790C5A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93A178E-D165-4120-AD79-F1ABA88A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B306819-F372-4AD7-83CB-8B96CD9E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194C61F-4552-4EAB-B7F5-12EAB2F0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61DDD6F-43B1-4C50-9C12-CBBE04AF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F9D80D7B-98F4-4740-8157-8394B9E9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AE6237A0-1EC5-456C-9355-06684D35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38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756C80E-A718-4BFB-AA67-A87A433E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0F805FA-B7A4-458A-BE2D-802DDEB1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041B352-7462-40E0-92ED-FF7D782E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E428504-F63A-4B40-BF4C-67DAC4A5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604C5BE-68D1-4206-917B-C224A499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84999AD-82AB-4AC6-837E-954A384F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198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B45D44F6-F9AE-4C29-A1B7-BEF17EFE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960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502A790F-6B89-4948-B108-894F8E3D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CE7898E-7A5D-42B1-B4FC-5C7AB9A4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8B99E44-6537-4BA4-A4FA-55655EFD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3A0B6FA-9A15-4F56-AF95-60DF92D6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F34DD2C-97A7-4824-B3D1-2AB57CC4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CC8BBEE-491E-4129-BB94-1B9BC439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770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2BAB3D5-A63D-4FEE-9537-84B5BD56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532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6FA6914-4603-4665-8F32-B4567293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2488BE64-6F03-48E8-878B-EC0501FF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6881357-9537-4518-966E-C7511846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6F348F7-BA4E-4FA8-A897-CF4DEDCF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4EA60CE-BD97-4F39-908E-5718435E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A9F548C-604B-428A-AC5B-96B3A009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342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142AD33A-F21D-435E-89B1-C7808757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104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2536F7F-A76C-4309-A193-F7EDE4A9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97E0331-80AE-4973-A96F-A5CA9E13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A38D7404-928A-407D-AE40-4345223B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7FB039F-A527-4574-9ACB-AD3A67B8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7C5DA06-F749-4B36-B3EC-19929C31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A83DFDD-4CD9-44FF-949A-05A28C80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914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A18CBB1-DBBD-4C8B-A32C-D3F0A425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67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ED23A058-5162-40E5-A9A0-0B63A256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30228526-0F0F-4A84-94E9-701E19DC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20D8A9A7-0143-4713-8E66-8F59B57E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B43A230-2B9A-4D55-A886-242A3A03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069C6598-2FD5-41F5-9FA9-A3FDD627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729461B6-E803-46C0-87C9-A79E935F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485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9535E914-3ED5-4A4D-8606-BB254B72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7247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387BE87-8CE8-468E-9148-F4FF02A6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155C15BC-0980-4D7F-A687-B128F676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6FC54E8-479C-4690-BF39-54D49827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839C6D14-1287-4EDC-A548-BA239ED4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D061794-4D4E-44EB-836E-DA887AE0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764370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71200ED-BDB8-4701-9FA4-28EDB40B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C6F5D-DCDB-44F7-85D9-B5F5BD52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0CE10-1F7D-4C6A-A69A-03C93053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FCCF9-525F-4AF5-B3FC-4CB834B1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Listado de alumnos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A49CB-CAD5-4A01-A7D2-A01C57FF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Grupo: ____________________   Evaluación: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8B764-805B-49AC-92DC-DB174B8A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C0184-9BAD-477C-A704-E2509632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3F070-6C59-4A96-B676-C9B51B0F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D8DC4-753A-4B2C-AC3F-825957D6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8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EC877-307F-4865-8A9D-7C385886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97AA7-38AA-4413-8E96-60EF2809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Alumno/a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90F61-B5F4-45FD-BE02-40B9137D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B15E3-19DD-4E45-93A6-0062385E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49209-CCC4-4C41-AF4A-046B5807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362B9-8A82-40A6-A13F-B89E021E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7E6D2-3F5A-483D-A88C-900608B4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C88F5-4E4E-435D-AC74-1D5699C9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D0658-CAD4-4F30-8D99-00EFF8E6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13713-C85C-4B16-9040-5A071766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FFFCE3-0927-4959-885F-B4913898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57EC7B-9FD2-4080-BF75-CB0027A2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E2D9C8-4733-4AB4-B607-8F072565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CA63BD-B379-4F98-89E7-76196E64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F553D9-ECD8-416F-8505-941DCB2E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DD4E5F-B238-4F28-BF95-FB9229C6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907FCF-79B9-45AD-8501-E5162BB8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EF122B-046B-4253-BC71-68EA4E54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6785C5-AD24-4B2B-9589-0B47761D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0A2571-5DD0-4711-9DB4-A9650FF0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DCA323-B399-4552-864D-9CDD66F6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F3056B-B484-42CA-9663-EF928B72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117894-7C16-4404-8C48-E7DAAAA2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40102A-32A6-4222-A4E6-441A6D1A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673014-2415-4A27-B69D-99715CD7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907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7BFCD7-9B0B-4FF1-91EF-F66D0D2F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64859F-1CF3-4028-9CAE-F73995A7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06D3C8-7D29-4283-9933-07E35739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B81363-82F0-475A-9BFE-450770AC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DBAB37-99FE-4F05-8D00-5BCD4F6C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BED267-C924-44D8-8550-658ABD81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C0ECBD-2931-4D51-B6C9-DEC6EFF0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DCDE11-157F-4E5A-9998-A22ED6DA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45440D-15F9-4D42-9EAF-8427F22A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E8CCA1-C096-4335-9FC9-4D021B4D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CD783F-6BCD-4D08-A8C2-141E19DB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D30C47-525D-43A7-AC46-39D7456D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1A3013-283C-4260-B320-CEF74F9E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1135A6-7F96-4FDC-8687-58641D28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B8A005-F06B-43BF-9FA4-EDAD2916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A2BA3E-2E52-4830-AB3D-79816ECE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893160-B367-416B-A4C5-B2074BE8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027F6A-BAF5-4056-9487-E583B045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DC9A0F-0D6A-4861-96AB-A77DCD3F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DFF66A-7CC0-486D-9C47-20A56E58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57C3C1-E073-4BCF-8566-ACAD76AC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524ADA-AB83-43AC-92F6-259F39B7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B91E17F-F389-4400-BC67-37B75F07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861BF3-CE69-466E-BCA8-8951CE83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B72B10C-DC82-463A-9B60-8F81124B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27A98A-C12E-46D2-A76C-7F6B12A5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99C0FEA-BBC8-4C0E-8A05-C0AEBBA4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7CB9F9-2933-4669-B010-31C4AB42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194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D7BC02-7A7C-4E2D-A0A2-FC2FD91B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BD5CB8A-D0E5-44E7-BE7B-C877BE66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E4C66A-9781-4BC7-AF30-86667A0F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F696940-A9EB-48AA-874C-4DC69EB4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D645D82-697F-4DE3-BD16-FB560F06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23C3358-2463-4C84-9E7C-98896A7C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FDCFC06-C54D-457D-9E41-2ADB0145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32EF594-96AE-4C80-A42D-1FA1AACB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528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39F046-6190-4C31-AECE-0A963B74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F6181D-E694-4DA1-9EF7-C0329D17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39E96BD-3B3A-4788-966B-FB575212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2C0EB46-E4FD-47FB-9E7E-91D2FB9A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3E2EDD9-160B-4EA8-826B-76B0DEDE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81966C8-1863-4C21-970F-B5D5D5D8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33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229E421-5002-48D1-8E25-CB0B9E7F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02986B7-CA3B-4423-83A2-C93CF16B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0B4BE8D-E656-44CC-9CB6-A4907268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82C31DC-6C04-4BF9-9565-D3F278CB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6175C07-0398-4276-BC39-8EFEF2D6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E3B5748-3EF7-4BF9-BDED-CC57D0DF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DA42A83-8519-4208-B50C-F39259DF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70F4D8F-E6A8-4DAD-BA7A-6839B6BE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E581EEE-C5FC-46A0-9F85-9C83E3F4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CE6631C-FE3D-4DFD-ADC0-FC36FDD6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53D4806-6D5A-4B65-AF83-7447EAAA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6552F9E-5EB4-4623-B1F9-A5047C15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0EDA433-BDCD-4ADC-9595-3C969ED1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FDC0E6B-647B-4F61-9137-257501EA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481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23943FE-89C2-4B6B-8E7B-3FB8FE6D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243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26E9DFF-6EFA-4528-B912-194ACEDC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AF79484-17C9-4BA9-A9E7-C8848F1C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C7E03D1-43A5-4FD8-B29F-4CABA929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5630FF2-7C64-4913-B585-463A9DBE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449E070-2A4F-423A-A67A-96E95917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F846065-6038-4971-B48C-68F8066B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3295C20-4B28-43D1-AE9A-ED78E935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1BABFCF-8019-4B36-8767-2D8A4550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E4BF16E-BCC0-4341-92BA-E2A40CFE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D3B7FE5-4451-4BFA-A3C8-49BF6564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E059266-23DE-49FB-9DC9-C58E162B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366FCF0-4937-4540-B34D-211D60DA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60560DF-8794-49EF-B93E-FCAD214A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36000A4-099E-46F5-92AF-1D861D24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386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46C4E98-DAF6-47A9-8174-14C56462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0D58DFD-EC1A-4A3C-8BD2-3F13E0CA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6ECCB5B-D989-4632-A2F0-98BD1510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3169586-4ADC-499E-884D-315649F9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678A275-A909-4E58-9B67-8846EDAF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DF8D118-BF33-4A73-9C2E-52B4C9F4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1B63BE9-63A6-4B5F-A722-7C50C6BE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95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30DF7CE-7CA8-4972-9D6B-3AEC9AB9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B2A286D-D7DD-4C35-B86F-4B45F50A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3A61431-DF4C-43DB-AFC1-72A6CDC9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F82A290-85BD-4F34-9016-9B62AC3A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DC65BA3-2907-4AB0-AABB-0AC9A4BD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2D6F14C-A4A7-46FC-8020-2D9786F7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88E2C71-7000-4E8B-A365-ECB11626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530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08C35AB-FCBD-49FE-9A9F-74F3EA46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EDEDE23-43AE-4786-99D9-1573CF18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4A6DCA3-78B5-4629-A2F7-417B1C20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23FE0FF-D333-437B-9BA2-9426345C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380B210-A4EF-4BA6-959B-B9B3344F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44D8A14-1456-4A06-A585-D0369649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340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73FF0D5-9F1E-4864-B954-4BA1CF76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102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00C6EDA-561B-4E1A-9597-26F3644B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63C80A7-BC06-4131-8951-C6151E89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282E215-34ED-47D8-84BC-51574FB4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D5C51EB-17CD-4A68-B8CA-4D013D02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F567DBE-067F-4752-90EC-1FC33001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D441D67-A334-4A17-87AE-D02948D8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803CEFE-5F22-42CE-A033-053AA1A1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3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1C594BB-0C20-4BBB-8FE4-07EDB437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A330A29-02FB-43C4-ACCD-1CC7BF55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B22DCB5-2709-4ECC-A583-DC6A82F7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721B8A9-EAFC-4F03-A5E2-E2E5FD99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C8C0DF6-4FA6-47C0-B13C-81CB6904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0677C4A-A589-4F7D-AA91-BC36989C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352AB58-3FE5-4121-894C-4DD65BA5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5F623B1-94B7-4912-A7C5-4B143C2C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4B1FA25-413C-41A5-934F-6332E856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BC5DAFD-1285-40CA-9965-FC225B5C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C230F69-3D80-4A7B-A07F-E04C8C6F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4554765-F92B-4F7A-80EA-4F50B544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7ED4E2D-04B4-468B-A9DC-A0C7BCDC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055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587AE17-4EAE-4AC2-8078-64933232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817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F058B97-DA07-4B5C-811B-02E4F608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727FAF5-97DF-4055-91F1-37524DEF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2949E2D-EE38-4076-9442-EFE79BAB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EF75F45-1C3C-41E6-BD83-84F3C908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C5EF521-4D03-4B69-AB57-08F5C720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C9B837F-1AA9-44AA-9A44-3A697568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C884429-2A8E-4119-9DB1-7BACB649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38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545D0D0-091C-474A-A9DB-10399897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0FFAEAE-8C98-4CC8-AF73-AFE4B7FA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452BD17-F738-4D27-B493-93EEECAB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B104689-00F2-45E6-9640-A60CB5AE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BB317E1-1E62-4536-9007-0E998CF4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8E416AE-0DBE-4508-8402-C03EC24B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198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D4DA700-CC0D-4211-945B-FA461560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960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E17544B-5142-4361-AAE2-72BBB9F9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9A10171-97C1-474A-89C5-88115B94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A48A68F-5E3C-40DB-9F94-EAD0E4CB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00A2EF3-352C-434C-B758-C2A88526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C742033-F8DE-4E02-854C-90ABDC0D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BDD1A61A-AF48-4C6E-BC36-DC4FBCF8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770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CFCB981-F3C1-4547-BA7D-D5BF7E66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532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3D78E9F-E66E-4B6B-AE33-F9E59308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D21AB736-1DD6-44F5-AF96-84BE21D4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6316006A-B9D0-4665-9F3A-CCF11DC3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DFB26414-7F8C-40AD-9991-6C1DA1EA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1BC4812-6582-4CBC-B46C-757E9694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F208151-1D9B-4413-8FB4-04F4E779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342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1C314029-7B34-4230-BDB4-A8F791B3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104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05BB977-9AC3-4129-B21D-579400BC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351C305C-2B6B-4FB3-AF5C-EBC23154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0F338E9E-F3A3-48F5-A05B-87A893D7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F0E81EF2-AF74-4556-B0AB-83725E7B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1CBB137-B625-4041-8D56-1E5BD23F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9AE9CC4-9742-40F6-A8A3-CD6E6C2C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914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4FB2BFF-8670-43AC-AACC-BC95C8A8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67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9BC32DE-FB1D-46F0-A652-78865E53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6FAA22C0-1221-48E2-9753-A0EE22EE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12A61241-D284-46A4-B570-2D296782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84A4D11D-4285-4FA0-A8FF-850EA403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C3172EEC-EF5B-4EDE-AF8F-463DFF76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8C6490EE-C4AB-4443-9F1E-34730F55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485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D1B9002C-CB9D-4A67-82AC-A0773D57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7247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7943B455-C60F-485A-9D1C-93FA0DF2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12C3260-87DE-4302-A7F4-3ADA029F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101CBAE9-7903-451B-A1E8-5D3F6C96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6EA1224E-37EC-4355-884C-C8E0D6F7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967C66F7-16DB-462A-A54C-9607C4CA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907428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E1F47D7-9729-43CF-8779-C1AD3FC7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D4C30-416B-4EFA-BDA3-204F16A5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3A6CA-636C-4452-B313-FD17FE4F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A7BF5-258A-4A80-AA6D-1718C9A7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Listado de alumnos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684C9-0BF4-4EEA-9116-0CD1CA61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Grupo: ____________________   Evaluación: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CED87-846A-47B9-B5FC-EC78250E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DC006-7210-40C6-9FF7-A207DD94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68E9F-0797-4EE1-9E92-AFDD61C9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E53F0-08D9-40DD-BA7F-28C2B586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8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5DC93-435A-4EA3-B907-A0F62793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B9533-E639-4ACA-ABD6-A01B0660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Alumno/a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C20B9-E7E4-4DBB-8607-EDB7106A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B1765-9801-45C4-81B1-17BB25B9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D5EB1-ECA7-4432-AB62-9BCB6C81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05AFB-D462-458B-9BD9-817276CC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FC10B-9CD0-4B32-8B3C-7D5D962D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53FB8-E908-47DC-8B28-E5902934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DE0430-2815-49F9-ADDA-F8D1E03E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3A0E06-A249-4ADC-9DD4-92085667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DCB6E-4C53-4ADA-8E81-03D62A00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ACF750-8E9F-448A-A5D4-9A0F74B5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2CC3B1-342D-4A5A-8C90-7062A463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E7B758-ED0D-49C9-A47A-7144F357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913F2F-D9D3-430B-BE3F-904B30AF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5E564F-5831-4E2B-B08A-E67CAE99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25957C-63B8-425B-B2F7-75C16396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AECEDC-B74D-41FD-8E8A-5EEEFF61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57244B-60EE-42FD-86CB-C2A4361F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7C0548-B5C2-4945-BFCF-B02AAE08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5915C5-554F-4399-B184-0B35077E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089714-17AA-4E9F-B1D6-329D4C7F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DBB31D-E1C6-4461-8AD4-D4022ADB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B2E0BE-5A7E-443C-99D6-7214C268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A76963-6BBD-4877-9192-4F7B1C72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907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B384E5-F506-4161-BE2E-6DB60839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3370B7-7BDF-4465-AE36-60B5D577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E3E46B-8856-43AA-BC8F-ED9AA433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5EAD3D-D07E-4CAB-B563-80A48F2E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471E73-E29A-43C9-AC75-4709EF89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816764-6C29-4336-9E1E-21B48AA2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15808B-21CF-4446-8E33-EA89AA73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E48C30-24B7-4D98-AD59-941335A8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0E6CB3-65D7-466C-847D-BAC005C1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7BA575-C6F6-4AF3-A777-C8A83377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1A35AE-663E-4D5E-8A94-D8696308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D5DDF8-9273-42F2-AF18-47A6D33F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771678-712A-41E5-BD5B-216D20F9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532055-4961-499D-9843-2E44D7AA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4F8B9F-AD0B-40C1-9C69-1B8E91BB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0067E6-C2EB-47E1-A822-6A927D20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FC4CC66-046F-408F-8EC5-5793F880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3F0B42-9483-44EE-8FAD-4A1ED1EE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E613FF-3681-4D25-8170-F4D540F4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43399B-49D6-4B82-B5D9-4091F999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DCA193-B0B0-49A2-A582-30F90B88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4C645D-B90D-4EE6-B4BE-4A0EB705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BBBC4CF-AB1C-4E32-B826-14589019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8774A6-D4C7-4C60-981C-4EFE36CC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AA3840D-78DB-4FC0-8BF9-60EBAC46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B3ED2E-EBC8-4D24-9FCF-2A1CA779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495D530-CBB7-49E1-AF1C-C69632E5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11F4F95-27AA-47AA-B7B6-C3C46C8E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194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554B0B-680F-4965-8A65-61B265C2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F7CF8EE-71E4-4281-81C4-1A049F82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18D9E9-5F5C-46CA-9D97-2A5CE356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570BC0-7CDB-4D23-8BFF-71D94A0D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E1A748-F670-4701-A600-59DB7669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29D17D-E2E8-4879-98D7-DF592C3A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F78D666-8665-40BA-8B1B-9D8761B8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F64E126-D924-42E0-804E-6EB43111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528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4F94177-1692-4919-BBAE-2B3E209F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E20EBFE-FA4E-4CA8-BE2B-850F3AD4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0A1EDFD-4E15-4059-9DBF-99C00DDA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0490C8C-1D99-4502-8F00-6865B79E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B55F604-423B-47B2-B4BE-699217E4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75C0E65-AB0F-45D9-9FBD-DE30A314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33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4369E8-606A-406B-B663-A0D68E54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EA2CD06-6B3E-4C34-8687-73C36460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9077D1B-4A84-4F79-B1F5-01E337B2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15A2825-E74C-40CC-98BF-045E0644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D06C277-4752-4518-909A-6151FA34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96E4BDA-6BC9-48F5-9E72-E0B014AF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5D81256-55E7-42AE-85F9-0890E98A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1063270-D0E0-427F-A1A9-D7AADF62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AE20374-9961-40B2-882C-4C8CCCA7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F169040-9524-4DA9-9B83-2E835E52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C2CD3FC-056E-442C-A318-DA457A8B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2E26607-5317-489D-9CDD-645ECF4B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A17C03E-B296-494F-A17F-073D038F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FE6F437-AF38-4B5C-B2F5-FBDD616C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481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00FAE0C-1006-440E-8FFB-C6E151AA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243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ED98079-6249-4365-89FC-BE9B5558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EEEDB5C-DD60-4BFD-9A37-BE6E745B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42361C7-359E-40B6-9DCC-72E1FEEE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B282C34-3E95-471E-B611-1BBFF8A8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E98EBB4-A7BC-4B04-A5A5-50E063A2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C7C9E0B-BC0D-49A5-B504-CF6B5D23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8896DDB-B8B6-4F83-9CA4-2BFC9EA2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5CA724-1510-4B74-BF80-0A786C7E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376507B-1844-4250-849A-CB906292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53F008B-CB83-40B1-806E-4D38B8A7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A44FCA9-DEDE-4E61-80F5-83DF1B5B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678DEBD-C4B7-4E04-A65F-05E3BD74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6292EEF-FF3C-4209-B058-C778A90B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74C1E52-2530-45F6-9821-6235241C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386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15B720D-E8D5-4399-B78E-B2E25398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98D55B6-E786-45C6-90DB-A00ADB6D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7980DA4-982C-43AC-9967-0EF97D7D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4B1613A-5E3C-44EE-A5FF-71B90668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6153618-186F-4282-BF13-C55FBA0C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8EF64DB-988F-49FA-A3CC-FBD7B428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E844035-A293-4679-870E-E826E035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95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68F4A3B-D7B3-4844-BACC-65944750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E7342DF-74AF-42CB-9B77-B8F40C7D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FD39CF0-6699-4CCF-9CEF-FD0BA587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6F8A3F6-25F1-4EC4-BC94-689AEF84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547AC60-5237-4CB4-9808-2A86CA2F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8B08BA6-FCE1-4500-B8C2-89D83CE0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6C16134-160D-43C7-ACDF-897D3649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530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84F7919-39AB-4D0D-86C8-7C93CAB8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2768088-0C92-4F57-B19F-FAFEEF5A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3EC90F8-B672-4118-807A-7E5A5706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7C42413-169A-4429-B0E8-DEBA2AA5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3382AA0-7E09-4479-8F60-6C6DF0CD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568C137-AF29-43C3-A4CF-79B98CD7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340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937D375-58AB-43FC-8634-E49ADE70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102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EBB464D-C5DA-4050-ADD1-1522C6DC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F136D28-C522-4D7F-A41C-00E2C4E8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E2589563-1AFB-4D8E-9F5A-90A64079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49ED28B-F2CC-4A04-9A65-DC9B3FB2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5F78097-1BBA-4C4F-A8B4-9B9848B8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12C7D4E-9B70-44D7-B123-F2C6B7C5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7522CB9-4CC9-42E1-827A-C0EE3C52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3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0E2E46C-17F6-448A-AEFC-225F110C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784B2F0-D636-4962-9910-C0AD7BE7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CA6E825-3452-4BE0-A38C-E00D9F6F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A4D074D-095D-47A0-B221-97FEEE3C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4F483A5-11B9-49B0-89B4-7AEC7DAB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AC20089-F3A0-4C51-B5B9-C10A63B7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D380A19-35BD-4B3E-A0F7-45BAB120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E32CC44-6BAF-4F97-B49B-FD90F1A5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E1E6DC2-15EC-4B29-B1AC-2F67185A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5EC166C-C35B-4A56-9DF9-086313D2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700A3BC-E731-4D60-8331-37DECA6A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CD5C226-09E4-4C70-A86A-CA53E05F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6CF4232-8372-4B76-9634-C17DA316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055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520EF17-2EB0-456C-8172-AE828172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817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0FAC676-A344-4BD2-A68E-DEE8ADFC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1787F09-1CCD-4910-8298-4B5E06B9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AEB3351-9FB1-4DBE-9144-BC4CBC6A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5124079-044F-4760-9143-184B0266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555EA6F-D8E0-4167-898D-FB99B467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B9C7139-49F5-4D67-9BF7-09E1D8C8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D0FB645-301B-4D22-B947-F1AAD5F5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38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E7A21E1-3444-4F48-868F-C12D8C49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34F79CA-146B-4E9A-8C15-F847EACD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30B1D24-2055-4AF2-BA1A-A3B45C91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416BDEC-82B4-4ED9-A7DD-9BD268CA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55D0208-16BA-43AB-9221-FA2102E8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7C7585E3-952F-4AB6-A108-5E4A15EC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198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B95EF7A-35A9-49F3-932F-F734BC46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960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B186EDE7-B9C8-4A29-B5D3-75205A2A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389C7BD-115F-4789-8A8E-1625F274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35DDC60-7095-4B95-9C4F-53EF9C71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0B6F221-0785-4110-9D3D-A0CC4E01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65C825A-EE12-400F-85CE-4A51B141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62117166-7087-4B2A-8FEB-E61640F1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770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B7A8472-52FF-4CAE-8CDC-910EED2B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532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77484A0-2349-40A9-AEF8-60D7B7F9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8751D34-B9C2-4966-9184-E81B18F0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2CF4389-AEBE-4E7C-A12F-36ADA355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928BD65-E5A3-4976-A8FA-C2ECDF85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E605EA0-D640-4178-8C32-2072B76A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FEDE11F-17A4-4A29-B176-3DA39080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342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7F4E6793-B83B-4E60-A5C6-A53336C7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104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08A0088-5126-43F0-B235-C77FA7AC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012F59D-31BC-41A9-BEC2-EE02470B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BA1810A-33BB-45AD-BA0E-BD13FAB8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0AC8AD3C-38F9-4162-B7FE-649EBCA3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22386CD-D6D3-4F2C-9358-AB6503B7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97BA39B-F8DA-4F43-8B35-CFCE15D3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914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8D25DD9-D45A-4C2F-BE86-907BD19C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67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2A2FC7A-DDFF-4372-AA9E-02F4490A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0F05C3F0-C144-4E82-9E97-5D26CA4D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4769867-631A-4C83-ABF6-343E3EB7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34450317-11BA-4A0B-9294-DCD6224D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E83F3828-4131-4D3C-BE74-3239CBDD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74326447-8D9E-4D35-8414-4135F61A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485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F429181-0F2C-4373-A085-F271131E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7247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F508A0B-A654-4DC7-AA75-35CC6C59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07D84D7A-E8A3-4B6C-88F9-0B2AAA31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7B51E01D-D1EC-4A57-9C18-0D2378A6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6B700DE-1D97-4391-BE6C-1BA40C14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D65DEE3-7323-4D29-8B6B-89936068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047305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1990A8E-296F-41F2-BFCE-A81AFDE6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3D4C6-4384-4B56-A6C4-B8CFA7A6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21582-8DAB-4BFD-B8E0-B90880A7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33A2C-863F-455F-9E88-E39885EC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Listado de alumnos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F900C-54BA-49BC-85A5-DB6E9ED2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Grupo: ____________________   Evaluación: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A64F5-1F09-4FCC-834B-F0657A3C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53C61-76BE-466B-AD70-9EC4ED91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0DAB2-E534-4433-BA24-25F870C5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63D53-725F-402F-A16F-F434162F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8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A69DC-B368-467C-BB5D-2A57CE61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1DEEA-F842-4A9C-B2B9-7AB85377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Alumno/a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29366-4911-471F-93FC-2A5F602E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F1233-34BF-4CC0-B9D0-036B0DEB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4E2CC-C694-4815-892A-60121EB8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5DC2C-448D-416E-B238-311047EA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7A4E7-4CAD-45E9-B53C-B496E0CF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EDA16B-43C0-4891-A74D-9B6EFCC0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9FFA4-83BC-4241-AF3D-E0814C76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1874C-0437-4E84-BC3A-FBA3B945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45B841-06DD-49CB-B21D-2D675388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2FDFB-E36B-493F-9735-98B0D6F2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A412A-81F9-4791-AD2D-077EE44A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259DD-135C-465A-B2C2-020D6F88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09872D-C76D-41CB-97FB-908A1265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285811-9984-40D0-A200-EBB5AA96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01ECF0-7667-4467-BC9E-DD35D7BE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203D0A-E00A-442C-812C-F2E11109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0012E7-434D-4BB1-844C-684DEBB0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FB6DAB-5A87-4BA0-8D5A-E6B3F899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3CD8F7-E7BE-403F-9B51-6768FC41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236968-4390-4D2C-89C6-194C2567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06107C-F8E5-49D1-8B9B-19A07278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31389B-0B1C-4EDF-BCCD-697FE883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6D67AE-5A3E-4E2A-A8AD-CE3DBB10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907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A1939C-6C9D-4737-A087-F659294D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41EAD6-E7EA-4D7D-A211-45D1FAC8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739E4E-CD10-4809-A10A-BAC50E3E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96EE41-2AC3-479F-935C-379C63BB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75D0C9-51B4-4476-A873-9FC8F00E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6A8DE1-CF4B-43D2-B2F1-B13B4C71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DA3CB8-48F2-4F85-B785-C91F0D1E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747ACC-A90D-4437-AB0E-046AD135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75103A-4626-40DA-95E7-91DDA15A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D7D007-9A3D-40CE-A3FF-452EE143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87F312-820A-4B60-8232-421827EE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39D582-A5F7-49E4-AEF1-52B1419B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E0B43B-6DB7-491B-8AEA-03179CB1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7B5AF9-A28A-422C-A22F-4856DC9B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B5302D-074B-47C3-BD08-9EE88DF6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3CBB07-86CC-45CB-A8E3-53211C5D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4E98C8-1DD8-462B-BF8C-745595AA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819427-622A-436B-88B8-2CC6688A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5FD770-F09D-43CC-9D6D-35B99D57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B66395-0F21-4E27-A4A1-EB980E23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F761EBC-B802-4810-AE2B-A4414244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A80C50-F795-423A-817E-B27A88BC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466735-54DD-44D4-8082-871F89A4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531167-CA55-4028-9A3E-722C7BE9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6AC788-4587-43A9-93ED-C8915A40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F80737-319A-49F2-9FF5-EBF1CB2E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EB1BA3-57A8-4A17-86D5-8CC78C1B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5785B04-46C2-4845-81B5-8D007994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194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53CB891-6968-4A24-9122-34442407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A75CBA-F865-4942-B778-7FF7CBB8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C3F991-211D-4D0B-8B75-DBD67281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E7481DB-333B-4201-9A49-7F743C9C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7001BA5-4555-40C3-80FC-277A23AF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107ED0-3734-4B05-BCA5-6404C2D6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457C48C-667C-4552-B946-4F338607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8951F03-DB2A-4506-AD87-9536AED9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528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6038E89-D0A3-4E12-8E9A-C2AF25E2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1464D1E-F240-4755-A84F-A632BF60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A542774-7AA8-44F1-9380-E44C4BFF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C3CFE1A-1ABA-4F4F-B544-1DCE4780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9420958-493E-41B7-8863-605B0263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9F8BB05-BF4A-47B0-BDA3-7225D017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33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B808379-6001-402B-B5A8-FABC75CE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59B76BD-8FE9-4B21-8D7D-C0CF9BF1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2AA5F7A-AA44-474F-9ABA-27B870E6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CCBD6EA-AC45-4678-A876-3C35BD9B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5E56A7C-1806-4780-B886-C4461286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745A93C-B480-4B93-8A89-A93F269D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1EC2646-3D92-42FF-8A80-9F3C345A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93A6ACD-EB42-4FDD-9F33-BA425066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53F31DD-02C2-4E98-AA29-B9D9204E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830665D-6F47-4E39-AC36-93FD729D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FBE4A7A-41A3-4755-9C27-2493E9FA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0648302-D23D-46F8-AF00-394E65E1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02F93DB-C45E-49F1-9502-0B541DC4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0EB69D1-D07B-4B6C-9FFA-B253BBBC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481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4B80640-30E6-4946-9585-A042C12D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243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A0B755B-3AEB-4559-AFA5-6D2D128E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C4DBAA2-AEF8-421B-A994-C444834E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A83399A-5B62-4A85-B42E-CBE2A639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7C93E74-3E6E-4B65-B4AD-85334B7C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7D7A8BD-9745-4586-A4D7-69FD1D02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700E8EB-628E-4CB2-90EA-7074E4C6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3780EA9-57DA-4714-9461-A04BB51D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F34000E-352A-4007-9346-561047F8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1FD0221-4E98-47F8-92BD-42FCAD39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35CE5DB-876A-49E8-A2AD-33893A59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3F6D5F4-B185-4712-86AC-6D36A651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BFCA6B8-B149-497E-A6AE-5F80A7A2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0642158-7C37-47F4-B398-A8BEA2B1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146A785-E31F-43E1-8921-CD152962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386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1F04563-37F0-448E-A285-991A1AD1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9207E83-52F3-466B-9733-CD67A9BF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FAEB53F-6737-4085-B8C0-CF41B776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2FD6CB3-7308-4510-BB26-C53C5983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C62D5F6-D97D-43CE-A0E1-1BA541B3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459B916-8794-4147-9452-A1040AD4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BD98D67-8770-44F0-8C99-25221B51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95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AD7E5BF-7A27-4EFE-91B4-E5A3580B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85CBCFF-6DC9-4065-83F7-8CC9310A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9514ADE-ABF2-4540-8350-67D03D08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DB4E95E-102A-4510-B5D1-81765892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C4C01D5-E17E-46DC-BFA4-FA5D78AD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C1A0826-C8AC-4C52-819F-B6A3052A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D811574-D350-4EA0-9235-99A8A72B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530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C7A6710-4F63-4816-8FF6-DD9AA3E0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55AD38E-C05E-4EEC-ACD5-DE34C39C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B02BAB5-9993-4DA4-86B2-9458F160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68FC40A-B0D2-44C8-892C-C3EDA850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9C758FE-0319-49A4-AFAE-DA633C67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B83A03E-913F-41A5-BD0F-BA1F6FE4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340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B954F35-DA44-4B19-A852-6BAEE15E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102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25BC5E1-0C36-4122-A9F7-E7B124E7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41259E8-A9BD-479C-BF72-71AF10BB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3985FF7-B5F8-40C3-A722-B0F7C9A2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E4519FB-ED9C-4E57-A41A-42113F4E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AC48700-46A3-4089-B7AE-C570A076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DAD66FE-6AEF-4AEC-935B-80480D07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14E06F4-B8AD-412D-93FE-35D09DE5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3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6A38480-D03B-48F5-B72E-1AC20062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D44097E-C894-4033-A787-95CA5621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3C3F06F-7F60-497A-9894-9C2DE9CF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AEBAFE0-1A5D-4A71-A8C8-418CDBCA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1F9CCFA-3EC9-4B60-A3ED-35CB76DF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43603A2-9DA8-4753-A7D4-7BC9E785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867D5D8-8E1D-4A0F-8C04-2F25D99F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391A925-D666-4BFF-A137-E126BBFE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C63B872-14FA-45EF-AA6E-89BCABCF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74D8BC0-ACC4-4FB9-8D22-37BEC6EA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2ECE000-0D79-48CC-95BC-8EF0C6D5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8ED4AF2-6314-4785-8DA8-43C9D170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CA19DD8-4D56-4EAE-88B6-50E4EACC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055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69F420C-4A78-4A2F-84D3-5449977B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817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650715E-35DF-4634-9148-5D82C4D1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BC762A8-F84D-4D7D-841D-3567A33B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8FE40E5-FC8B-4BFF-921B-AC249956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7B0D8480-589B-403A-AB9B-6C1AA2AC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3D9A732-736E-4CF2-B090-98E559EC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1C74DA4-547D-4218-A9E9-420E1768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1E0E6AC-80FD-4DD9-AB99-11AE1B2B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38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95D77FD-E099-4493-BCAB-70EB23DA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0B206EF-784B-4BA1-AA6F-6B03B480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878E3FB4-BC0C-4FA1-9533-72C9CE53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F18EC0CC-4AF7-4D5F-BCBD-70A25BFF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A66BCFD0-06E8-472F-94E9-8EDF23B1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6461E65-5880-41AC-846B-D1890258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198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2FFDE3B-E639-4BCD-9A16-3FA998A7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960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E498596-08DA-44E4-8D13-EC0B3F5E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602B858-216E-446D-BF6A-E05F1928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9A1360EA-4C77-4D51-A6B9-EBC61CEC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73F2D16-6304-4B04-A79B-C14CF884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30C0908-8985-49EC-896A-863E45C8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35F7471-7B13-46FA-9034-756BEB39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770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0D93D74-BE30-413A-958F-AFF80912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532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22475213-1F50-42CF-B194-23F309C5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7091AF6-9C3F-480B-989C-5856840F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57C9D5F-B89D-4A11-91A1-7C562A4B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F3CF84E-49F3-451C-8891-63AF08D8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229DBC7C-C43C-415A-A73A-5B0066B7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3EAF11D-5FA0-4103-8914-798616E6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342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F461A1A-E22F-4E84-AE70-236D3D97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104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F0A840E6-3F0C-4912-BCAF-F9C1B72A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D399930-56DA-4CC9-B6DE-13D8C57E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1344932C-46DC-4D55-9975-403CDFCD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F018CFD-FA7B-4423-9422-20027173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38172578-F07F-4426-A58E-320F2B06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7BA616F8-4169-4EB4-9437-23300E4A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914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C879D74B-61AD-435B-BEAD-83E00B27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67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3649C957-3FAD-436C-8A53-B3C944CF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6A6F3AB-9483-4BBB-9DA3-8617F849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D374356-B4F5-4992-A99A-A1525248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29D9398-4384-4C11-92DC-FEE09E11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65769657-FD88-43CC-8255-D21DBF97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63F4626E-13FC-4168-A02C-7AE32480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485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DA12191-0088-488F-AF90-47A164DE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7247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1B618D9C-E58C-472B-BC8D-59230165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E8B7E3AA-26D2-43A7-95AF-9A01FBA5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287ED97B-D09C-4728-9644-D1DDFD3C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F6C4CEB4-B29A-44ED-9400-DFE47262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5955E681-A452-45F5-A3DF-CB143192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43334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EC24C0F-C38E-44D4-A160-6508FBCB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2510F-CE54-48C5-A3BC-52AE894D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78DDE-B7A6-4A5F-A85A-4A452977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70787-C78D-4908-87B8-65E80443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Listado de alumnos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C054D-02A3-4664-91C0-A3CAA5F8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Grupo: ____________________   Evaluación: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DA611-3E1D-4C9A-8A88-30D50EFF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ECA59-34A0-4268-8379-2029EDBB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BF564-712E-4992-B7CB-16C08C6B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8D320-CF03-4B7D-905C-0C261505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8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F43C4-1560-400C-8E73-E7CE9E1B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F9CDF-7C6B-44E7-AADA-B2BA6E85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Alumno/a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81423-66B9-4E52-A1DC-242833B8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369D9-951B-4337-BE32-FF205DF6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32751-3982-43F3-ADF8-E112EFE3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EDE2D-9563-4E76-B9DE-DFDA9985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78CA7-C6BC-45E3-9ADB-5E662CD0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88414-BDE5-40BF-A0C5-1809E399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67B03-BE5D-4F07-8662-1D7BFE2A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376E7-A065-4F2C-ADB0-B7E6D52A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2E603-1AB1-422A-B970-B7A34FE3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711382-67B3-4745-A79B-DE40A14B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15787-940B-42BA-BBEF-6445915B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B1350-30E5-41D0-8A50-7CBC430A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0ACC51-FE0F-4683-967C-9E074E46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FDDAD6-8B44-4DC2-8FF3-9F80256A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7B002C-45A4-4842-9F59-5D335A43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15FD63-B9CF-428B-B73E-9217A770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83D65B-5FCD-49F0-BFD3-41C75FF6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28A2D6-BB98-4526-9C36-D2A06122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EEEFD7-6AC1-4E56-BD66-F1517623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609EBA-D827-4873-9CC7-AFE89611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CABD0B-8A35-4F03-8AF8-332D2203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51F00B-7FF1-40F0-AF5D-9D58D0EC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68C104-0A91-43B9-B430-FF3CEB08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907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B70AA3-8DFF-4D03-965A-ABFE40E3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275D84-1AAA-42BA-BC1E-F50B730C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AE0654-6B11-46BD-A002-16D14E66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22C5FB-1894-4F77-B998-ABFA8BA6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785C2E-0762-4DCC-A659-3D6A54E5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DEA2A4-1708-4CCB-AD70-6DAE2389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D50E9D-1AF8-412B-9A1A-C3E2292A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2847AC-9ED0-4EAE-8F82-39EECF0F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E96188-27B3-4D99-A34A-16B84E73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F7117A-8533-462F-8511-60D24B69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AD6B2A-3092-4568-8CF4-6B6A2C2F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9BDE75-0748-4712-951E-E0E25E7D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15B07F-C574-48BD-830B-09487414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BB2BFB-1BCE-48E5-9F1C-D6E67FC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CE5F37-AEDF-43B4-A24B-C75542C8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3C22FF-D701-4F78-A85A-3C2CB3F3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0086C3-D8B4-4554-ADB3-072C4EA0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1D1AB5-C8AA-4022-B7CB-0B2D92C2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A93513-365E-43E6-9BDE-F94BF1DB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B82995-A270-40CD-B809-7043CAAF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1C5674-C4A7-49A6-B78C-FB03CB08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F384E28-FACD-4915-84C2-61EFB733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A48101-2801-41DE-9E96-90CCCC31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F78CE7-4BEA-4266-8A4C-93280038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58EF910-99B7-46D4-960B-C736178C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6823AD-9805-46B2-8BB7-2312239C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9BBF59-36A6-4BD9-A9AE-810A0D12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AF456E-8FDF-4339-90DE-64975755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194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5520508-7EB6-4B9D-B9FC-F1C78896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4216829-19B4-4937-97F3-A00A31A1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AB1228-E705-4642-815A-11AAF079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DE6047-CDF4-43E9-9A45-29B873EA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1E95861-75D1-431C-8D0D-142137B9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D4FE461-E7BB-45B9-B648-23AA5A48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248EAC8-6595-4E0C-9F7E-3B058DC8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CF01EBD-9884-4D1D-AFB1-D899FB4D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528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A465F32-A8CD-4012-86E7-BFB8AF7B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1F43988-FDF0-4E8C-B051-273493B3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FA89837-6F85-4740-9BE9-EBCEFB61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E7F6AF7-14E2-4D6B-98EA-ED7EC16C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F3E6889-E0A1-4CE2-AB5E-CD6E3AE7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4F9641E-89F5-4A09-96CF-3FFFC24F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33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071A307-6FBC-4F84-B11E-7B1D20D1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AC10EFD-7258-4BBB-989D-0F53ACF2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7D8966C-9B21-4B26-86CC-B97D6D2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AD2C940-6422-4DA0-830F-5C0133B1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9AFA547-44A1-4D4D-882C-145AA197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34084EB-5AA8-4566-9D53-12447ECA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F8B2B3C-D905-431E-9B0C-95F2F01F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1C26AEF-6C2E-4DB4-B1D7-251639FD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A0ADEE2-1B56-43C1-9944-082157E7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95DCA1C-EE20-4A91-BB8B-B17E2E73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48BE833-91D1-41AC-98E0-CFBC0D41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62C3F62-F241-4BD9-B4CF-EC61694C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1DF983E-4845-4D07-B732-0ABD98D9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C895461-7955-447F-A31F-11C58CF7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481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070197F-16E0-4808-89E3-C6C29809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243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394B745-0B04-4E2F-B55D-CB3D4198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53CAC81-0154-444B-83F1-C0EEAA36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0C03F0E-B223-4BC6-A96E-A24938AE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B967C06-0320-4F0E-BAD2-F90B99EA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CAF8D57-0D22-431F-B5B4-2EC3F6BB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1AC775E-FB5A-4094-B8A0-1F873BD7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3DE18BE-99B9-42F5-8028-FEBAB3D1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195E497-202B-46AF-8257-4D4A51BA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6685A7F-A456-45BB-82BC-BC6C2BBA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C3543C0-A354-45F2-A747-A7E2A3BB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8B195E6-459F-46C2-B3C1-5C20C894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ACD87EB-6BEB-4870-BC66-AC8103F2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BCB594E-C020-40D2-AF85-91568D09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DA58420-7F26-48DC-99D1-5B4228CD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386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C144436-5CCF-4514-87E1-25A7AE96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FDC051C-0163-407C-9FEF-9F84F79F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BA5BE48-F9E1-4553-ADEC-98EFBB40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9A8051D-6D02-4F55-BDA1-BAEEC928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A3EFE0F-063E-4A29-A5F1-43567601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36440CE-8633-46A9-A827-3F3AD84D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FAD8026-9929-4BC8-9E76-90998C11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95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0B72247-5984-4160-B976-A81B2C54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0886C5F-35AD-4B2F-8342-FE2EFD21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635BD5F-B1ED-4D4C-8674-B67CFCDB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F1D46C3-5575-4251-810B-C14504F9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07980C6-22E3-43F7-8807-5C75F61D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8E24721-A53B-435B-8E72-74AFC1E4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2D84FE4-AB37-40FC-87F5-31A01E8A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530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CB476F8-B7EC-4922-8B0C-EE186BF5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A4A9FE7-F7EA-4163-9012-9AC993B9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3497618-172F-46DA-983D-25D3299C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C0259FB-CD1F-4945-99D5-B3E9E114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8A5842F-A20B-4109-8CDA-835D1F12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69DE476-D285-4035-8E7F-B7E0C576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340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BBCD92D-791C-4152-923F-7442F1AE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102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A40674F-83F6-4F83-B3AB-E0E84420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2E1E7B7-43BB-44EE-A061-07F29784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1D4F28E-9A60-44AF-8D17-6FDE877E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4FF66F4-DDC8-4968-88F4-14994594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DDB3921-476F-4D23-9120-91FA3D40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1CED11C-6D37-4A81-9948-E950C7FE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836422E-EC31-4D6F-B726-A2CEAA66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3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C3105C8-85EC-4920-88BE-645C03BE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3A2CE7BA-6772-4A73-A4EF-57015802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AAF8547-C19E-4A2D-86CC-A5B88DF5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B3E408A-23D7-46A6-8141-CB9655EB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EC8ACBE-1D6B-4A91-B01A-C5AE760F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5059B5D-D2F2-4A8E-A6DB-D36D8874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3C0D1BF-4DCE-4BDC-B378-9755961E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FF2BFA9-B394-467E-B962-AB42AA30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A6591D1-5C76-4272-BA79-9D83DB3C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031177B-E136-40AA-98F9-A59149C9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E79BA9A-8BB7-4102-BEDE-4806AA0D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0D88B4C-B7F0-4CE4-B52C-652662DD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007F4A9-657B-453E-B7C8-63B1686B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055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DB7924D-BEA6-4EEC-96F5-0D4BD0A3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817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48EDE25-AF86-4189-B799-79794775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4F57697-F454-4D01-BD97-714D88BF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FBA1062-18AC-46FF-9A5F-9825D1D2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0FC0E05-C240-486A-9A52-5B7929D7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F6AA0AA-2625-48C4-9E06-B61239D1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42AAA49-4B00-450E-95E0-B2A87244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ED96C06-6FE4-4AA1-86DF-664190E7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38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B55B7B6-3A28-4F06-9171-8D5B4F81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13668DD-0465-44D1-9148-E476A28E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8DD365D-0568-4094-BE51-9CB58D8B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DE9C8EC-A978-40D2-B313-D718033D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46CE1DE-24DC-4BE2-B26F-1C8F2DAE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5E267B3-6D59-4F32-BCB9-47EB2376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198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A8C2899-A7B9-41FF-A12B-EC254970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960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C73950A9-0BD6-4FD1-8A4C-6240FDC6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BC9A41F-1AA5-4921-99EA-78EFF184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14395AA-DB66-4BE7-B6DE-0AC92350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72D5C88A-C7CD-4796-B521-E191679C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616BB45F-1FC2-48D1-AAE1-3231028E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3DFCE6F-30BF-4E06-80FE-15B1EBF8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770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224A6103-4475-4BC2-91B1-41417383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532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F2AA4BA-8DD3-48C9-BE15-AC421C04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9636694-BB20-4075-AB42-6BE932E3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34DE662C-73A6-478C-A2D6-3ABA062F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3209526-B90B-4175-8948-B69BF8EE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DF28B0A-E40E-41B1-96EB-FCA1CEEA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D93408E0-6570-46BA-B80C-2D29DCB3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342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9D7966A9-D3BA-4899-9ACC-8B3CB219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104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E720771-E07B-4D6F-A3DA-2C6FE880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3C23F42D-FC26-4525-B091-987E4CA5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84057B1-F84D-420D-A2E3-B50BA0EF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308F665-9CB2-4177-B455-EA34D3AA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9B7E81CD-46D7-47A5-9C36-A2D04933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602D0BA4-D8A4-4724-BDEE-23D8A48F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914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73607F96-FE7D-4ACD-B1FA-F00261D3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67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D686B414-5F64-47F3-AAD5-C3F0E459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5E6CF445-D715-4FEB-BF0D-CDF40361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E77586DB-CA6B-47D9-9B4D-699561C9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B2494AA4-CC7D-4CB6-A271-36D06C2F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9736620F-F196-4776-A0FC-29709D89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7C8BD5D1-E919-49B7-A324-8C7D74EE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485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64612F79-3E2A-4317-858B-CAFD4C9B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7247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BDC912DA-DF59-4672-BBF7-845C1AB6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235300E0-1BAA-49EB-94FA-B70861DD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75A4AE8-FBFE-4B28-B03A-410B24B2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D9ECF32E-E09B-4F36-ABDA-B0A66237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4E7E1ABC-5F05-4A4F-A6C7-D53E4973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38259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B5AF275-33DA-4866-ADF0-677C454C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ABBD2-A606-4E16-8588-2AEF33BF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32930-5183-4D6C-B3D6-30700DAA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FA359-403A-4A04-82F9-E5721D4C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Listado de alumnos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6C6C8-705A-40A6-882A-A8596DD1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Grupo: ____________________   Evaluación: 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72CB7-0F9D-4CCE-A304-1EFB8581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6E457-49F0-4283-87E4-32AD90DE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0A5DC-14BA-405C-AC10-F59D77EA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192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04A58-A50F-44DD-A3FB-36E0D296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28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F8123-4F4C-4791-83A1-E609F1D9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6E0DB-2DD3-4C01-B921-CAFD3DB9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Alumno/a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58877-1C0D-4B46-A782-91920921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EFA07-6BE5-4C0E-8F46-6635B4A0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D9EA9-CAE6-4469-B6DD-48767813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BD7EC-45B7-48B7-8DFB-DFE4D78B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D9A39-9AA7-4937-B595-E4CC5F9C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219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775B2-7AEB-4361-A7BA-9245C636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95400"/>
            <a:ext cx="514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21A9E-84C3-415D-A40D-0F53D0D4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2192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02A6CD-5E51-46FE-96D2-8CC2CC09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95400"/>
            <a:ext cx="1962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70035-5841-4BA1-A678-BF95FC50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763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8ABA2-3A3D-4C9A-A141-D41BFC44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525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E5889-A76E-4A96-90CA-18E1ECAD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AF3DA-2DC7-4382-97E2-7D09B5F5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58313B-978C-4FD2-9A43-1C2474FE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24677C-9FF8-47D1-93FA-88BC9409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4763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369F2-F91D-4399-BE77-160E907E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763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8D7A26-0201-48A4-A2C7-2BBD57DC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335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3E6213-E02E-4843-A726-0F39E8DF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097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1B2270-94D5-4701-BA64-85964E2D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E3B2C1-0F72-4DF7-8215-386D9A3A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999F15-D3C5-4A83-B2CB-11DB733D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DE8E51-A9DF-4C9F-9C0C-FE8901CA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733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3E5F43-F61B-4379-9B25-C6CAEC4A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65FF46-D6FF-441E-BF7B-2C720640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907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17DB7B-DA49-4454-8829-043D3856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669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6E1E18-0CB3-4106-9A64-DBED0303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96D970-15D8-4809-8702-5C47CCD1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A41B77-8774-4C57-BF68-5C5D3330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96B2DE-8841-4CBF-A6E5-17631F28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907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17200C-8A26-43A7-86AC-3961B2E4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907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55606B-7D19-4F5D-825A-803FC807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479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9491D93-741C-4E0D-84C6-5238B6C4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059B30-9C83-4AB7-98B1-E3E00632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AF216F-434B-4EAC-BEF6-60C80F3F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19E223-0BC8-4A5D-961E-43C70866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CE49D3-0A6E-4C2A-8677-52A151A8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479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C673E0-62F9-49B7-8B86-01457098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278F6F-D6A1-43A8-B979-1D42BE78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050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C5971E-5C3D-4555-A63D-8410D2A6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812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7A8B76-F724-4211-81FE-072A72D6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B516AD-2CB4-4E5B-A814-EF241203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410340-EDD0-42E7-908C-BD79CE92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42B340-AA47-4EE8-9BC5-A1F34362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F379F1-9D4F-4B2E-8ABB-6DDB2B0C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5EEB4A-CF7F-42F8-9E39-9E729DAF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622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7E2BE3-E970-4E8D-BB41-D978A224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D667D3-856B-4390-95CF-E4DDE677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D05D860-347D-4888-A224-4504AF42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8B02AE-3D81-4C47-A845-B17DAC0A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86A7BE6-05E1-491F-AA55-80F67F20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22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C5E677-36F9-4554-A82A-7E8DF435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622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E5C13F-3C5E-4F13-A260-3BA1251D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194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DDD11D4-BEA9-44A8-A746-4B84869D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956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F061F54-F332-40EA-B1EB-1095658C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113B644-4975-4131-AD03-2DE7300E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4918B0A-BC19-4D6D-932F-327A73A7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1B0DDD6-F5B1-491B-9A85-7790656E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19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AF1D74B-A4F5-49CE-9D16-A66E553F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194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18C268A-C25A-4B9A-B6EB-371B21D0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766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FA1C105-048F-4EA1-AAD5-7A56942E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528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84F7E84-5FA0-4523-BDA2-424702FA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EAF3ADC-6459-4595-AF20-25BD6168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5A3494D-78F3-42F4-A59F-90D4637A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825D7B1-E496-472F-A165-29D64239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658CEE2-29DF-4C00-967D-92D22CE6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766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56F086E-DD21-492C-92CF-08DD990C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5337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72AA16B-B5FB-4301-9236-3487AD6C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099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285AA41-83B1-4272-B889-2712DB50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B7CE25E-17D4-44EA-A6CE-7497AA99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563F8F5-D1B3-45F1-BDB9-24A4E0AC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B0ABB39-EB48-41EE-BFDF-0F41314D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337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6E8829B-D7F0-4054-ADA1-CF3A77E6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337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3896B3C-D13B-4E74-95AD-86513315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909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BF0DD23-801E-40DC-8D2F-CAF777F9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EEB2AE3-3F6A-497C-87C9-5EBFA16D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3B3952A-C68F-4087-A963-2C857454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1D27E12-F807-4510-AD7E-8AE36838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4A6F674-ACAE-456E-94D7-26100970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909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25E89B9-F4B2-4D5D-8AFE-D6651DF5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301B2F7-CC0D-44BF-BBED-3F3BF657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481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26E9A38-C766-4ACF-8D1F-724C4D8A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243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2C9F5AA-AFEA-4058-86B2-9786152B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3AFA850-2210-4D22-8231-5E2515FE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24569DF-AAE9-4943-A95C-598EBC93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FC5AB44-4B17-4B81-8109-14171676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481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32D66E2-81D1-4321-954F-44CE03BD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6B04931-81D8-4B34-A205-55021357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053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0EC8858-1939-4F60-A46E-1ACB48B6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815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1C5C3CC-D3F4-4B3E-9249-99BE3587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F76A572-BCC5-48F6-957D-9457866A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E75E23F-C30F-441B-92B4-2A68702E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B8E8997-F62A-4B27-87B3-6586C60F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05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DDFA03F-935D-49FA-BC0E-4AB2F0DD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053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7708B2B-F13D-48B6-83F8-ECE54B87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624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CCD98C7-90E7-4296-BA93-AF124F9B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386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FC6CBD1-37F7-40FB-BE2F-C8329217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83B5C30-3B34-4F4E-928C-86DFDA8E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3D0F973-59F6-4BB5-A706-7CB3638C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2ABABA5-79A3-47F1-9911-698226BB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624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1D2E905-BC0D-4726-A94D-37797E87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C125CA8-D376-492D-ADC8-2E9CD441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EE4C74A-D46C-4CFB-8589-DD6BB8EF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958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D727C14-A84D-418A-9B3A-FE65F05E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E9C8DA4-B964-47D5-A7B0-5D65CD00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D0A229E-C27E-4473-8C21-9CB00FAD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352875D-7C4C-4875-BBEC-3B8757D8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8196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CDB9CED-3020-4A50-AD1B-96DA964E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B322301-915F-40B1-BAAF-485C2428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5EE1D35-8958-42C8-9E07-781EC5F2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1530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129914E-958E-46A8-A209-5E796D7D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5507F47-CA9D-4EC6-9708-799B8CDE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9BA24E2-C4FD-4319-90D3-A53D1429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8CD1E29-34CA-47AB-B0C7-B253BD78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0768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D3BAE8D-41F1-4807-BABB-E7741B6E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4AB0D71-BD15-4825-A358-816DBA92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340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3929ADC-0433-47BD-98E4-8D7ECC71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4102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E0E6A1B-89D0-4218-93DC-BE7619C0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9A2DFA5-FB83-48C4-841D-828BD564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7D07BA9-DB18-40B9-A3B6-374B8058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BA04D43-75EE-4608-835A-38B41275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8773F09-F5A2-44A4-AA31-E0226977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34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6ADFB4C-F285-43DB-A742-8EF6CF8C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A2D1365-8626-4C9F-ABF9-B0706BF6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6673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A3C0AD5-084D-4158-B911-33F40B40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659116D-6BA3-4101-B655-9E2CB95F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5F7AA13-5040-4A22-AA99-C694E9F2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906158C-19A2-42E4-8801-94F63FE4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91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7922C7C-66BB-4E0D-A37B-3EB3D9CC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911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61925AA-CBE0-4CC3-B9AE-4CD177FC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996B9F9-8C78-488A-80D9-A6E866F5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9245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627E4F0-FF64-4BE8-81E7-B12CD0BA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134022F-5192-4773-9640-59EA015B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0DDBDA5-E611-4981-BF21-EA7D3B2D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A616BC0-01A2-4950-8F44-7191BD44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8483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6E9E913-03FF-4CB0-A532-8862F6D0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483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EB84783-0559-4A8D-91EE-5F82D282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055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7E93E9C-88E1-44FA-9DD9-B4DC8D4C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817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9FD7BDB-BB5E-42EE-87A3-049AE38F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12E9224-DB40-4C5B-A016-980557A9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8DA2591-3817-44AB-8D5C-53CDB3D8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157EF52-2F4C-4040-9630-8E589AA4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105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17D1E5C-CDD1-459B-859D-A1DC4042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1055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E48464A-E1EB-42C1-8A3C-717567F3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3627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1771C23-729F-42CA-A6F4-6933537C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4389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6B10F68-7D88-4523-B265-1B8AFE53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C3CAD67-120B-4C36-B2D4-885A5EF6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B4050A1-66DA-4A43-88DC-64036192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3D1D6AF-B9A4-45CC-9550-C30DE501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3627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7AFFF3B-7698-4A55-B589-033D14F7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3627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48E840B-84B8-436A-BF2C-E0465B00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198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64DBDA2-E5A9-41ED-ACEF-AEACEE53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6960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DD429DA0-D7AB-42CE-BCA2-273BCC2C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6A5A317-D617-4417-AC5A-2B612EE2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A2173C7-7FD2-4832-8F99-140AE218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25CD1DD-590A-406E-8A7D-DF8B8050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6198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6478AB9-3907-4D7A-9218-EFD8B873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198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23FDD392-8D2E-42A3-9F83-C918E968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87705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C8617CF-6308-4C29-B5DC-E95D1600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5325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B4B52AD-52E6-40CC-BE2D-62CCE409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2C0892F-F0A4-40AB-A227-88A56D46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3D4DF00-D2DC-43C1-8B09-313086A4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70FFBD81-D8F0-473D-AC08-3EB5F9A9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770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3896BB6-7460-4EA0-9C9B-9EAD3433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8770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EBAC000-B1C4-4969-AB7B-82E0D53B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3422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44DCD976-6094-4D3D-88AE-E75C19B9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1042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9E7616C-0807-4C08-BE75-DB3FC3B4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33186FD-0D44-4C5C-BDC9-9BFADA67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B2EDB7B-1B11-489F-9AFF-CEFE7A83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54BA7E8C-7898-4E61-B4E1-0187DB15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1342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0DF703B-3BE3-4211-B25B-C5A60304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134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CF03FE6-E0BE-43BD-BE89-DA1BDDC6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391400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2F03128-9F19-4875-B7BD-BAB48D09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467600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4D82EE85-B11F-4D78-A572-6DDEAAC1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0F1A705-F5A3-4F1C-937E-83E2E0B8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E227228-AE09-4E9C-BD9B-1922977A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2E9B8467-F047-4ABA-97E5-A01F5594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391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6ED10F9-02EB-49B9-A472-3CB7ADD0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3914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9350D688-5001-48E7-B83E-E96BFF10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648575"/>
            <a:ext cx="323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7759AFE4-2F99-4369-8766-B34056E5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724775"/>
            <a:ext cx="323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0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644C628E-96A1-4759-8A28-7265BFE5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C1D9552C-C576-415C-A3EE-E07789F5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85D726D-6269-4984-993D-E56F8057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A5598057-3163-4CEB-B8D3-172DF193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6485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F0081994-0C72-46EA-95D2-E9577832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485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294633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0756300-347F-483A-B4BD-31A8B1E1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6D5D5-8EBC-426A-9412-A7464602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08A5F-103B-4680-BB44-37A4ED08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52BD0-9708-46F2-AA43-D714D76F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Septiembre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03ED0-DA85-427F-BC0F-2ABDDA86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La claridad es el principio de toda enseñanza.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A70D2-0C27-484A-8004-126DDE03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51182-8678-439D-B3AA-733A8431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E4EB6-A485-404B-A6A2-D87D50BA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21A1E-DF58-4BB5-A2AD-10E15D4B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Septiembre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ED839-57AF-412E-AC82-CAE221F5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15FB8-1175-47A6-8671-679A5E7F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C70AE-C963-4155-B65C-4B071425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6B8CE-B004-4006-8596-5B02A768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7F193-7843-4552-B588-94EAFF22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8BB35-EC23-4D4A-9A1A-BEE71C54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AE1392-3AC2-46EB-A650-A0BF46A9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695D6-2035-4183-A5C7-454824F7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38DDD-6D54-4832-9432-7FE91C14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F5963-5F02-4B91-ACB8-A533B5F7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245F53-F2B7-4363-B148-90E5F751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B3B73E-844A-4572-8BAB-45561BE9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21889-80FA-4540-AE24-C4F2F658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DE95F1-44B7-40B2-BF9C-30A25A9F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C9401C-F70F-432C-ABF5-50E387A7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CC1147-C071-4258-A1CE-485B7D77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A4BF31-5DE7-4ADE-A909-5C3214CD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76173D-A042-4617-BFA6-B2842CC1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9833C8-BF36-4D0E-B2F1-F68FBE2F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92AA37-5C85-493C-A82A-004098AB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3EE75-575B-4892-80F3-7AA22986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9ABB59-302C-4D1B-8E4E-B1BDD105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396BC2-1669-4F3F-9312-9E74109A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510819-3E9D-4EFE-BA06-5F2B7430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F49293-D43C-44A1-9552-B3F86F48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ABBAB4-6EF6-4A9C-BFF2-0C12B590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8410ED-444E-41A8-8235-A51275EF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E63730-BB9D-4577-B329-B457A9B8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32DE60-65B7-4352-ABFE-65AD9870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7097C9-E60A-46BE-8D09-81ADE908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9119BE-561D-4B89-9894-95862E72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F9BDEC-3299-4491-B663-1C3544B5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15012D-7CB1-4AF3-9797-0881356A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AE7878-8732-4051-849A-8D9EF902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65A810-FA9A-48AC-A08C-642B9541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70966C-48CC-4F06-94E2-56FF278C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EB2DD6-BB3B-4580-93A4-CE330CC5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5A43C740-5F73-47F7-B501-4881C1D8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34679D-A8B7-4446-9A03-828AE8B8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DF8FAF-5B0D-45E9-8A6B-8F7F1996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5CF8E0-3316-46DE-BAD2-29EC79CF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FA19AB-975F-4264-B7D6-C92C63EA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70BF71-A2D2-4319-B3EC-041D85EC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FDA2EC-6476-4963-BED9-43CCC666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EF7B4E-A75B-4E99-AB52-60182A67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136EF3-31A3-4538-8C6C-404E005B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2267C93A-6AA4-41A7-9FB0-28B4DCB4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B23A78-DEEF-44DD-910F-4055439B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4FD332-DFD9-4C68-8848-8CF19F5D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61C542-CA77-4C1B-B271-F108CD6A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40F6A7-20A0-47E1-B5E0-E3A9C898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550589-42AB-481E-9996-DBB067B8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609164-DF1F-4ABA-8E97-13914625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Oposición">
            <a:extLst xmlns:a="http://schemas.openxmlformats.org/drawingml/2006/main">
              <a:ext uri="{FF2B5EF4-FFF2-40B4-BE49-F238E27FC236}">
                <a16:creationId xmlns:a16="http://schemas.microsoft.com/office/drawing/2014/main" id="{2B17647E-FE61-476E-B8FE-D2FCE2D3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1BAE6C-C424-4124-85F5-9C119F3F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778113D-7E62-400E-BD02-A74DBA65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9612946-5D99-47E3-89B4-66312DE6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A1C667-00E4-4DF5-A32B-FFB310A7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4DC799A-BA96-4280-AC65-D3E6F230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25A39E6-8F30-468B-91EB-9ED94C05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0C65E45F-5A18-4C0A-BD02-EA49BEDC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47CDD9E-8197-4B36-A1A9-78C3C516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FCEB847-F22F-4431-8B70-0248F423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5EC2E6A-1F92-4CBE-9DB3-4725F384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CBFB4B7-418D-4050-A419-2E6E03C0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1D9E0BC-A2D1-4CB1-9A2D-20699DD1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78BB66F-596B-4608-A118-490874EA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2667CC6-5284-4555-85B8-BC9012ED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29CD7F8-0235-4578-81AB-7B86941F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2223D859-32EC-4A38-8B1B-DEDAE8B0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0821C9E-D672-4002-A83E-0DD84BA6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C1CA5A3-5C9E-4194-B529-E3D02B72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6195590-B1EF-44B5-92E3-6C8D5A72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838563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CF93D67-A810-4D64-84D8-468C9DC3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DEA36-11E1-4F9E-A90B-B7464C9A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895F1-BC24-45C6-A201-42946246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90F75-575A-4116-8A7F-F36A9E16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Octubre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29A1C-477F-4425-A92A-877E06B3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Un problema bien planteado ya está medio resuelto. — Tradición matemática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BF727-878D-4949-9CB8-64F85927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1EAD9-3BA2-4C9C-8EBE-94354227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872BB-5CDF-4EF8-AF39-FFDD9E3D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7B514-6A36-46AF-8838-63F749EB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Octubre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1C429-1B75-44FD-8E28-3A3DA226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86EDB-9278-400A-BAB3-2F1CBDDD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FE168-B557-466F-8C53-8815F626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32B36-96AB-4312-8BD9-1A5F5A21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CF231-4323-4A3C-B514-AB8D987A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C0DE6-3005-422D-AB06-043B70CF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1091E-D990-4250-91E9-90AE526B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379869-0F51-488B-8209-636256DC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3E5C8B-6DE8-416B-9C3C-EBA92AED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B755A-1314-40E1-AA59-DF5E0D59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4BCC1-B6B8-4CAD-BC69-5CD6355B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45117-A190-4AE1-A790-5E443755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B0538E-3E55-4E88-87AA-4B1817A3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F07D0-82EE-4DD4-A302-91A622DF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E17EFC-8057-4E2F-8DED-C0D20ADB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4F93F6-838C-459E-87A6-07A6462E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489A81-FAEE-4C5E-B268-CBB8D122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2715F7-2E0C-4198-811A-43AB9E47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D7DD2D-796C-43C2-965E-CD32FB84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1E8FFF-1DE0-4D56-A3DB-F27EFA58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12A1AB-2E8B-4ABC-92A7-794A8FCB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95A4DA-C9C3-4B80-837F-BC665342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B66918-F0B5-4859-8262-FDD22D90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B52F51-D061-4F5F-9EED-CD145113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99FF6A-4278-4BAE-92B0-FA8A4008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F3B8CB-D2F7-46B6-83DD-C1DD6DFD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51DAE2-5B60-4097-8026-DAB7AD0B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6B9E7B-DF16-4E56-9DF6-13F51386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148BC6-D009-4E27-9D83-3CD2E3BD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2B9321-9B91-47E6-B7C6-4E06E988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D8808E-DF40-452E-9C3B-931DD842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577077-A6BD-40DB-BD7F-7A02F5A5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DE36F6-335D-4843-AEA3-4BEAAA6C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15B560-2589-4D6C-AD5F-9F7CBEBB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154BEA-42B9-4DE1-A723-1A8D2839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34C2D5-B024-4B96-BBE5-9D40327D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A16A89-97AB-4173-B17A-92B019A3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D717C6-EEDA-44A3-9880-408E44CB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8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2A48F6FD-31E1-42C5-836A-08AC5116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B71FE3-B7E3-41A2-BBCF-B06774C2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382FA0-F6F4-46A2-A62B-575A4618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26F9F0-1A1B-428E-9548-7C48BF66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88B6FB-D3AE-4466-9472-8E7726CE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CFDF54-DF74-4315-AEB8-CF0AA275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ABBF04-022B-4FBF-8EA3-25266B4A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77D69C-B41B-4D8A-91D4-1B772B1F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E0C3C8-D934-4A2F-B4D8-679BB54E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CAE015DF-65AA-4864-A6C9-FE18BE60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D1B72A-BE02-4BF7-AD31-9BA440BC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505F3A-2D89-4622-A9BA-53BAB2DD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9D34639-193E-4885-8A10-51DDF05B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284707C-1153-4D23-A195-50A6A33A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ED82CE4-A6DF-49BA-8494-0F22FEC2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AD3749B-8C70-4A31-A842-0A09D66B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4" name="Oposición">
            <a:extLst xmlns:a="http://schemas.openxmlformats.org/drawingml/2006/main">
              <a:ext uri="{FF2B5EF4-FFF2-40B4-BE49-F238E27FC236}">
                <a16:creationId xmlns:a16="http://schemas.microsoft.com/office/drawing/2014/main" id="{F0471FBF-873A-4655-8234-16AEBC81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C4E932-36CA-49A7-9666-493F2663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AC26F53-C291-4E70-B6FF-C524238D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1D1F306-2884-4B80-A474-F5EB867B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EEE9E9F-A743-4289-833B-B09C138D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AA61622-9EFC-425A-9186-ADC47753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A04006-1087-4C22-A9BA-7CFE8FB9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1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D7A6A4D5-ADA5-459D-9D0D-45EDC57D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7E7DB2A-DF61-4563-983C-C240F701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3CD99A0-31B6-4B33-9C5B-FDD7D09A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CB8B512-8265-4BA3-A4B5-1B95C31A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2846920-E455-43B6-9567-E9687FC7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D30EAEA-36B8-47F4-8112-71735C59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7AA04CB-2B2E-44BF-A55D-F2620764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EC54DFB-99CD-4A43-8406-58563A86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875C3DA-3A81-413A-8274-6531D1CF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0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C2B3882E-EACD-44F9-A404-7893792D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793B72B-8B72-4191-9EC0-A10CD519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EBBF6E9-193A-4D7C-81F4-420BE764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4C2158C-C5F8-42A4-BA43-0C7CA11E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83843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C9F8A2D-FB7E-4E24-9790-A828F462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7BA42-D8E0-4E72-914F-DAAC8864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E2CCA-CA0D-45E6-8F41-54916D3B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BC1A0-1758-4F42-B8B9-1623C149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Noviembre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EDDDC-EF3A-4AE0-BD7D-5BC125D5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Equivocarse también es calcular.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794AF-F1AB-4456-8693-8EEAF983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F8B34-8419-469E-BEBA-28806629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15117-0854-4E64-9B7A-9A526720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A0A16-6396-4A17-8C97-D0BD80F6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Noviembre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08918-AD1D-4B31-B5C2-A7D3A578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03BF0-9DAB-4468-AD38-E2638484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6F0F0-58F8-4B5A-8F96-AA9C74DB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25068-85EE-4568-A851-B72EA669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59EB3-78CD-4E68-88D2-C6D0855A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33A73-913A-44CF-BA91-D8E08053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05A92-89B0-4DCA-9B06-4F86FEE5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FDBE5-449F-437F-B5BE-E216B597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99F70-BC48-4C96-96E0-8C57029B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3557A-74C9-4510-905C-CFD82AD0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C48C5-06F5-4960-A6FD-F1DF5BF2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E99AB4-ACD4-47DD-9C98-49D2B31E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DE996-DFB0-43C4-8FB9-AFD462DC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7CB9EC-B20F-48FD-B8D6-053C4887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A0021F-7421-4800-9054-E3833B56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2B5984-8A26-4377-B4C6-46307D9A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EFB7B6-AC2D-42F8-9BA7-7547F60C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F9940E-5913-43A4-8C09-4566FE77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5ECA3D-943D-4EDD-B917-CDFCE071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BF9E0F-A15D-4FD6-B14C-B295B9D5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C3C75A-63E2-48ED-883C-23B85D54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A43F5B-A449-4D53-9AF1-BC29722A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8C59E2-44FA-4499-9164-C7BF0927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2A1691-2F85-4DFB-8E07-80D84BCE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61D6C9-A47A-400D-BE43-BC5E3E9A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4B8B13-E853-48D5-8F4D-986DF5F6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DBA4E6-D7BA-4B49-B7DD-B81AE82C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909B80-5189-4A54-AB0F-9624C5AE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DEF823-BE7F-4F44-B0B3-870C3638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AD9915-B616-4E55-98C4-2A3DA658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6F7F17-282D-41B6-BDDB-DD494A60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3F8962-BC75-4381-9C92-09902462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9C87FB-8E46-4382-B643-046FD270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96F509-064D-4D0E-8A4D-B76DAAA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B76809-7862-440E-9649-0C717B98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985980-FD3C-44C2-8554-87726DFC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E86F21-C8AB-473D-9AA2-9E494269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3289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DB8AA0B5-E244-4553-B783-C2991152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5281B4-DBD7-439F-B8D3-6C9E6C9D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9848FF-8AC0-4A91-807A-622B6F20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986403-20F4-4090-88EE-F04E11AA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02C17B-FB16-4678-B958-5633D336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D4ECBD-11DD-49B4-A1ED-1A2665E0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290DCB-217F-4A77-B880-89220286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59CAB6-D0E8-4962-A09B-04C5C53D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D6948D-6B27-416B-98C8-873BA1CC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F349ECCB-053D-40EA-A6A5-99A496B8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E472D9-A634-4294-8689-1C48314C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C82D21-0F93-4F06-8E1D-36ADBF0C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17F99A-4DF8-4D42-B5B0-903E7B4F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DF10439-2625-4B76-BF93-82F53667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AFEA5D3-40C1-4278-B618-0D90E768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CFDC6AC-A16E-4602-ADCA-0F18F036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Oposición">
            <a:extLst xmlns:a="http://schemas.openxmlformats.org/drawingml/2006/main">
              <a:ext uri="{FF2B5EF4-FFF2-40B4-BE49-F238E27FC236}">
                <a16:creationId xmlns:a16="http://schemas.microsoft.com/office/drawing/2014/main" id="{C7A8E5AD-ED44-4AFA-89A3-D9BE333E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99F420-347F-4763-9978-57D8FB4E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2125DA8-DDD1-45DF-8AB0-FF7F4EF5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D61EBE1-2FEA-4686-8969-9D9E6411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C560DEF-4771-4862-8E10-984AE1A8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D33A6EB-CFAF-427E-A739-E993583E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483B71C-3062-4D84-85E9-01133C1B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755250FA-DC0C-4687-B747-08E57E7E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DCD427F-AC80-4EEB-A465-ADD90F8F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A1725E-56AF-4917-83C0-9CBF2D2C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F695987-3EA4-4667-97F6-6C088CB9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12E6347-4E51-44EF-A45C-F87DFF0F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2D8203F-7646-4067-85C2-A93F9A88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77166B0-2F51-458F-8B7B-0339AE7F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23C1D10-BCF3-44C1-A085-E3D162DB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7824365-E82B-422E-A94F-19E768B7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78F48546-4F49-4B13-B124-BEFAD6D5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77F8CA4-967D-4D0C-B290-CD4E0E4E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D7BCE14-01C1-46B0-9B38-362ABF63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CA99AA2-A678-46A0-9F2C-35C09B5C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35400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87D06B5-4D57-4DCE-9575-F18ABCD2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0ACEC-EC0F-4DDC-93AB-C4BB14E3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A8722-E1D5-423B-8157-227BF15F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3E71F-3910-4BC5-994E-A47A3418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Diciembre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4CD3D-CB46-4C08-9054-CCC0C7BC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La belleza se reconoce en una demostración limpia.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43ED3-2D4C-42E4-BB81-211A2CAC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76CA9-36A6-4ADF-909F-B07492A6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5AC4C-C916-402D-92D6-F3523CC1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E2FD3-FA8A-4ABB-A6AE-311ACD70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Diciembre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BF603-D3D5-4094-9ED2-6CFCC024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2B618-909E-4316-ADCE-ED788AE2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097371-1416-4BA4-B66B-C375D7AA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DAD83-0F0B-49BB-8F09-7DC5F2EB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F5B4E-9290-427D-B1FC-752E3D36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05528-8CDF-4B67-85F8-3EA84DB5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C7D5F-690F-4F63-8BCE-133713DD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2693E-F8CC-4430-8A5B-888DCCF9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5128F8-2C07-46CA-83E1-38B88A2B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51A30-4753-4AEB-93A0-3192011B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32FEC-B9AE-4A83-A0BC-91713336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47EAB-0E78-4181-92AD-7EEB4328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349893-326C-4102-8858-E7E84616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3B39DF-7788-4C20-9178-816EDE7F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FB37B-8C89-4582-96DB-2F3E8ACD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729E9F-EB9F-44DF-B33B-0647DEB2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8F9E3A-ADF9-4D4A-B116-1F4D6E0B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0C5E81-06A3-4BA9-9030-B71188C8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8C0591-4BDC-4D6E-ABB7-E7D484FB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DAA873-80A9-4C9E-B85E-AB60CF73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06DDC-28DC-4341-B19E-F452DF4E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2B73C7-64C2-405B-9406-F83DB477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30DA09-1A0C-4A44-899A-FF91576D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A5E556-B6CF-4221-91E1-0DACBC1D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FEDEEC-4780-4B7A-AB72-B2626A5E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392733-04AA-4C4C-A12C-F6DC8715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BB346D-2B92-4F1B-B8FF-7C959AD3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3456C1-D63D-4F09-9464-F43D2DB2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2C58B0-54D3-4A95-88AA-428A79B5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614198-64AB-4145-A8FE-780E2535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39A45C-DC00-45D9-BAE2-6C39FA1C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D03E78-CB9A-4C5D-9BB4-F70418BA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F08803-2B38-451B-91C9-86133F0C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33B20E-0739-45DA-84BE-FA2D376B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E228D3-D6D8-407A-B6FE-B71C588F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7AB779-7FA3-4C41-BC2C-F9DA440D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778CA6-FD8B-4062-8C7B-67BD2403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07A17CA-3441-4464-A87B-26AF24C2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8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FB013BF9-34AF-4C56-8568-094CC53E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A68023E-A2AD-40DA-BB53-D94062A1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EEAE3C-91A2-40CC-8BC0-7603E40F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E5F150-6E1D-4617-BEBC-AEEA2B55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CFA1B5-25AB-4AE5-A0DF-FBB4026E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ABFD4C-7C03-4DB5-BF24-1B7E1CAC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EABF62-0320-443E-AB9E-9EBC1F6F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DDCA72-06E5-4B2D-9A99-16305C90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20D617-2B7C-41B9-AE2B-43CBE0E2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EF46EC7B-9279-4847-BDAC-D583B6BA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062111-43A2-468E-ACF3-1891DF4B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D54BEF-A9BA-4600-AF37-9ABCEA6A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0C56E3-8F5C-405E-9A0B-3082C036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E741851-D678-46E7-B6A2-CA37AD1A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009471-F157-4BA9-9062-35A05FBF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E1544F-295A-4377-B2BE-85F5A713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4" name="Oposición">
            <a:extLst xmlns:a="http://schemas.openxmlformats.org/drawingml/2006/main">
              <a:ext uri="{FF2B5EF4-FFF2-40B4-BE49-F238E27FC236}">
                <a16:creationId xmlns:a16="http://schemas.microsoft.com/office/drawing/2014/main" id="{258E7E4C-505F-427B-9CB2-99F5AC0C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0E5BF72-A359-4550-8E67-4471FC0C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3EBA69-E130-4A40-AAE8-D7EDC758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08A65EC-7ADD-420D-9C46-4073C914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78859A9-A666-4110-90C5-65CC94E8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66E7DF-33A4-4029-AA60-5BEE3D14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3445556-18A5-497A-8C47-C4AE6E50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1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FB021DDB-6AD8-48D2-8225-A7088604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37C009B-AE7D-4335-AAFB-62BCEB97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421521-D342-4E16-B071-9BF7F4C1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EEA2634-8E8F-43A3-B390-60A652D6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DD85CB2-D817-439B-84E9-979343B1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33DBE56-9AEF-429F-9C9D-49DD1F42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C80E974-9331-4396-B263-F07A3CC0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4F56BB6-4879-4AC1-A0DE-3B68045E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A0FB108-9691-45EC-937B-1769D6AB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0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DA80D1BE-2EC9-45DE-A451-BE445204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BC2167A-EB49-4497-BBF8-5B8078A1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56408D3-43E5-419B-9858-3EC40F8A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8DC5085-76B5-49B7-AAB4-D07F924C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46454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36593906-E89B-4FBA-A810-FC17881F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09C83-72FC-4077-B9A5-2A39F4C7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78F66-4310-4EB4-A9A5-60836FC2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57614-5601-4AF0-B5A0-5D99ACB3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Enero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4E107-D9C4-4876-A367-4A3BB456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La disciplina vence al sorteo.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972F5-E238-47F5-BF35-2D2D9B46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2C2D7-C6FA-43D8-B96F-A23F8141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BAFC2-2D04-4EF0-9156-DFCA0190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68CCA-2DAA-4D99-B9A3-2A982A85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Enero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53198-85E3-44BD-8494-8A52268E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33D50-9C62-4571-BE69-67CE5B93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5D540-CF2D-4C79-8230-F5777356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89724-30A4-401F-BA1A-2FDE9891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BB92D-766A-41FE-AD00-2D0277B0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C8016-55D9-4BB7-ADB7-AB714F1A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064C6D-01E1-42C0-B048-A3D1A9DE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ACCDE-67A1-4835-B45C-C00B9CEA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E1B16-0ED5-4190-8916-742F1B4E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4C30B-F388-45F4-ABE4-789B0105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9CE4D7-40A3-4A4F-9260-D8DFF1C4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290FB-9219-43E7-9DC7-6C96D556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A9FFAA-54A9-47DC-953F-959A7C56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6C727-542D-4EC2-86BD-54E4B109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886C6A-65F5-4507-84DA-DED87A4B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C69A06-0E5A-429A-BB2D-0BB37EE4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62373B-BC22-40C9-B7B2-3F9ED61E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5B83C3-1F3C-481F-8D80-047BF98C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99BED2-9753-4E9A-B407-881E02DC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589194-8862-42B5-9308-05E4D1EA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FEAB6C-EFD1-49D8-A1FE-CFB05F8A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AE7C33-17A2-4CB9-B383-442C9425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1BC785-351D-4F48-BF6B-136B03DA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30E29-F21F-4F4F-884A-EE1859DF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E39913-5A4B-4415-84FC-46C56F9A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56BFC5-551A-4EC9-8552-31CFBC42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216370-7843-4CB8-BCF0-79C73150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11C3CD-A78B-4E75-AFCC-CED7CFD4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FC5B4C-0B94-4EF0-9F01-4B09277F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B58C08-0A4C-4D6D-B605-8DEA3576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D14B63-1773-4D62-A504-B0800375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F21C19-D786-42C8-A1D9-7E448204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918A8C-5109-4CDD-8F04-AC8D2A88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EEE710-4F1B-458D-9EE0-61A11C89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56D331-65E1-4666-B4D6-425B063A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B9FBD4-EAE1-4598-AE35-CA9B04F8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7F7F67-1FF7-47D0-8E56-E0C17B57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544D56-F471-4AB6-8BF0-54329687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8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E4214988-FE7B-41DE-9DBB-56C29043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97EB20-43EE-443F-A726-A06514D6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5DA349-CC9B-4ABE-96AB-3C052F49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6C5908-1147-4EA7-93C3-8D6E1AF1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7E5079-4DFF-4656-9955-5C739830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5526ED-92CE-4AED-B08E-6D625E98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FF3607-0DCE-4B19-B8CB-2FED20E2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67863D-B00F-4862-ABAF-9EC20760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4ECE7C-947D-4CC4-B1FF-CB4B1AB8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64939030-ED65-47B7-9B43-D9968AB5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855A62E-1427-47D7-8377-51F43A6B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B2EAE4-177B-4443-A4F5-F09A0E46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EE603D-8EE3-497A-B175-A60C3944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B291FF-D9AD-4BFD-952B-F57CAED4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5906C2F-E09A-4185-ADE0-82D5CA1C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0D4F43E-BCD2-4319-A250-9DEDB797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4" name="Oposición">
            <a:extLst xmlns:a="http://schemas.openxmlformats.org/drawingml/2006/main">
              <a:ext uri="{FF2B5EF4-FFF2-40B4-BE49-F238E27FC236}">
                <a16:creationId xmlns:a16="http://schemas.microsoft.com/office/drawing/2014/main" id="{89413CB8-E830-4DCE-ACED-FD241A27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1F85C70-216A-4C57-846F-6EB77957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1C92506-E19C-42E6-AD18-E52259F3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F174470-01E5-4307-9874-A0C10D4E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06114CF-5993-47F2-A9A7-1D7CCA05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A9CBDD3-7019-4251-A490-47D67816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01A91C6-AB08-4996-95CF-021372EB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1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0BC2DD4F-CB9F-41F7-9176-18340D30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7964202-EB65-4400-B2F1-F73C10E2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9E0D1DA-8BD9-43B7-AE6E-B1747CDD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31633EB-9BBE-436B-BAB7-49AF1D9E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A4BBD03-6953-4459-A5A5-170A4BC6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38C026C-3EE6-43F3-AD29-1B627BB4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16CAFF8-8FFC-404A-A4CC-A11D0778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EE09DAD-F9E2-4FD7-86B6-36309435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4580135-B970-4C4A-8568-FFEC05D1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0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D0C24334-9CD9-4E2E-96C3-8A0214E0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514AA1C-023C-4C46-84E4-06CA287C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71E3F4D-1045-4B7F-B5DA-F0ED2344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3F7F516-2D75-4405-964A-EC4126A0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2677265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33BFA1E9-CAB0-4799-A00D-AED657C5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6A582-683E-4F4C-B843-61C83A56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E8F98-73B9-4206-B130-3DE3DBC9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6CCB7-8B2A-4657-9E1E-31305335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Febrero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AC2AD-3BC2-4C02-8868-7F693EBC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La esencia de las matemáticas es la libertad. — Georg Cantor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1B56F-E950-4363-89AD-A70CF6FF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98E05-E188-484D-BD33-693AA473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75008-0214-49E5-BF37-569ECFFE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FDDD9-DD2E-4621-A7C7-D7E035B3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Febrero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678A9-74D5-437B-8F67-927B1A76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AABC7-EF38-40D0-A7D0-95662A01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1066A-A85E-4408-BCDF-F6BED880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38230-AA87-46D6-AAE3-908E39D8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2AE98-B68E-4FCF-B713-13D9A117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4C64B-648C-42B9-B761-D053585C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A8631-3BA7-4779-8BE9-D8362A5D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EF9A1-5F47-4065-98E1-35E8D52E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AA8F9-8856-4862-9606-10F08C21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B77DD-49ED-4D1C-9DBF-981D7D83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5E276E-167C-4361-99D2-C31ECEC0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BC81E8-693F-4769-B9AB-4A693088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E76DD9-C428-400E-A1CE-BB397E42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680C9A-AB47-4D8D-8573-11B89A8A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105CFE-FCFB-4175-96A6-38493A49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6A77A-4E92-41F0-9C08-306AAF81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EA384D-560C-4C06-BFAC-40DF3219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B03DF2-8C1C-4E57-BD80-530634D1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688070-56B7-49FD-B2DE-DDC06C18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5BA1BD-36C5-4380-B786-7109E13A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680D4C-F7FE-4338-BE9F-CD837543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FA8472-1482-4EF2-815E-C919C509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AE5C55-577E-4CC4-8709-875CF409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8203A0-753D-4B4E-BD4B-C79EE10C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662194-7D13-429F-9D34-A6AA0669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EB89F4-4A22-4EFE-B3C0-85FE5FAA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8891D3-BEA1-4C46-9BAA-3086719B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C95751-9358-4FA7-B0F4-4F6509C0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71CCFA-E546-418A-B630-54D22930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83EC42-58AA-4655-8229-7E13BD8B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0AEDFB-2133-4212-8531-77B92E20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AB09E0-E849-4FBC-8FBC-B7C19DCC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908BAD-9D97-40B5-ACC1-83A8429D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31B502-8398-4EA9-9772-EDDE4F0A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585BE0-B416-4ADD-AD22-73FC0354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9898E3A8-85F6-4B8F-93A4-0C1002D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2F5680-761C-450E-ABEE-4D422038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FAC82C-314B-4615-841E-7B86768C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88675B-0E2C-476C-BAAA-F95850B1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F3E543-46DC-4D21-9452-8D721E3F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7A1181-4CEB-4DC9-B606-40A4B293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94B32D-D532-4044-9676-3B5BF29B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7B0F1D-0FDE-46C1-BB7F-FD420219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B3034B-6651-47CE-8782-E656EBF1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033324FC-8804-436D-B9AB-8929A65E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22F1D2-E82E-45E5-8982-9CB5639A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329276A-F9ED-42DC-8C0F-C41C9DA5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9A47119-030E-4F8E-977D-4E7BB2C7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2214C7-2187-4747-BA80-C5B15DD3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4D3BA9-F9C0-4BFE-A1DE-4C17ABCB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9042B71-3D21-466D-9ED1-0DCA806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Oposición">
            <a:extLst xmlns:a="http://schemas.openxmlformats.org/drawingml/2006/main">
              <a:ext uri="{FF2B5EF4-FFF2-40B4-BE49-F238E27FC236}">
                <a16:creationId xmlns:a16="http://schemas.microsoft.com/office/drawing/2014/main" id="{26C992D3-4940-465B-9746-55B4D685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26A8A27-8729-4F47-8C6A-24432D00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C32F586-7FCD-4ADD-8F04-84DFE8E9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FA3F44-AAD0-415E-A160-7C1FCB14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67BE6A-1EE3-46E5-92A9-33538E88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0F2DDB5-A86C-4BC6-B05D-C7CBA31C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ADCFCE2-8D4D-4BCF-9A75-6F2F4239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A9AB8C71-A3D5-407E-9A84-D8C5989F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65D5893-C69E-43AE-99C1-5F8BD600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7984F7B-7AF4-483E-8A73-F80722DA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633DE81-FD6A-4700-9B4B-E6A2BC0C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25792B0-92BD-4BCB-A992-DA8DCE63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2B905A-8B60-4E1A-AAB1-E0ADE589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78D372A-A9A3-4FDB-9515-F8F11CE1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EDCDB42-3089-4A5C-AE47-84D8B98A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EA8CEA6-3955-4278-86E0-52D4F2E2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03E69500-56EE-488B-B77B-32596DD7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84DE84D-6B8D-423D-9495-88DAECD6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A9B1CE0-D2AB-4369-855C-595EC9D2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E0E6375-198C-49A5-84BE-AF9EDCF4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744964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4A45A00-EDB1-4B57-A50B-FC68447F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F8C32-140B-40C1-939A-FF80237B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52ACD-8D84-4714-B0F2-8D7D392D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9585B-6DC4-4F5A-B14F-4774EB49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Marzo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F7FF7-AFB2-4189-BA3A-0E63AC58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Dios creó los números enteros; todo lo demás es obra humana. — Leopold Kronecker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58116-32ED-458C-A611-B082D904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640C3-B1E4-401E-AB3D-FD54987D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F6482-361A-43F0-9976-DDB640B9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DBF25-AAEC-4A86-8606-ABFDAC6B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Marzo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FAAD7-48F4-4236-BBE3-7F87E217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1574F-EC39-4AFA-80BD-9958FD87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6C6CA-A4B5-4A42-A203-1FC610C5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F9813-893B-42EC-82B2-122811E8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242F8-6A46-49FC-B5A6-2AB3498D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846D5-85EE-4C48-9F3D-EF085BB6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51126-5B58-4EE8-A01F-E8E9ECA3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7032C-2BD0-4B95-9CE5-A9E9684E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6B3E4-C62F-48FE-8617-BC2577C8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4D801-B1AB-4644-9D79-BB0F5E8C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C47C6-DB04-40A8-9E6F-60ACC5C4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206922-63AC-47E7-8E88-6ED531C8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9857A6-6CC0-4BE4-A009-1FFA498E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E7F3E-5D11-465A-8E81-7E9A25F3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FC13A-5DA7-45EA-999D-70A7802D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918988-4627-4F57-ABAA-714787E9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F8A290-EB91-453A-962B-9F928013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A466DD-F877-4956-9DF0-DA13926F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2E426-4886-449A-958F-A90332D9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E0F8CE-CA0D-456C-B7E5-575098FA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85EC3B-49FC-49CD-9343-8ABA6B6E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6B7F93-64E0-4D4F-AA9C-F8D77536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5D091B-F06C-496D-A661-56AF4C85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C36EFB-FAEF-4AE8-8AFE-B647BF1F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6F4FB4-287D-4162-9488-1FA9EE53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1EB9C8-BCEA-42AA-A9E5-DCF576D5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FB9E9A-DF82-48EA-895C-B0D0B3F7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8ED06A-B5C3-4CBF-B783-BF77762C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510E82-8700-41EA-854D-C9FA75A3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BD55D8-5E14-4348-A1DB-7FCCC70E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424F0F-602C-47C0-BFF2-A9913F9E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BF7423-01AA-4608-A31A-092ABAA8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6DBC12-E828-4C62-AA10-58FC74FC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ECF1B6-841F-4092-9B06-75734E89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B61764C-6752-4A2D-96DA-01B68A25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3B2935-33CB-4597-8CB2-BFF4E520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A48624-5E7D-49FE-BFD2-732871E1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694D3D-E9FA-4420-9C88-9034368D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8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9B94480E-A65C-44CA-B7D7-502D16A2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FF53C2-B8DE-464A-BB86-ED6BA500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D0A9BE-0368-4287-8719-7F68547E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18FB6E-F492-42C2-96DD-133727F9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876D57-8964-487E-9B17-2B663C4E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C3A4A0-A05B-47F0-BBAB-2D5B4699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835E1A-75D6-4C8D-95D3-56EC41FA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6D146D-090B-4E9E-8836-651A9B79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74424C-574B-4041-A90A-144538C1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92DF4B5C-6417-4C8C-8D08-D65F7E8C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81D6BB-1439-412A-9550-E5F742E3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0ECE240-EF64-4A1D-B00C-7E7D5EB7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C79E2F-D5BB-49B1-AC41-C8D05A95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C65DED2-3DF9-4E6D-B039-95ABC8EC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2544B7-85EF-4450-BB52-9BBA06EB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A3DF01-96B3-4155-9F86-093E403F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4" name="Oposición">
            <a:extLst xmlns:a="http://schemas.openxmlformats.org/drawingml/2006/main">
              <a:ext uri="{FF2B5EF4-FFF2-40B4-BE49-F238E27FC236}">
                <a16:creationId xmlns:a16="http://schemas.microsoft.com/office/drawing/2014/main" id="{E05EBC08-0139-462D-B121-09848948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399DD4D-BC88-45D6-9370-A01744CC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5AA7A25-1833-4A6A-9F52-DDDAE2EF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B958FBC-55B6-4948-8CF4-87BE34B8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170105C-6798-480C-989C-B87FC2D2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275BCC7-1E18-4F30-AAB8-527E8431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71E3074-91BC-470D-99E5-988E8133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1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2DE74802-BF53-4248-99EB-FA1B3F1A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34EF8B4-7F00-4CA6-8294-3F2AB3CD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E4E9A92-BC9F-43FD-9ACC-D4CB301B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CB8BD4B-A937-4A56-926F-7F670213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DDC91FB-689A-460F-9932-10B6F75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E3C485B-F1C7-4DAB-8A38-1C1352EF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6DFA3F4-7BED-47F3-A7C6-9C68593C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AFF054C-1276-45CF-9F25-4D1D1E1E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9377A7E-9276-491A-A0F3-9C0323F7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0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B46EC93C-88B2-4B57-8832-48E7B51B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A138F5B-038A-4F93-BA82-17F43558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41F1DB4-331C-46FC-9B96-9E5AF87C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8101AEB-A828-4C1F-A1F4-F3E138E0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619049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BD38F35-AF6F-47D0-ADBC-FD90BD33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5685B-8E5D-41DF-87D4-38BBCFEE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09D79-3877-407C-8609-03E7498B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EC39F-793B-4C9B-B844-B11FB493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Abril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C80AB-E1D8-479A-A6F2-26A51596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 hay camino real para la geometría. — Euclides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08C47-D745-4CEF-A05E-AAC8C8B2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91839-AD0B-418A-8E8B-DAA67F62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A722E-2301-4A7C-A55E-FE55DCCD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EEF93-C03D-4245-9E83-AD7D7E8D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Abril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9B9EC-F1C7-4F3F-BDD7-395A6DAA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3F842-7B91-424C-9CE4-AA110436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B7EBE-ACD2-4D76-A12B-B22D5360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A6BBC-78AF-4599-B45A-DC5FD2B8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83AC9-22D0-441A-9196-193197F3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8FEE0-9C1B-460A-BD94-E05D16E9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353E8-3F3D-4480-9A24-975BEAE0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8F98B1-D312-482E-B5F5-5D1F8788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2C678-7BF6-423B-8872-4EF2E6E2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025C5-EC81-4DC0-AC52-4DAE9CBA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C8E26-6B47-459B-BD47-8CE34FE4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645F3B-48ED-4C33-9889-9B673CDD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F8370-51AF-4B44-93CD-F54875D8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ED953-1744-4A7A-995F-42638963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06FB7D-9122-4EA7-87AF-472FC2F6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BD52D3-1746-4F92-B98D-9186DEED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E9905F-C96A-4227-A5A3-E28633E8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A9CBAB-6DD2-46CC-9236-98BEFB9C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D2E9D4-4086-4900-8E2D-3F00C52C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1A2321-35E6-43C5-8D04-5611D143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129924-0DD8-4C2F-984F-FA0879B4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E1423E-8F8F-433C-A096-E9318800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FB8971-3E5F-41D5-A8B1-FA3FEA34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D3A5B5-FD26-4561-9B24-34583213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3D407E-CE47-446B-9333-48396E3B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C14E0D-3E3A-4DE7-AE85-868D3AA8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15DFA0-CA65-4F13-B1B3-291B88FF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3BD15B-38DA-4595-A28B-F208F1FE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9DC9E8-9517-4694-8102-608C9B6A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FBD84C-F405-4C87-B231-A0619C7D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998269-F4AE-4A3F-B08A-168598F2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826290-A251-46D3-B668-6972CC8F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748D9E-A536-4150-AE8D-FC7CBEA6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3AC600-AD3E-4CED-83B7-E3C0A3C5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23253F-DDE2-47B3-B388-88515CD0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4D7AF0-7B3F-4272-88E1-435F0151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BBC0CE-3547-45A5-96AC-7CC4D069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5D548145-92DF-4796-83D0-78E6EDCE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CC549D-24DC-4750-906A-344950B9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3AC9F8-F40A-4EFA-B51E-E3FAB8A1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A647CC-64CC-45BC-BCB1-7EC355A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D6F28E-E1F0-4F10-A5A2-9102713C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2DFD12-8F45-43ED-9D82-CAF0560A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1C1098-CF52-4015-A904-6B506498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5D217D2-C94E-40F2-94E4-A96E54C6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987F80-E894-40A8-BACA-F81B39E4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FA8D6C2C-E111-4D7B-A733-0AFFA7EA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C2FEA1-8F27-4F6C-B838-8B75BCB2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9C68D1A-11C5-486C-B09E-7865FDBF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FC341D-D0CA-421C-95C4-86109C98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098AA7F-73BC-4A66-B261-16AA8ACD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CDF99C-6444-4154-AB0E-6BB5EA00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A01B8A-6CBF-4C61-8BE4-03F5F44D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Oposición">
            <a:extLst xmlns:a="http://schemas.openxmlformats.org/drawingml/2006/main">
              <a:ext uri="{FF2B5EF4-FFF2-40B4-BE49-F238E27FC236}">
                <a16:creationId xmlns:a16="http://schemas.microsoft.com/office/drawing/2014/main" id="{D576AED6-C151-4C92-8528-AFD3E536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0EC195A-84B3-4C96-9A28-14D7BBF6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FFF5979-B1B3-48CD-9BC5-5B5E48AC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0395A8A-3002-4ABB-8141-BCDB041D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ABD6E3B-9850-4083-9FA8-7A286ED1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B424DAB-2967-4CE2-A2ED-4AEAA6A5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225362B-FF2D-4291-8D6A-5002B9CF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5CE65E24-7428-4C81-B5CD-313776E4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DF4B274-BE48-455A-AD30-145C21AD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C541D15-B21E-48F1-8DA6-E5C85146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A94173E-7168-4C52-A827-76C0521B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CEAA67B-92A0-4500-B200-7CF45590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B0DEEE3-9CA6-4B8C-BF29-47E864AE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9B6D7A9-E4B5-4100-B253-6EDCF29A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56BF7A-FA6B-4AB0-83A8-3C98469C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943F75F-683E-4348-BC1E-57EA420F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CCAD4D30-1A83-466D-9C2B-5DD4B65B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90B27BB-3A94-445C-98CD-3B6EA7E3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39059C7-E4DD-4AE6-B82F-98C9E4D8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3415908-3794-4857-BDE3-EE553290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699290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3D1ACA0F-3185-4959-AF9D-68A4539F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F8FE2-1096-4938-BF4C-2B697647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4075A-67FF-488A-942D-6790F220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E1966-7100-451B-97B7-5EAC394D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Mayo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D5423-E6D7-4DA2-8BBE-A84DFD4E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Medir lo que es medible y hacer medible lo que no lo es.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8AB81-DC31-4A81-8F8F-0F4640B5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46A2D-816A-4F8F-A096-F90DE636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F9236-9E5D-48A1-8DDA-BFB25751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A705E-D02B-425C-ADC4-E9052A39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Mayo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0868A-010F-4930-984E-4BDC6A34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57262-7707-455B-B205-788398BF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8CFB0-4076-4D21-8C5D-C4A1E1BC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AD857-15DE-4A43-986B-A2B2DAF3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23FB8-B04E-4A9C-AEE2-0170E478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6CD34-9914-4458-A6F0-D91BA2DD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7977B-E625-46C7-9BF2-1AF24CF5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BB075-2181-4FBD-9977-D84298D9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119D2-001D-4B20-89D7-5E746312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75103-E664-4A25-920D-4886A702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1BB32-74E8-48B3-B808-0BA481C2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34E0CC-45F7-413E-BFD1-0D91DE2F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085DD0-1E2B-4239-A783-34FAA933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C7875-88E5-4093-8EE1-FE469789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B9FC3-5A0C-4F60-A076-A393D7B2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FB8E90-7D80-4660-A12E-63252D4D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307EF9-2078-459D-88A2-03A58249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A8D97A-8AFA-4E55-93E4-BA36DDA8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417613-577F-49D3-B5D6-3D069FA3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9AC5E1-7843-4331-97EC-252FFCEC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7E2380-392F-44A7-8BFF-7C956C94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E33233-E982-45C1-80B0-541C3A50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4F89BD-D3C5-49E7-8E1B-2AD6EF91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83F360-1918-4361-82A5-817B830B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8FA283-3E98-4C66-921E-FFF408F8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39998A-2690-4B4E-906C-14C9FB93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9CA955-DA34-4C0E-9AB0-F0FEF898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7A9773-44FE-43B8-BC1C-DE771649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9ED770-3FC5-4F8C-907A-8EBCF071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42FE21-78C7-4E28-B84D-8A9EF8B4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516AA0-52AD-426A-B5AB-7AFBEE16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A9E1C7-3192-4443-9506-4449C769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96BAB3-FC5C-4504-AB09-8626ACB0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94BDDB-D90A-4CE7-97BC-ED9E33EC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353463-B9C0-423E-89C5-0FF01DE8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044E8F-2EB8-4FBF-B419-83C27CA2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A42A8F-F4D2-4C2E-994C-E9EB726A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E771EF-EB0B-41A2-ADC6-D0852997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3289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8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1DDF590E-EF75-4542-8BBC-800DD868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BE86CD-4AF7-491B-8F79-56018872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686EBD-E874-43BA-B40F-5F8CEF3E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B3A26C-E777-4560-B6C3-E3F742CA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E0FDED-7FCC-49D0-8A60-97672C83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45C96D-7B0B-4D34-BDB3-C5700E6A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A25C38-5520-4FC2-9848-3880FFC8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4E4653-FCC9-4282-8A8D-EDD4D75C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B0CA60-E73F-4D68-BD49-710DDF84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FD4D7A2D-AD15-4D75-8B35-41E1E6A4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BB7A0F-C224-4B3A-B303-9151A3B8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2F8F6AA-315F-4B34-A78D-60C10293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107B9A-632D-415F-B975-4AF18769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2E04EF-847F-4819-94D0-7A6D4F56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3625CFA-53D7-4067-87F9-5A369EAE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288154C-CFC7-4CD9-B997-77FDD4D7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4" name="Oposición">
            <a:extLst xmlns:a="http://schemas.openxmlformats.org/drawingml/2006/main">
              <a:ext uri="{FF2B5EF4-FFF2-40B4-BE49-F238E27FC236}">
                <a16:creationId xmlns:a16="http://schemas.microsoft.com/office/drawing/2014/main" id="{02E99BEB-AB69-4CDC-8A4D-0A1114A0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68BDB70-5133-4265-9E29-8A3261C4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3A9490-4CDC-4F99-A7C3-26022447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414032-ADDB-4530-938F-8C08B8DE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1ECCC7D-313E-4427-BAEE-6AE93ED9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CFBB2BB-3C65-4058-9398-44665DC2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0F60E5F-835F-40AF-9014-F643700F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1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169687C9-5BAF-4F38-B19E-021581AC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7C55DE-407D-4CC2-8440-4E8B8783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8E80C7-A0E6-4E1F-BECA-5C95DBB4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654916F-10E3-4DB0-ACC9-45F9F91B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75FBB0B-2021-4C19-B05B-DF080CB5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AA250B6-B52F-401E-8AFE-395E2A56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CE76CA6-3C6D-409E-B3D2-73AC35F6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E402BB9-E069-4A7B-A7A4-C72D46AA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F276DAC-CAD0-4110-8B63-B2A1676E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0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F5B6120E-901B-4582-BE04-2D49FA0F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F86122D-2BEF-4350-8171-52871A2A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60B98A9-55E7-4C17-85BE-833AB4AF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A85C108-7754-4719-9D5D-63EFE590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842265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E4FBE1B-6AE3-4F90-B3E7-6F2F9B60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A28F2-A1BD-4232-A552-C4625AF0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323EC-EF5E-4616-9766-06DDEA8D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124A6-C0D4-41B9-AF02-E5FD6F74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Junio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24342-E529-44DA-B4CE-77E1857B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La imaginación es más importante que el conocimiento. — Albert Einstein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684E0-9E4E-41C0-BD9B-831536F7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53E66-F95E-4FE0-A8FD-2304FCB4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3AB2D-8531-4BD4-A410-59AC7D3F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9C689-16C8-4518-A490-7E36EA2B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Junio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04030-A385-4C87-84DE-88972960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F79F0-2F38-416C-8385-45801972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C2A23-5C65-4B36-814E-2CF4A795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5EA8A-8D78-478A-A0C5-0E56E99B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FED91-407E-4690-830E-F9ED6115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C4428-70DA-4D63-9D7C-9E66B72B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E2D5B-B9F6-46D1-91F0-0074DD1C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47BCA-B917-42F1-ABFD-B54B6D43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0E3D33-F148-462D-938C-346BF7BD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F59814-5C47-4443-9353-75EF342B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F71E7-68D7-4B14-8926-DAFCCC8B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BC36A9-087C-421C-BA8E-02EE1C7F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8177D-C10B-40FD-8A71-F10467B3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97A32F-BDE6-4F49-A361-6866E756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6E174E-EF29-48EB-9877-210F56D3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054213-881D-474B-8D71-72288F2B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37628C-0FB9-48F5-A260-2A6E075C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315EE2-9F5B-41FD-979F-1D407380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64135F-DD8B-4E7B-878F-1CE163E2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2987DD-50FB-4B4B-92B6-165DB3EE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ED1017-459A-4988-9DD5-C8151A4B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A6B46C-34CF-45BB-B56A-0BDC0B35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11B21E-774D-4F3B-98F2-BAAD9CB1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86EC16-F235-42A6-802A-C7A80E13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8EAB45-00C7-46C7-892C-07A684FE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80B95D-5A40-41BF-AF90-25AE368B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D58AD6-670D-4425-9FFA-F15E6E05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44F077-3665-46B5-BF03-79F9FE91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26192A-5B10-41E6-883B-405F1175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9B55E3-21D5-42B3-8AEE-83408E96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A6E20F-8690-4E08-850F-9ABB298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AE7A32-2170-441B-9AA5-49DA6E56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5EBC34-2FFB-4CE4-9B5A-65DBC2FD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97A173-0F6F-4E4C-B856-5427F4C5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1B9CEB-183D-489F-8FA6-0A7B81AD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15A786-1D15-4CA0-9056-0A872DD4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5478E5-A8A6-48E4-9CA6-D209DAAD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7D585EF9-2FB9-4918-9A43-42AEA369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5B2A24-7BD3-407F-8473-E01DAA52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22199D-F9F6-44DD-93F0-3357A22E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BF1429-B01A-4641-97D0-E23AD5BA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009647-2D5D-49CA-9417-DFAB93B9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633EA9-8A34-4745-8F05-48849805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86E27A-ECC8-4E9D-B867-C114A1FB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C6B27C-8409-4D2C-8464-16537DAC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E9606E-FC77-4459-9E79-C3DCACB8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40B79DA3-B424-4A6E-A05E-D747FFB8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8F6FA6-D779-44FB-AC71-7E7FD4F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56C1F1-9E77-484D-AF7D-FB8B2DF6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934487-BD9E-4513-8E44-3A14BEE6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243D96-FF56-482A-AE52-B808E158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83FB3A6-F70C-4B64-8CBB-2FBE3DA1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24167D-93D3-4124-8D63-22D6B9F2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Oposición">
            <a:extLst xmlns:a="http://schemas.openxmlformats.org/drawingml/2006/main">
              <a:ext uri="{FF2B5EF4-FFF2-40B4-BE49-F238E27FC236}">
                <a16:creationId xmlns:a16="http://schemas.microsoft.com/office/drawing/2014/main" id="{267DA977-7E69-4CA4-8077-38D8E3F0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7AC1827-C7CF-4965-8212-524C5563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DC22E29-4A76-4BB2-8276-288FEAF0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F1EE4A-49D8-4831-9245-F3272396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AA81D7-791E-46F4-A0E5-E8C78BC8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EEA4CD-0AF2-47E7-995D-FE15804A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80CD46C-31B9-4024-A75E-CC0D74BD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EDD726F7-1021-4678-A56D-EFD4B38C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E87ADC8-5B86-4BC5-AC02-DF2AAF31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5000FAB-5E8B-457D-8BD0-3D921955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62E883A-1F47-4DAE-B8D6-EE2F8365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1D00D4D-288D-4201-BC44-0E0BE560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0B1F0D2-2383-4992-8170-B2A13294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1DE7FF0-06F7-4022-B89A-50A7180C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DC8017F-8DD5-4234-9770-B55C244D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1350D55-6546-4012-959A-DE77CC03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8797330C-D009-457F-A6C1-09871502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4B73AF-93A9-4530-B59D-FCC5B346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E99EC35-6CBC-4CA4-8FAD-240705A7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B8B3738-BC45-4E31-A532-47D9A50F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807914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F7292C8-6666-42EF-9DDD-916A9ABA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594DB-B347-4027-8C54-25E6D969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315EA-AE1E-4210-81C4-38B272E7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38415-A96E-4E18-A698-C47612AF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Julio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B0C17-6E3F-4791-AD5E-CFB116DA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Las matemáticas son el alfabeto con que Dios escribió el universo.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8CAD0-DC0B-414D-AF65-C0EC9B85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62979-62F1-4189-81CD-82824519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81CB7-811A-4DC0-A178-34238C5F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C8C70-EA62-4328-B820-AC9D8AA6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Julio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B5425-59C8-4B1B-B4B4-27A7918B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86F6F-553C-495F-A8F4-E3E75F36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38F6F-C1D7-4CE3-84FC-B2677A8B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5A65C-3B40-44D3-A7D9-5F3CCB82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C61D0-2F7A-4D55-A8A6-2CC89925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B407C-4E56-4BA8-9B53-81A964D2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54774-F53D-4062-9E2E-9DBFC1C7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8E82D-694F-40BC-8166-7FA7026F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3DBB4-0177-47BC-94FA-8942461F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8C4EA-1677-46A5-9D1F-ED3DDAAB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E689E7-65E1-4C5C-B0F8-59A84D52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5288A-114D-495C-AF50-1EA58349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C746C0-C8F8-445F-AD82-155B3B4B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D1FFC4-C077-423B-A4C5-049DEDCE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B40C6D-BA88-4008-9497-3D485FEC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ED0115-DB56-4C43-842F-DCB7DAF7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BD08CA-094E-4043-97E9-E29A11F6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D7B9E-C4CB-4AA7-B2B2-B129D6E6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1BDCEA-1B23-47A0-9012-29C3AF78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D0CF73-55F2-4A0C-8339-A4628AE9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D146C5-F4F0-4DFC-A968-BA2BD094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5C7BD1-B77E-4CF9-B87E-FB77A93F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6694F1-A4F8-45DD-B66A-DA524A8F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6354E0-897F-4D88-9332-530C9B5B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3A46CF-2868-4DA0-A3C2-102F664F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CBC00C-375F-4520-A4BC-D0EE5F52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5E41E3-853B-49D1-818B-DBA11ADA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C47F19-36DC-4193-8B39-AF6E40D6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E3E15F-5678-442C-9B2E-D803085A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114529-061E-41A9-98C9-31F4F589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478BEA-7B54-4752-916F-80C7AE0D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ECBFAE-E4E6-436B-8D20-9574265E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52CEFF-6853-4411-B3AA-AD852BF2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B678F0-00AD-4E65-A4C3-FF11E409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DBC0EE-C5E2-4CC0-B20E-1FCB7A3B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042653-5375-4009-993D-67CA61E4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02AF21-B9C6-4240-BDE6-A0A0B9EB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6BE62A-A5E9-4E76-A8D2-B0522377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8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3DA908EB-DD20-4AE8-8989-5FCA5D8B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140110-60FD-4B20-9181-2AD3BDDE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34A944-BD1D-4AB9-BA56-E31D1BA4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12832B-777A-477A-A3B5-7AF68F06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CF02C2-F743-45B6-ABE1-CB2B4308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DB2B43-4845-4630-B0D6-6470FA55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4B4830-D7A4-409A-B46B-7F151CBA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7F54FB-8C92-4BDB-9DC8-093710A5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D87F4EC-C524-4CCB-B5F7-1F5D1EEB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AF66A680-FFAB-4E70-8669-B0FB7963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DA5463-1F0B-4B33-BA0B-2FA7C4EA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5DAC1E-228F-4521-81D6-FB380AF0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6C858A-C31C-4BAE-B3DD-88B05B28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8CF8036-B483-4338-985A-0ECB8538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F06224F-06DC-49BA-8E35-0209595D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B3D463F-A6E9-4B9B-A026-181C2DB1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4" name="Oposición">
            <a:extLst xmlns:a="http://schemas.openxmlformats.org/drawingml/2006/main">
              <a:ext uri="{FF2B5EF4-FFF2-40B4-BE49-F238E27FC236}">
                <a16:creationId xmlns:a16="http://schemas.microsoft.com/office/drawing/2014/main" id="{FEBC8456-AE04-4735-8401-B1AE48BD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4A83D17-276B-4F88-AF2D-9BD6066D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EC60AEC-3CD6-4789-A748-8AB8A13D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FDE61C8-6C5B-41F5-BE09-8F6B547F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C0729E5-DD7E-4E61-9820-4A47D8FB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D0471C-B50A-4887-89D4-75BF04A5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C3B6510-006A-410A-A55B-E839CDFE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1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97090A01-C18B-4D97-996C-22C31554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2271EB-3A94-4000-8862-88EA66F9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CAAA41-B398-401B-A1CC-C70B52B2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59CA3AC-2F76-4ABA-996A-39FED860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5DB9B79-6B02-4D91-9ED6-3A9FC6BC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71C90F7-1F4E-4C2B-A3D8-96250385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BA6C1CB-0B20-437A-AFC0-B3A1F150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F45DB99-6C35-4AAD-A15F-613D8685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124D259-1DD4-442D-B4E3-907A95CE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0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17DA8ECC-B26D-463A-B8D0-8FFFBAF0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3741A35-427C-4D77-993F-76862E43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8B6D0BB-0B7D-4328-A57D-7BEC860C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9150AEB-43BE-445E-85A6-D7AC1AF6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89036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EAB023A-638F-4683-8D76-D84767CD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5A45F-DF53-4AF2-9F37-E20127F2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A1741-10A9-4B88-8742-7139954E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2427E-4A5F-448D-9D43-53337F23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Agosto 2027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DDAD5-450C-4911-91A9-4B7132B7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La claridad es el principio de toda enseñanza.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9E885-C97E-46EB-A18B-9A256CA8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5A037-CFA1-4A38-9F5F-299FC255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A2750-E0A5-4191-9C23-BFA56E66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25717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BA619-1D56-4804-ABC3-EB52DB3C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90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Agosto 2027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127EF-76EF-40F9-81B7-21BBE9C3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862C0-DE85-4D52-8EE7-073FD099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CE0BB-E98C-4235-91E5-58F48443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69AAD-9657-4090-8B70-F1C5EF7E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7F49C-1921-4D3E-BF69-9EF30FC2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A5444B-337B-4D65-A66D-637FE6A6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C56C2-5909-44BA-A0DB-35842CDD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428750"/>
            <a:ext cx="334736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563" b="1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563" b="1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8D67C-8472-4218-8807-BBD3F3A5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600200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907DC4-5191-4D89-A35F-938C919D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80A898-A469-4EA4-9D3D-518D7E20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10635-FA52-4F53-8349-B1E35FAB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D76384-AB82-41D0-AAA4-D8BEA630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DCC1C-4FCA-4681-9914-CE612943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524EC-A17C-45C6-A641-AF6F8E01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28E583-9D4C-44DA-9009-2AF6AD02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1862818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FA451B-2CB8-46DC-A0DC-0A452971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A9AE91-1934-4A51-9608-49FED26D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1F1016-5E0A-40C1-BDC1-52799C05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11C030-E61F-4559-85CD-0EC6E82A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771DE8-98FB-4B51-B2AD-F8577781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3CADB3-7E01-4C60-8FD8-C756AC96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3FE926-6DD7-4790-B75B-88E2745A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125436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3AEB80-9C24-454D-8DB8-5E0B2F4A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A7D959-911A-4472-A64D-3FC83FE1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3C8A2B-3713-426F-A92A-684BE225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0C0B2C-1E94-4879-AF46-FCAF5640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A27202-197B-45F3-9328-177AB22F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F32289-687D-4E3F-AC89-7DF4E230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DE96E2-A865-4558-80BE-FEA749B7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388054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BB66BC-ABB4-44E7-8C9E-090F3FAF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8BEDA3-5751-4D7C-BFC6-DC31ABA1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A28E78-760E-46B0-91AF-F1ED98CF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40A9CF-995F-452D-A4E0-78BD62F3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107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6E71D9-6084-4ACC-95F8-F3795809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843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C262B9-73A8-4FDF-BC74-40D22677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79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EFBD38-263C-42FB-8BAE-F2C55FD4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314" y="2650671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B9634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B9634A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0CBFB4-00E1-4DE1-9F9F-8B86EAD3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3289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A573FC-0BE2-4C35-9EAE-D5CCB003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6" y="2913289"/>
            <a:ext cx="334736" cy="2626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17213F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17213F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48" name="Objetivos del mes">
            <a:extLst xmlns:a="http://schemas.openxmlformats.org/drawingml/2006/main">
              <a:ext uri="{FF2B5EF4-FFF2-40B4-BE49-F238E27FC236}">
                <a16:creationId xmlns:a16="http://schemas.microsoft.com/office/drawing/2014/main" id="{5A865E14-BBF9-4A2C-83D1-355EE105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066800"/>
            <a:ext cx="27813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23DDC7-85A4-4109-8085-5B63695A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52525"/>
            <a:ext cx="2552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Objetivos del mes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1605FB-E62C-4D26-9FCE-BA148AAA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034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56EC8C-1C47-4CEB-BF59-79BD2C2D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33847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F423C1-4105-4940-B3B8-4A3D5B65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735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77207C-C194-40EF-83E5-D0C45986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80854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F30117-CE9A-404E-9541-2F8FACF3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54358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F7E5B0-D5E7-48C6-8AF7-42BB71F3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7861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D19ADE-8DA3-480B-B357-F28AAC69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1365"/>
            <a:ext cx="25527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Exámenes / entregas">
            <a:extLst xmlns:a="http://schemas.openxmlformats.org/drawingml/2006/main">
              <a:ext uri="{FF2B5EF4-FFF2-40B4-BE49-F238E27FC236}">
                <a16:creationId xmlns:a16="http://schemas.microsoft.com/office/drawing/2014/main" id="{DEB32703-EF5B-4A55-BBC6-D0C34788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10397F-8026-4080-BCD1-CE30A535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Exámenes / entregas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EA13CB-CB5C-4E15-A936-4B0E8D6F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DC14714-3FC4-4218-B654-80A71EBA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75769E-845D-4AF4-BB47-41D4DDE1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288BEA6-A02F-4F9A-833D-27CB160A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2EFE4D-CC77-44D7-94F1-B0105A30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4" name="Oposición">
            <a:extLst xmlns:a="http://schemas.openxmlformats.org/drawingml/2006/main">
              <a:ext uri="{FF2B5EF4-FFF2-40B4-BE49-F238E27FC236}">
                <a16:creationId xmlns:a16="http://schemas.microsoft.com/office/drawing/2014/main" id="{2D85EBB1-4BAC-4358-8B4E-91211DDF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76650"/>
            <a:ext cx="27051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15DA73-43B8-495F-9327-DF6F96C0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62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B8D9E28-F1FA-45DD-9F8C-A72A4AA8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291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54260F-6E9A-4B43-AE35-3C09AA86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913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9F8C788-A590-4889-ADF7-74314135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70535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1B6B4D-4FE6-4BC3-ACB8-B47A0981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157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A94D44-6BC0-4EA6-ABF9-0DA435CB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7790"/>
            <a:ext cx="24765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1" name="Planificación mensual">
            <a:extLst xmlns:a="http://schemas.openxmlformats.org/drawingml/2006/main">
              <a:ext uri="{FF2B5EF4-FFF2-40B4-BE49-F238E27FC236}">
                <a16:creationId xmlns:a16="http://schemas.microsoft.com/office/drawing/2014/main" id="{F3DB8708-8004-4C30-9831-F1E1E5E0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6769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10195F4-8F03-433F-80C6-4B495480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4832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Planificación mensual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1A55B4C-FD06-4C62-A1BE-2866C969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03076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0C24E53-4556-4721-BFDE-BAEAB362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3511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CB98FDD-F4D1-4C2D-91D4-26BC85F4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43947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4281909-8AF2-47F4-BC72-2FD38911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64383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431F21C-3AC0-4B83-9A70-1D89F427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984819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6AF8DF8-B433-4A37-BE49-64C9F7AC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05254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C6CE820-1C83-4E33-8528-6937DCE8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569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0" name="Cierre del mes">
            <a:extLst xmlns:a="http://schemas.openxmlformats.org/drawingml/2006/main">
              <a:ext uri="{FF2B5EF4-FFF2-40B4-BE49-F238E27FC236}">
                <a16:creationId xmlns:a16="http://schemas.microsoft.com/office/drawing/2014/main" id="{D4AAEBC8-D0F7-4B71-9A09-1439CD27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753350"/>
            <a:ext cx="567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D8B854C-F779-4E32-9D1A-2404480B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39075"/>
            <a:ext cx="544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Cierre del mes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EAD1B4-0B32-4BA2-9641-83BFF94A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54365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AE2D130-7379-4A73-9BF1-FCCB10F7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35340"/>
            <a:ext cx="54483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251910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166798E-8B57-4980-9B3C-079B859E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2ECA3-CDC0-45E1-870A-E8BAE3B2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66D14-F9CA-489F-BFBF-E58B431F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C80E5-C03D-443F-8768-6F64909D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5AADD-3241-43B3-AE36-55DC80FA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31 agosto - 06 septiembre · La esencia de las matemáticas es la libertad. — Georg Cantor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491AE-8E54-4A85-8A3F-3599320A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C5638-9F37-4759-A92E-F69F3C40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93CE9-A15F-4A13-9E9D-D69D1B1D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2A6C2-4BBA-4CEF-8D9E-9E0997D3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D3CAC-40C4-40EC-8539-E470F3EA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23C1A-9A57-46D5-AD16-E7100784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F8C70-8D7A-4CCE-943A-A77A2BBC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05683-C0F8-48CD-90E5-B283FF4E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52BDF-57E7-43BD-B4E9-E88CE0E3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6869A-65F5-4CF3-9146-B55F7AAC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F8EF2C-1C76-4F68-895D-7F46CE70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DD331-1F81-46DA-A2C7-A3D2A5A4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A6E00-235E-4BED-92D1-F40037B6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E721A-BF55-42DC-8FF4-08FE64A7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F55566-32E3-4146-A776-150C9939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D9526-0F07-4B7B-A730-EF8F1A1F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BBC2A-D86E-4D4E-B3B5-883B587B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786B9-D9FE-4C43-8BE7-0356B22F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A09A50-4AAE-4073-8AFC-4AD47DC3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F0F110-4BD3-48B0-95C4-64C68D2E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655561-C41E-4B6A-8396-F44312EB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FFCDF1-E0A2-4986-99C6-81C4921B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B3C58E-1A9C-4BAE-9415-FF67CB27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8008FA-8B0F-4E49-83FE-5E673BB2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3D3535-DC8C-4970-B145-C2B07C85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9105B7-E647-4AE8-8540-3D53B09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0C087B-D2F4-43F7-98D7-70C7AEB7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51EFD1-248D-40A1-9F42-DF8AB37B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8C020A-BE85-4C20-9030-5DFC5846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B88C4B-8F0C-4998-9314-7917A666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714D27-31B7-443D-AE58-4150FEAB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AA1306-174C-4B5F-B139-0C984282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514A1D-8941-4F06-BF99-FADBEDC5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963BAF-A2E1-43EF-9F2B-CEC9F7BF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C2B236-BA71-49B5-877E-B912A8C7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A11FCB-F654-40F5-B478-79401FC2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DD7327-2519-43CF-B06B-57F36ECB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2660C8-89F4-4933-ACAA-69122296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590EA9-D1FB-4965-A94A-41009222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567BFE-EC2D-4652-8419-3D305DA9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37899B-8A38-48C3-B4BC-1E2865C9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7D723B-2778-4304-83E1-3A13C230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904109-7E83-4250-925D-634BBF7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7992D7-EBD2-4936-909E-E1D46C9A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E9593F-0E37-4D7E-AD7D-051D3F09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8DD41D-C9EA-48A5-B380-98D55377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56CFEE-4115-407D-A08B-E624FFE9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0BBD53-EBE9-4EFC-92AB-9176F741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6F5189-70BE-4D87-A552-8F437020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8DD7B6-59F5-4BF5-BCAE-46F12B50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BAFD59-F157-436E-B1FB-EF6D782A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B0D5ED-DE76-46C1-94C2-A8A755B2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572535-3630-4ED2-BACE-95FBFA88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2E712B-76C7-4FB0-B47B-E0E4B3CE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8711DC-8BCD-4D96-9D20-7584E2E2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9BC8DA-E64E-4AFC-A34E-554B826C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1049FD-0493-432E-936C-0C50F05B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60B4183-BFC5-4D08-887E-A2B3A314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CFA680F-C03F-4F04-9C88-97A59662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CE7202D-7179-41E1-9829-7B194146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6BF6511-0AA2-4FDE-8B70-CCCB834E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C2B1894-880D-4085-9010-5456FF74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7F3A4A-1629-4438-B3B0-DED91D5A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2938FA4-C500-4A07-BC9D-A32E43D5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65E6C2C-B7C6-4B51-8614-DEBE59C5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587EE6C-3CE8-486B-AC5C-7C952FD9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E85587-77DF-4A28-91F4-AAEE2814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89A829F-402C-46CF-8AB1-C6187746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AED88B3-52F4-4C13-8260-AC19CBA5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F43CB5D-32AD-4B0B-BE69-DCDB629D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A4F0859-02A8-4395-AB36-771E5DE6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AA68377-F223-46B2-9FF5-3E4265FF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F08A882-8B13-4D42-8496-1BA67835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524DB2F-6990-4944-ACA3-E7B2ED0C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22965C4-42A1-4762-8AF9-2A383C86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63F3CDD-58C8-4880-A931-DCE9ACD6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03CFCA3-7A84-4F87-BC84-6EE30861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8B98317-CD71-4723-9A2B-4BDA51E6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6FBAECE-99F1-4F27-829A-C689DD48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809902C-55D7-44C9-BAED-B5262E9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83BC2D2-9AC0-4D55-A485-5A38F37C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1F149E6-45B8-4803-86BF-4F65B36B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90A2C11-23B7-4AAA-80BB-41A150B8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1AF5119-5502-4375-A671-3109524E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C623457-7B39-4165-94D8-7828A72E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575E52A-FAAA-40C0-8B00-92D93F4D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CAEB0D5-621F-43BD-9C0E-2A4A6E65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1FEAB0F-2F8C-4AE0-9FDA-864CA844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0988105-18F0-4E97-9C09-6C7E5C14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6898747-57E4-4C46-B182-60CA8EBF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55A3A08-883E-4152-901D-0281908A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3AD169E-9A25-4879-AC6F-E829C788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7037CF47-A953-46FA-8C03-698CD84F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4889A81-581B-42E1-8EAB-42C73D0B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DFC1C45-46A3-4247-9439-6927BD6B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D340D65-5451-4AA0-8F2D-BEE6F63A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B5FB3ED-6233-4117-A7D2-F82EC502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DAC3D8B-ECCC-4F8D-B910-F947D3A9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8C35C127-2473-4995-B0F6-BBF9E83E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F01949C-7C4D-45E6-BE40-E94F71D4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C1D31F6-EAE3-4E55-9440-ACEF4DAB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960DC89-F041-4027-B736-670D1C18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D267B63-9D57-4392-9BB9-D9204674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85A1ECE-D31B-4F20-9064-029203DF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464432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577C4B4-130A-4CD1-B269-F3D59BD3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B0096-ECAC-4F7D-9A56-3428BC77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71DAF-A144-442D-A447-F2A4A441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03522-A273-4A10-8AAE-EDD9AD11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B5FB8-B3F4-4665-BBFC-8188A0FC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72B3B-5073-4928-8643-DAD3437C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88546-8669-44AF-AD9D-07934F12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04ACA-880E-4130-9B5C-6A0EC4D1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DFD6F-C6D0-4CD4-A8B4-D403634E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B9FE7-A169-4EDD-8773-054C6499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659C1-B4CF-4097-9C51-2B385EE9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8F747-988E-42DB-BEEB-C99C5FCE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1E1B0-FA25-4619-95C4-D3AA642F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27249-CCEF-4CDB-ADAF-88BE66FD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0A07BD-43B7-4D48-A5C8-AD2168FE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1C9F5-7B50-452C-B1E4-19923D0E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9EB58-2247-45FE-BA07-3845AAF1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D3D09-A64F-4684-A745-A26E9A5A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D8A62-E6F3-4A2C-B4F1-A0B8D33A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BB336-6B26-42D5-AD8F-89ACB8D1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ECE855-E862-4CDE-8210-7F15F8B5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CBC545-160C-4865-ADC8-310D834F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83E7BC-2725-4CAC-8699-28270968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39622-81F8-4FDF-B1A7-8B936571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B64C47-07DB-482E-A434-058024AA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61F981-BAF6-41C6-B90D-EDA5C00A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4858D5-98FF-4194-8C7A-89B37C97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C65F23-50F9-4395-B483-469C30B2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1C23F3-686D-416B-A882-05872D47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48E321-8BB8-4EF2-B251-46109B85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6B475A-267D-4493-AC0D-F7EF24E7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B427CB-03F9-431D-86E3-29FB1320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64609C-6A25-4DE4-95F9-4FEEB33E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FD502D-2E76-47B8-A3A2-FF24DFF3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E7EDC275-801E-4240-BC2B-62AD0A23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E295F2-0F8D-499A-BACF-839D9F06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3CE0A5-305E-499F-A673-0A503FAE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AAEAD1-4E89-42CF-8370-FC41CA0B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6027A7-FCB9-4762-BC08-9E76B467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3D2DDB-26C1-4685-879B-D0831D84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102116-84C5-46D5-A2AD-D0002959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A9844CF5-F25D-4369-99AF-73AC15EE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57E447-E38B-40A4-B907-0B3810A7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A356C4-0D93-4EA7-A325-FDB95883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02A837-4A13-4224-A0A7-F21348D0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66F539-01F5-4F86-84CD-88737038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10FFF2-8BAF-41D1-9BDF-B1026952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121A53-285E-4EDB-BB25-8D20D9D8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1C143146-A48C-41DC-8543-BF6A26B4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F952B9-E02C-4883-9322-40004BCB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DE3E65-635D-4019-AEB4-AF281AE1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143D17-8CFE-44B3-96C2-2EAC553C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083439-3D46-4AE3-9077-1FF8D847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D23173-0E49-4E84-A7AE-D2840F40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5EF1B5F-0EEF-4C0E-9682-06DDBBA8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4769DBF-A2E7-4D30-BE30-D883C185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665BC9-5F06-4D91-B08A-7F7210A9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D56538-259C-45C2-9762-2A3F8BD0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F62FD8A-8ADD-499B-B36B-7330BA6F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EA96AE3-790A-4C7E-AAB9-EABB9AA2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AC18F1-1814-4B02-AE30-DA3BFBBC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EDE1AC3-9F63-4F6F-9C6B-49A03EA9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482551-1DB4-4273-8E99-1E882F21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C88AD2-0CB1-4E65-A6F5-3D95EE9A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ECDD8DC-E7FD-4396-9039-BDB44284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641EE5-1122-47B5-9EAE-A59DEF89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7773F3-0927-421C-85B4-6A5B2E8D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52012A1-E415-4D90-A9CC-C0C3A75B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14A34AE-8625-4256-9BA5-17BD10DE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45725382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E8241C2-C349-4155-9497-4FD1CD41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AA93F-58F1-4074-AA70-7C0AFD19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30F62-0B96-42C0-871B-0A4B7FE1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3E7F5-9DBD-4215-B4F2-D511E0F1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15902-D78D-4E51-AB1E-45C8A926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07 septiembre - 13 septiembre · Dios creó los números enteros; todo lo demás es obra humana. — Leopold Kronecker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544EF-0D64-4784-937B-F5FC42BB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512B0-846F-412A-BAEB-8ECE0505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E5AFC-3551-4BCD-A455-FF4091C5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33417-2566-47E1-BBE9-84785548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B8F06-2996-442B-8EDF-62D7F931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12FB3-DB34-49C5-9CAF-13F101F3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D8182-1BA8-47D7-8ACF-EC749DCB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1844B-D465-43C1-A6A4-B2520BC7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ABBCF-C7E5-45D2-BD9C-2F0B6B4D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2AFC2-45D9-4E2B-9843-BF796A05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5EA5A-86FC-4F4F-9923-9342CE0F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C5C20-6C87-4101-9A7F-75435580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DB87F-C605-4F47-9A7D-7436413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0FCE6-1CC2-4EF0-B8B6-513044E6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58A84-87AA-4EA5-8959-4DCE6FBC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D1819-37C5-444F-908B-18DF18DA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5CC163-E55E-467E-953D-8D975D4B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0AADC2-9427-47EB-B0ED-B09E48F9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7F0D2-D82C-460C-AA2F-F8CC4C5A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CA3438-69A2-4C88-9B85-D288A96A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58E41-748A-45E2-89F4-E40BCB83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8E3A68-50FF-4E9E-A9D6-1DF81597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60115E-BE4E-4C4D-B6BE-3E40BC4F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B71E3D-74EB-410E-AEBA-7FF11C61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DBF274-9997-4F9A-943C-F3A92CF2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7AB488-A86C-4694-A134-91B8F3AC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8C85C0-4C2D-46E0-A24E-A27BCEC4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7D536E-74F4-45DE-BEC2-F031D02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86CBEA-4E01-4681-81EF-4A88D05E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82AFBA-093F-4803-B625-DD856C14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0D7517-207E-4E3C-BD27-C95AA140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B40258-A3C9-43D3-BC36-5F946913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539C7A-F812-4984-A8F7-12CA37EF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3BD703-B609-42E6-8249-6B2D1916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3B0126-069D-42DC-B9C1-6602CFB9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B0ADC6-18A0-4AF8-BD20-F996A726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BD54D6-5D5B-4F81-BD66-A54E3616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242AA2-C3B1-4643-A6FF-C164AAEA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03E352-1099-4F33-8609-A59C2A6D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36BFA3-72B7-4C70-ADCD-BB4E390A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529852-40F1-4C13-BEF6-A752F44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D34CD2-6528-470F-8194-773B942C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59E460-8C92-40FF-9025-5C271E91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CC8D56-7058-4537-8CF4-580A95BB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D005F1-3A32-434F-932F-27D2AF26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D0EE54-C822-48B4-9306-AFF8C3C8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17719E-0FA0-418F-A9B7-F5EDBF8E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6B17A4-E939-4A1C-87C6-19E9B9ED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CDCBDD-8159-4506-BE2B-E1F8FE34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0F4FE0-049D-455A-8FC8-D706B7AA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C3D0A9-7B9A-49EC-B729-354461BA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A9067A-C66D-4099-B84E-2A5C7B90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022CB9-7C0D-4845-A8C9-665B5A0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0CE2E0-17C0-4E28-A66A-962F234D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F4E2A5-989C-4771-BF43-CEA7C074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47D506-B4DE-4A9D-8359-D9DF5D59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31FDCF-A4E6-4277-BFA8-3B8798EC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2CE2AFC-0E83-44EE-91EB-6ADD1BB0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3749308-E868-4195-851F-1A92E74B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7C2A49B-C514-49DB-A24D-0D4B94BC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ED57212-6CA1-4368-8C34-5F6D06D2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3C77AA-A900-40C4-B9A1-151B42F9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316ECEC-5744-48AD-BF63-22941F54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4A26E85-59B8-457B-9F70-74D9C4B3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10A6643-0CC9-44B3-9F53-A8CB6920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B8F7FD0-9D9B-42EF-BCD1-DCDBBA64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A3902DE-72FE-47BB-9F14-FD7A2E31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E1AF468-7FCF-4422-ABAF-6B84A242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00A23E6-FDFD-42EB-8DA2-D018EE95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2AE0520-AF01-4396-925F-9B204EB2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9C8F1C5-362E-4F4A-94DA-D890A08C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C69F893-8A86-4D2F-9759-A30E392F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43D848D-3EB8-4E2C-9FA5-EC1221E4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AC0C444-DA52-4B4A-81D9-F7A8F3DA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67921D9-5CA5-4713-850F-0402896E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5F9B4D2-7B33-4BB1-99A0-9C6E93BF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8CA4F65-D51A-4696-A23F-E4CC3551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AA50AC4-2F78-4879-AEB8-2F9C5C94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D907A6F-F431-4832-82F9-643FA23F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FDB87C9-4F17-44D3-B749-735FCA96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02E4414-D9A6-479C-8584-B38A4708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EF85126-CC19-4B91-9655-F6A629D7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F663C3F-3994-4BA1-B94B-7A6BAB1C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85E14C3-C2EF-46E4-BBC5-EC99BD06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CEBA0CE-A5A1-4F7C-98AC-554075D0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E615B76-3DDA-4FB2-BDA4-2EAC21C9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DDBE8E8-40E8-4E54-8A8E-58111116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B4FCF8A-E9AA-4DE0-B56B-436279BF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02C3978-D3C9-40CC-B7C7-A0D1365D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AB21DD5-5589-4DB8-9D8A-6331FFDC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D9F2FFF-0A47-44E8-B54F-C12D167F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C2C9B57-FD39-43CF-B148-BAED4453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E01D815F-40DA-4C19-9A0E-31F41857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0281E12-D5B5-452A-82DB-1E5ECD67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F0F48A5-69F8-41C9-B334-E200616E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76F23CF-6746-48A4-BC1A-79D3FEC4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E3A842B-E7DF-405A-95A1-DA00D21E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74F4940-E3FF-43F4-AC6C-E4E39306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B12AEB56-8269-493B-AF9E-67BE415B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BFEB4A0-34FD-4C06-8F17-E5E53193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A826C69-DD8E-45D3-81AC-A44B1ADB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89B2DD4-C330-49A7-A5CB-4797DB36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C2BE01A-370F-40F9-A7AB-B5489597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A938EDF-4960-41BD-B4A9-CAC40347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203381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EFC0F0D-3E01-467A-8FB1-A2D0470B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1A7EA-D0B8-43BF-A015-7AEBEABD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16DDC-2DE9-4BA1-B451-6B9D7016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F0F7F-71DC-4EDB-8A32-54B7ADB4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2A830-028F-4091-B92C-DDB0A557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685E3-4EE8-4BE0-A521-ACC9AAA2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BA763-2743-40DC-BFAA-396C2317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9F617-8F8D-486B-9CA8-7CA6340F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1932A-1582-42A0-8698-4368CE6A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9A5D2-9094-4CDD-92F2-9F5B1B41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BC25D-A2B3-47BA-8197-0112D3A5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2BA70-FDC4-45D4-A23D-BF890B7C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3F6CBB-FB01-4652-A6D4-A325E271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46797-ED17-4CBF-9FBF-D8EBF87B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D6E10-201E-4135-A2C0-6201F415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F378BF-8A34-4854-9889-053C6875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B74D8-7B9A-4D47-8A40-F89F6DFC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ADF1C-1922-4BFC-BE12-5F004D09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16E27-A677-4972-A187-7FCC5393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CD4BE-D787-4D4B-BF95-6D6833B3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0ABD77-9838-4FA3-B224-073831D0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B11DF4-68C2-44FA-B2BA-479CAB21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8F705-3675-4472-B17F-39D3B3D3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FBC7B1-2ED4-427A-99D9-8DD93FEB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124F62-52E0-4B61-9473-9DBDEA6C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6E6DD-D13B-485D-9983-E4D8070C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9E1B22-3A60-4E5D-A7D2-02249448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1B5B1-3A5C-407A-BE31-E960131D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823B58-35ED-46CA-B0C4-040242F4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8206F8-2ABE-464B-A6D2-F7D20B60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03B5DB-66E2-4395-BDE0-5B0A0B8D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C3AD8E-388D-47D0-843D-A3E2F554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770525-8250-406E-847F-0875F718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CCBD6E-3768-4DBF-982C-F67BDE97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A456284C-AA72-4A17-B38E-80F5571C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E6F63C-D88A-45D6-BB14-4BF491BA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BA8898-6973-407D-97F8-EFE378CA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0DF5D7-ED11-4378-9924-879674EE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42C38A-69D3-425B-AF8C-BF7A40D4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66300A-1A71-43B0-8D29-73B5DF4C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40FA4C-69E2-488A-BACA-A6A26274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33585882-A8A4-42A3-8C60-4E87E972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648E95-53A1-440A-8566-15894E4B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FF6278-4655-4B5E-A361-966F3ECB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E6CFD4-B10F-46C0-A91F-24BCDFCE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D9FF35-3A55-484E-8B21-2C3F76E8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A4D7B5-0364-4614-AD16-6A093617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500371-8858-4D34-AFBF-92B9C30F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DD72CA0E-E601-465D-BB26-D74D9ED9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455907-F8FC-42E4-B7F4-FF1A1344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0B929D-841D-42A1-A219-73A56B7B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0A632A-613C-427E-BB0E-BDF07872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D5AE6F-1C17-4EC2-85AA-B0153F29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96A590-3C5C-482E-9AF6-6B728783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CE0F99-A554-44BC-B086-33E90FC8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F92E83-47E5-4518-A9E7-CD711E47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CD487D-9625-4111-8B3A-4375C32B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F0B10BC-D930-44F6-BE2D-DBA0EFE5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637C7C-266A-4E14-9958-FE6099A8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068B6E3-2145-4A72-827A-950E27B7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848D15-BB0C-48F2-B7F6-E54E8AA9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F464AC5-0279-4DEB-9E55-E2554692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0ADE560-DE92-4ED1-AA29-D324A60D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C173D2-AD64-457A-9A4D-4154B655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440EC8-6FCE-42EF-A333-77645445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7BF8D1E-1D6A-441D-BFBD-6C40AEEC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5CB379D-80DE-446F-B281-DA18BE48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7CD2BEE-6892-4343-91C1-0996B1B0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121E42E-D463-455B-8FD7-FD68ADD4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03014230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0BB409F-1619-4BF9-8A24-6D698D27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AC3AD-C67D-4EDD-B2DB-EEAE66B2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27CD7-A1AD-4408-9426-7ADE44DC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0F7C2-89F6-4A22-B6EE-B47D3749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6AD80-5C25-4EB7-8B27-A7ADD2EA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 septiembre - 20 septiembre · No hay camino real para la geometría. — Euclides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B9B6E-20E0-4A12-B559-C133F4FF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3186E-6370-4AAE-AB88-E7F67180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4DBB2-F09C-4013-819E-E4728BCC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F4DDA-F6D9-454C-A1C3-1F2DDDE4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09A33-2FDD-4ECE-A107-11B2B8D5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C8333-32A2-4E46-BECE-502F5235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186E4-19D7-4E1D-AF5D-245C0CFA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FFB9B-8766-4C0E-A5FB-BC307F1E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9C9E5-F468-465F-A521-E12513BE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29531-0FA5-4FA0-9319-63F0F583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81052-A74E-4038-AC52-8F364709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FAFCC-9487-4564-9B70-115317FE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8EBB3-6CC7-454B-9B02-FA34A813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AB34B-CAC6-44D3-B1E4-7ADBBF4D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D225D-E0DC-4774-BB3C-8A4083F9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311B2B-4D40-41BF-8358-F757CAC5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8487D-68EB-4C78-9946-FEC864D2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AD8ABD-FD27-4E1E-980A-A0F85967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CA964-B6FB-4970-A13B-A2D8B5F6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44CEFC-3542-4EEF-9B8E-C50F4C54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F64193-EDF6-452E-8EFA-40B5FBF3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705F6B-8C38-4BED-9228-ABDBB673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1E3F43-13AC-4863-B71B-DAE9A794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7864D9-DDED-4D7B-9096-C5312C0A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97EA68-EC5B-4F04-950F-EC19F840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1EF32C-406F-44B3-B0AC-D773329E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5F860F-4A8B-40CB-95F0-D8E4C34D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BB61A8-2146-41EE-B72B-0C62CDEF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7380C0-C4AA-495E-99EA-F4CAD03E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4EFD31-97C2-4D50-826F-3CCF459D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43DC7E-A4C1-4C3C-84E9-B277C2CD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5D33B6-F6EC-42F8-8CE5-75DCAEDA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619ED1-7D8C-4138-8609-31BC1790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C267C6-45C6-40BA-90AF-60D3E4FA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8348FC-109A-49CF-B34A-05FE5EE2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C0C19A-2131-4F5E-8C14-F1CEF857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F3D756-2DA3-4852-88C4-CAF7F342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D65988-5CFB-412D-A8D1-E16F502A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2E5BE5-E8B7-419C-83B4-259757DB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B89481-26E2-4A8B-A1A2-7E6A0B04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61C8C2-795F-4910-B1A7-239B9D4A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64F98A-4F26-40F2-8A6E-F0A88801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3BC481-D1FE-4F8C-8990-F5921EEF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F38B96-B2A7-4EE8-8E7D-CE5DE21A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DB67AF-E084-4C62-AE83-6A3BA898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BAA22D-3AFA-4198-864C-981A71F6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D81C16-267A-4BC2-AA45-32A10E8D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A2FFF2-CD65-4ADD-9636-D36D568D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5CC19E-740C-44C8-9D79-993452DF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1A14BD-87E0-4A4C-B7AD-7E42751E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653198-4D71-4689-9C33-598002C3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8FCDBA-2109-4B07-8C87-2F188862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3AABB7-6E5F-4001-9937-1B07EB0B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EC7B2F-5D44-4447-9F2F-26109AA6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C94B61-C0A5-46A5-8D7C-64E2ECDB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23395B-97D6-4530-9440-C980F5D8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BD1C78-3B34-473D-A6D6-0E98E9B0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0E4158-FF43-4AE2-A7AE-666E016E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AD53186-627C-4352-AE45-D8124D17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0ACD28-2356-411B-A511-D2D06155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C99751C-BEB5-49CA-B91B-353CD250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E41FBFA-F2AC-42B2-8375-364ADCEC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E9624B-BE6D-46B9-AE07-F6763EDD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76B32DA-78BB-4DAE-B45A-CD8E41DF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369E154-867A-4323-983D-CB1F55B5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C1F9B4F-3A31-49BC-A5C1-50D48AD6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B947D3-C5D6-4A5C-B833-43FB3103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4A3722C-A12B-4246-8D37-6DD2B2BE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71AA31A-DEA4-4F6B-8DA3-72E51E39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5F746AC-D3DA-465B-9B96-A785E5F2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F8468A9-21F3-491B-86F3-368DF67A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362DEEB-4D68-4394-AF6C-C84B4CA4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6489748-85ED-4078-836B-8E07F7A1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CDFF8BF-B428-4566-84AF-48D20006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5EB475B-C31A-447B-B6D9-3C52E803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FCDE9CF-2E43-44A7-9266-1924A09F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F732E77-D188-4B85-A0CF-DB3B848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DDD2F64-9AB0-4B7D-A978-F6143074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7D77058-BCD6-434E-AB93-61DD5DAA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85D82B8-C15A-46DD-9ABA-3D4BE5ED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D367FBC-1744-4239-8BDF-D0C35A1A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2E93003-651A-49E8-BE65-EE473FA8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30921D0-22A9-49B8-B421-489B92FD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C3C6741-6135-4B2C-AB18-80121A5E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C51E5D9-7F0F-4665-AE24-BB5560E0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7B64F9D-D5B7-49C4-A730-AF77CBB3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DDAC0DE-12C8-4269-AEDE-D438D97D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3E5E6C-6D75-4F2D-902B-FB61B636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E5B9B30-101F-498D-A8F8-13C13C0D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9294F62-EF8F-455B-BAE3-C6422C7A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1FA0449-DDFA-45C4-A96C-65B85407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DCD2504-99B8-4656-BFA4-6E485E24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CF2DCAC9-0608-415B-878A-94860AFA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ED00966-5B2A-4155-92EF-02C8FB3D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1D8A98D-AD35-40BF-A045-5E0C3EBD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1F96708-C0DD-417B-91FB-6AB4A4D0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4524146-7CD0-449E-BFCD-21218850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4269731-B2F0-484C-8E55-FC07001C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0635D875-7F18-438F-85FA-7775DE93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0FF1F68-BD6D-4A2C-A204-87F12D81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71A9BD5-6A5A-4193-9154-2B4C8F37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573AB9A-F824-424E-8FD5-07B7E09E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890E4AE-F9F1-46FE-9FFB-E2C351B1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1446FD2-1772-4F3E-8332-753C35EF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775478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803676D-FF7A-4A1E-A8F7-820BECC6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612C9-B5FB-4B6A-A792-913E7FF7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B5440-76AE-4601-9962-ACBAD162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CDC35-EB83-4DC9-805F-F18DF2E2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838DE-3799-40B5-8B73-57B8E61C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1ECB5-5C1C-4119-9023-E86B87F6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BFE44-B470-44F6-A2F1-453A25EB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7BC4A-E92A-4FD1-8976-65FC7D95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56F02-1160-4456-9A62-DE02DE70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489B4-5F84-4BA0-806F-47157E3A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72697-0F34-4D55-BC75-F52BA8AA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47E38-73CF-4D89-B9E3-98CCA84F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381F7-E655-4E9E-B610-85B0F026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1053C-EBDB-4FC7-9F54-3E94F848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C42BE-B626-447C-B9F4-AB2D8025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E99D3-471F-42D1-ABE1-B487D2E5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5359A6-0DB8-45C4-A6C5-7A42DAC8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80869-C999-493B-80C5-7D799BB0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BF825-21BD-4BDC-AD4A-B6DCB46F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4BB6BF-A57B-417E-82E8-E5E5ACF1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9CD5E-C481-48D5-88FA-120904CF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1FC7A3-7FDD-4D1F-8955-EEF60505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5C994-28A0-4F98-A09B-EA9DEAD0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88534C-F0EB-4FED-8F27-26913257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285F01-2775-4A60-B5C0-2F7CFAB3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89F573-ED7D-4D81-9A3B-850C3F0D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366CED-860F-42C9-A25D-7AB66AE3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391FC4-A00F-4CC0-BD0D-48BEFE9D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5E1853-C33B-4B75-B5DA-61B94FCE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A30420-8318-4A60-998F-90DCB6B1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3DD378-279D-45D0-89D0-8285A42B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BA57B9-F82C-46E4-9DFD-AD17BF41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745EE7-B3A1-45C5-A290-00410A74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73DF82-084B-47E9-A8B9-F42DE4AB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358BDAAB-3763-4261-BBEA-529887CE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9EBB2D-3006-4B31-B7B4-1D7717E7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AF8A2B-28EC-4AB6-A413-0D733623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5A1A66-5609-4768-9428-4BEAF5FF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80E002-1C1E-4CC7-82EE-CB314C44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303B08-275D-4C1F-8522-F8613E5D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C52040-D18C-4D52-936D-49F25B38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FF237DED-5E02-4C19-BA6A-6ACE852F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7B8393-5EE6-4070-937E-F181F9D7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18F32A-7BA8-457A-85A1-8C1D8CDF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F280DC-BE3B-4545-9C0B-CA54D267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9BC67B-E398-4333-8A45-08CA1E84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65FE2C-A867-43B2-9C47-146E8AC6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1085A3-6685-4AD0-BC0C-989AC313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650EA63A-0256-4EC2-B6E5-632DF50A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56F1A6-5A78-41C6-9A64-B6ECD4B4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10FACCF-406B-406C-9115-2093066D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9C6F03-BB0B-430A-AC22-524FDCFD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142107-28A0-4153-9A28-7E207609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18626F-B066-4373-8F4A-E6641583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BFEFA1-B8A5-4146-A9E5-9DAD9151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E21AD6-67DE-4ED8-AF3A-3EBC87C1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BAD68A-5068-4C8F-8B4E-EA8502EA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3629DC-A733-4757-AB1A-09EB3B48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15AED0-91BD-407F-80DC-990D4A12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FAD607-F80A-4866-BAAC-BBD1D230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12A8CB-F096-48D1-ACC4-A6B728BA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4A68DDA-6D01-480D-954E-9A854D7A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625826-3927-42BF-BA11-943273BE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C9CAE7D-CB4B-481B-9191-04E1E7FB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4B6AE1-93D9-4730-A71F-173BA73D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32A503D-9B88-424A-84A6-BF8A6BFA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CC77F9-2A89-4382-9D68-390A4CDD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5213DE-CBF1-407D-ABC4-9B450618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93119B8-E7B2-4283-9E30-307B2E84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09202831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2F2BFB8-E5BA-4DE9-BBBA-498B7BE1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6DD68-9D9E-4318-9250-0119F2E3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7E7D7-42A3-457F-BD36-F5B5C039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23038-9092-4C4D-9F7C-64BE7A64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88379-8369-4121-8683-521DB683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 septiembre - 27 septiembre · Medir lo que es medible y hacer medible lo que no lo es.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45D8D-DCAC-479B-91E6-5077506A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3F581-9352-4637-8E35-F7D37B43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84472-BBB5-4ED1-9932-75BB7B29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700B2-5E2E-4AC8-B5D2-3C88F6B6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89D25-C2B6-4DB5-B2C6-F8720457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91401-30E8-4030-AC2C-03C54BC8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94923-13F5-41A5-A7C4-80B1AA19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583F5-53F4-43B5-8BDC-27F00B39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D7FE1-181D-43D6-AFEF-709C11C1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C7C0B-0B4B-4045-B680-BAA52C55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DBD327-0723-42EB-BC65-013F4993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1FF91-6B7D-4341-997C-01E13455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673A8-549F-49F2-929E-ECE7AAC1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C894A-2817-42FA-8646-02DFCF5F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BFD8F-CA34-4F6E-B4D9-4CEFE1E2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0EE5F2-CA57-4754-B8EB-E80AAF29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CDFC61-2198-4842-906C-FF656456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BACBED-44AF-40AF-A065-CFF7A21D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79E744-45F7-40C7-9DE3-6D473480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E6D84B-8C62-487D-9026-E2F36BD4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CCDE49-BD9E-4629-AE68-A3B277A3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495A82-8317-471C-9055-DF3FEC18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B578CB-B463-438A-A762-DB9C412E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30ECCA-C5F0-4192-ACE6-F1506370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32532E-D63F-4EE6-BA2B-CCE512B7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8CABB1-2CA4-47BD-96C1-456782C5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D886B6-FC09-4CFA-8D2F-2B918332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563683-99B5-47E3-AEFE-93B773AA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7348BD-DD30-47C2-B6DF-FA303E1E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CD5506-69E8-4A77-8268-EFCB3F9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7816DB-511E-4337-817F-72828E32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F8A8FE-DC68-4023-B56E-B418BA1F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BD172A-CDAD-41DA-A50E-AA3BFF81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5528D7-6D69-4784-8E9E-331E9571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282E66-E7DB-436E-B664-1A8184F5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F2E6E7-8A0F-44DB-8426-193962ED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1632F8-E99A-45EE-B551-32564EE0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B5210F-E8FA-44B7-BF26-011ECA49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3F6187-309B-4967-8CCB-50CD7F43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53332F-D380-46F2-8741-7057F36D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FCFB09-F14C-4358-8D93-38D552A9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67B370-FD37-475D-8E77-BCF8242B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0A5610-3E72-4D25-BE94-BE9BB22D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8F63C5-694A-4852-94E8-AE26C00B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8AA35E-2632-47EE-A63C-7D8D1E2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7CD5D1-C4FD-400E-AB7A-33C4C197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06A393-1F54-4633-896C-70CA11F8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40B6F5-12D0-4019-9EE2-05140CCC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B85C92-81E1-4209-8962-D62BFE5B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B9C6D00-E83F-4424-BE56-47E96DAB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CDACB9-77BB-49DE-928D-D21AC36C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87FCE6-F7AC-4997-B78F-3C94DA0C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2D79FB-A17F-458E-A9A8-372BE0E9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E4032C-8D9F-482C-BFD5-0636D935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374841-7E8A-4BC2-8FD5-452C21DF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CD874A-9C6F-4E13-8C1E-E2C14206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77752E-1558-447A-B4E2-029E7DDD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874E5D-0A84-449E-9602-E4595D2E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81ACEC-0BF7-4598-9025-7614F28B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DA0622-73E7-4AEC-BCE0-2C0F0680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47D9626-72D5-4DD5-9226-42E9DDF4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13C73F-13F1-4E77-A90F-C53801C9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3398D9-BB70-4A5E-8985-E5996617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A31E896-9EBA-495F-BA12-9D42EE3F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EF49601-4ABE-4579-8B93-606AEBA9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A1AB2AD-6148-4677-BC9E-13231DCD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864F334-9EF9-4119-95DB-83A4A447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FA41902-5EAF-4EF9-8FEE-B6E24F08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E06AD61-7AF6-49A2-A0AE-2EAE1498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391930C-31A8-4FC1-A494-3CC4E2A1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508DE5B-F920-417A-9FBA-93D65797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6CD0004-52F9-442F-AA61-D6C1A65F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8D79E6-8F0C-4CBC-B54A-F31BD8B4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340FA18-D1F5-4860-AE39-4745F7DF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F4F62E3-C694-40A0-BB49-8F02277F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F98143D-CA0B-4ACD-B187-58131E8E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E0F352A-4447-4D13-A1BE-6EF4674D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AE10870-2110-4282-9050-CAD09952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61C1F9D-1BBB-468D-9DBE-B9E2F7DE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73F0068-7CB8-4D58-914F-C89E8A8F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5C4A09B-DF67-4F67-98DF-FBD7F8D7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07F6BE2-9F5E-44FF-A555-AC2B05B1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705503D-7D1B-47C2-8606-80C0802B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E4EB636-ABE5-43FE-82D6-1088D4BF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9BF43DB-44A3-422F-AC6C-879DEC03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E48CE7C-6D1A-4063-A003-2B0D6E47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8D54AD0-8C71-4A4E-B92F-CE7EDF25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E130BE5-ED9F-42F9-84D3-B25611A9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B2DA3C4-3ABA-46D6-9B40-EC1A38F4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A4A9CBF-A3A5-409B-A9EE-915F7CB5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3745E59-0C5B-4393-BA60-FC4806E5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F39DCBA-5959-4B99-9073-4B71BEDF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96108211-5A75-401D-BBDF-B3C7CEDD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FCB0C7D-9A43-4853-B250-E20E04C7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6A81102-523D-46E3-9D26-57CBFBC5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CF032F3-9B86-4599-B906-43EA8E6A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87C7DFA-7A4B-4A41-91EF-F90CE545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CD6C33F-974A-444D-8564-E1FFB63A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5BF38471-2800-42F7-A86E-E3A82CDE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CB386D4-2D26-44C5-8FE8-8D0A65D4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59B96EE-456C-420F-B30C-0B70EEA7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35256AD-1FA2-45F5-9E9F-68ED289D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5B9EC48-F33D-4EF9-97A4-A75D8951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B5B8451-B488-40DD-95D5-03A891F9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583185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0750B226-8968-4D2C-ACC0-57EC26AC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688CB-DC9F-445A-A0C5-627809BB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103CB-D3C3-4A3D-988E-CA21EEB0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BF6AA-AC7A-4FF7-A210-01AC5E45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38D19-CB21-493B-81B0-280634B9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66406-E198-438E-B90C-4C89215A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DD6BF-D541-47D6-A61F-60DA8BE4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127F7-5C87-475F-B895-F1DDB25D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12862-08AE-45B3-A21B-250CB5D9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4AF66-E759-4624-81A8-AA01BA3C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3AD9E-173B-45B9-99AD-B64E11AF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77F98-D61A-432D-9415-E03D9B15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F43A0-837C-468C-92EB-AB9F4EED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C69C1-3134-419B-9E70-7A67ADBA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F985D-865E-429B-9A4C-ACB5A013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45512-F039-4045-8E40-B393DBC3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541F37-55FE-4D3B-9318-96670292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844D7-EBAB-455A-A917-FA993E19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13A9F-12D1-46E7-87D1-18273114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1367A-368D-41E1-B986-ED70F0C7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4A384-8448-455F-BBAA-6415DE29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325C10-EF21-49EF-B685-BA64D601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D9738A-78C8-428A-9C62-FDAE10C9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A9963-1C16-4069-A262-56D3AA7C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2B8D24-EE88-4AF7-AB90-FB699862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DF18DD-C56D-4186-B819-03AE74B7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DEE46B-4CBB-485B-A49C-ECE08418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2CDDCD-0AA6-4311-8435-33B16522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125C6B-4013-40CA-A6A1-EA0E8E95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493060-ECD8-4428-B5AA-E887B5BC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BBF983-CC5E-4F8A-AC50-258B0135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F78841-B50F-4D2E-8F4E-C0E0A269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E54A36-1BD6-4EA6-8EB3-B29C2911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488DBC-78DE-4144-8CF0-77D372ED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AC8F96B2-34BE-4148-A8D6-8EAFB5C5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9320A6-2A43-41E2-9E62-37381115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DEAE29-20EA-43F2-8701-D1B01284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76D516-AB4F-4526-98CE-3479DAB9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CCB9AE-10C6-43B3-8145-52382FB4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791A3D-72F2-44CC-9D12-8E8A86B8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151F76-1701-4EC1-AF5D-EF2B1CC4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D8DE2A09-97F9-4434-AD75-930678A6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AAA7A5-E323-4EA2-B96C-2964EDC4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165CC8-7AC0-49BB-9913-8DB87A14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E72649-EBDD-44F3-9E01-150C5F1D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98B303-FC95-4E58-A65D-0208EF69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16BC42-A302-43A1-B594-A3B2A1EA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A12915-A6D4-4F5E-AD5F-227022AC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CF8BB09C-03BE-4F3E-BE6C-0F1956CD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621690-73A0-4D1A-9203-8D9D8300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230880-05D2-4E3E-9F5A-A18C1B2C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F46D84-6D66-4714-9E87-A9EE5CE0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4F58D0-58A5-4177-B8FD-7E7499D7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827DD6-7B5F-4775-915F-7FC24DB7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C2736B-1A64-4E57-A4A8-B8494667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2554759-D9DA-4A8A-8AD5-11D0077A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E18165-4A04-477A-9DA9-F3F29520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035B5F-03C2-449C-A782-9F9B2587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62A57A-17A0-4C4D-A2B4-8E45B31D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118F948-AADF-4261-9174-503451F2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B748DC1-18EA-4A2F-9CF5-0507393A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35CFDC0-95FB-4CFE-AAED-02955954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54131B-B6BD-4057-AA97-CFFBE829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EF1A38-ADBE-4D1D-9B0A-9F64E0EA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6AF61E3-4CA1-4C12-8CF2-B001BB86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594599C-CF1F-45C6-915B-44D96FA7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6EDD0A6-0312-41E7-BBCE-7CFB63DE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D740229-01BF-4DC3-B33C-31AEAA61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EAEC3FE-94B4-4F50-B8FE-78F85E2A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32280549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E91E73C-B779-4C97-8488-B6A807D9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DE6B9-6758-44EC-8C29-D13BEB3F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B4364-78CF-4936-8B92-FE0FB4EA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A59E0-A40D-485D-84A4-234AEDDA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CDAF8-6FA8-4DF5-94BA-4E26580C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28 septiembre - 04 octubre · La imaginación es más importante que el conocimiento. — Albert Einstein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B0500-4F86-4320-A9EA-CA515332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96D86-4B72-4AD1-BAC1-8DDDE7AD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1E690-AD65-4C21-9DDE-85097B15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842F3-BABD-46D1-AAD5-F225F375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BAC20-5936-4F2B-B188-20094B8E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4413B-F3A4-4049-AB5F-451CCC9F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E2375-D358-4F70-803C-9C0E5604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621AA-6371-44BC-918D-65DB031B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1CC19-9D00-46F6-A951-88FB00F5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FF8FF-7F43-4C6B-BFAB-46A10D3B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0141D-E925-4110-83AB-B1BB9510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3C255-8F63-4109-A3F4-32C88AA5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6152B-0B84-41D3-9262-3DE0E6FC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45F5E-8A5B-49B6-B2B4-0544C856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F3057-5640-4224-AB7C-0CBA9C58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7F2D9C-ED47-4096-BD74-746F3876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136C15-9BA3-4A96-BD42-639A7704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FC4D69-2CBA-4C3D-AA25-2FC82DAB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146FB-A060-472B-B060-940AC325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978645-A032-4A26-9871-A99FE783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5E7013-4CDE-4083-BF8F-C82750CA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D5B351-0F62-4B56-8656-E0007CED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9D092B-4D4B-4EF0-99E6-C2D831D4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A16883-B71B-43C1-BA15-8C3C89AF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D3316C-05C7-401B-BFC4-A0F4CDBA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83B120-327D-47D1-9DBA-5F2A8BE0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74D9C4-98D8-4D4A-AE4D-D8BC88C7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B975DA-0A9D-45D6-856A-CA0E7964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2A0406-1A09-4F72-8C9A-EA1CF9CF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5289FA-7384-4750-B0BC-93A5BA80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43A7E0-85BD-4E57-9C08-4767870B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C2B507-5539-42A9-9AC8-B59F6F0D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0033D6-9F7C-436C-8F02-1C6C1456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917E88-A39D-44E2-AA5A-F1209937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D11AA2-9326-4F7E-93E2-2DD5508E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D58E0D-C6F7-4545-A875-B3AC9961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FA5F9B-4E91-45FA-982E-8EADAEA3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5040AB-1808-4D2C-91BD-079C0F16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6EC79A-61B3-4A6E-92F4-5B83A049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561550-3481-4EAA-8215-DD52423D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C66842-C2C0-460B-BBCC-DB9189FC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28D2CB1-5935-42FF-842C-B371B6CB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062AC8-BA7C-44F7-B5FE-AE0CA4C3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9DCD7D-B951-4FCC-AE1C-370FFC0E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947256-D79D-4E8E-82BF-5C2018B3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0A64D2-18EF-4A9F-AEB9-EDA4A114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751017-41FB-47B4-B3FB-99D7269D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02FF6E-2AB2-4473-90C1-9BA4E33A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9A1294-852D-48E4-B2D4-C440B879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7E9B0E-2EC6-4FE6-A87E-5F52FF47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D62B3C-8303-4C17-A538-33D678A6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14398F-0FF1-4593-8B82-B5D3F0D6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F6174B2-AB88-42BC-9008-59B1E784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364B6A-C4AA-4B09-8582-6327D036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FDCD33-A184-471C-BF19-B3D6FD02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106BF54-7553-487B-A6EA-98B98819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273BD0-520D-42AB-8CA2-9AEFC9BB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4E8DDA-45BD-4A1D-9628-0DE32CF6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1FD1C70-1C04-4F59-9D4C-4EB39FF0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3AF352-F7EC-49D3-9E20-98F74501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2566ABF-81F8-49DE-8A0F-869873B4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EF176A-B1B4-4C4F-ADE3-5DA5ADD0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D067705-1737-49F6-9BE4-12A6B36F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925E40-2410-4FF9-9B36-0DA08187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95A062C-ED76-4190-A9B4-C0D2CC95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E6DCD5B-3ED4-4418-8E2C-21702533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4E48726-ED94-4B8D-B146-77552D30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5191C9B-C398-4634-BF50-473D9E8B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2C1364-A9FD-4390-8458-3707FDDB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AAFDA3F-A188-42B1-B8E2-6316DAA4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50AE04B-3D2A-4E61-A758-A31961A6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4C71884-6B51-4C73-AF5C-D97E7861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FB50C57-789C-405A-AD40-C35FE78D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92342FC-2895-43A1-BBE8-5640C7C5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7D62B70-AAF1-4C9A-A661-3520795F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9C37FCF-B02E-4970-B17E-55AE176A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8550E5F-BF55-4EC6-8E77-FF93004D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EDDACE4-80FE-4190-A0D3-76A48683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BBB60B7-3EC4-4CE8-8C4B-0A617AB2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8BCEE64-4599-4153-A13C-872A9F02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69970E1-5C85-495E-BA79-6140944A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7FF08CA-5DFC-4DC7-9642-DB36DBCD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EAB808-E1EF-45C1-ABEC-3DC16F73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C0F8B7B-BC9E-4C5F-AA31-27830D64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E97A55C-AF1D-4CBA-BDF3-FEDA6770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72EE4CC-2BD2-40E3-936B-C40356F2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EE4714B-E5F3-48C2-9FF6-28CB8DBB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AFE13B3-5E20-43C4-95D6-1752B9A1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3A6E4D9-BF3E-4163-B8A0-9A610356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607FFA3-C874-4108-A45E-8B6E30B3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11535C8-C951-48EA-B588-3525FB78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FAE66F9-C190-4195-ABD1-7DB77D82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ACF8A150-9FD8-444A-ADF3-B248F7A3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C1FCA01-8C2F-4E36-8A6B-A2501EBF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E3D031E-2FEC-4238-8CDE-3C9196A0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4A60A56-2E80-4EE9-B1F5-26059DCB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7F08945-76A4-40D3-BDE7-15C88B85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17F8A75-D429-4601-AC5D-E5CB2C6A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10E31705-DC6B-4063-BB60-0C8C3CD8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C4CB26E-0C3C-4F04-B271-21399CCA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08B7340-1CC0-4E2D-8ED5-94D4D2DC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AE73F31-E55B-455F-B962-ED1B1410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6A6E84C-8CAD-4575-8FDB-3B93D007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826576F-5F2D-4DD1-8374-B50795AB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161733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B84EAA1-EABF-4EB9-A970-EBC6176B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D23E7-9511-4376-89EE-CFB6E0E3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FD84D-151A-4CBA-9190-57ED2AA7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F80CD-3B6B-4BCF-9AB9-0CEF82A5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95E9B-CF1B-4159-B865-7B1CBB71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B49A4-89E3-4543-ABFB-157A3F49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538E8-9630-4ACC-A970-FDF83924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BF54C-B5C8-4B94-842B-92D0DDB1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884A2-C5F6-44C2-A265-C8848490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39FB7-D292-4758-BCDC-E512C260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97EF6-523E-40A5-AC48-38B98943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39816-961B-431F-9CEE-419A16FB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0F570-72F8-44B1-BA51-805A747E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D7DEA-2989-415A-9474-6D98A3ED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554D1-2479-4FC7-9E36-75087306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9917D-6F72-4723-AAF7-D8677360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80CC1-0FA9-4812-BCCF-8D888B30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628CC-0ED9-4716-8CB0-8252A33F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C564A0-5AFF-43C1-9D37-2EFCB763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0A64A-E281-4505-9471-BB973349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84F588-F7BB-46A0-B607-14EB2FB6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30A0A-39CE-4DB0-9045-046AA233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4A9257-CC0A-4A0A-8E33-603E7824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6BF29B-FE80-4A51-86D2-627DDFCD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0316C5-0D77-40A7-A3C7-2ECDF438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3F28A6-5254-49E0-BECC-ED558296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1E537-E419-4031-B33C-D73036BF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B64606-575E-4288-A30F-52F28AFC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729F2-C62C-4DF9-B479-65BB80FA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0F2D5B-148F-42F1-BAF0-5B411CC2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71074B-7094-4FEF-8FD8-0CCC26CB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A324D2-5A19-4848-9946-12D99B3A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2DEBED-807C-45B8-A756-0658DE88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996113-7F26-47CA-86AA-0265BD4A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5E813A6B-A7B0-4842-9826-A7E23E89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B6D49A-5D78-4E5F-BCC8-DC51CB3C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B3A8E1-B616-47C7-9E5C-DF7E6FC6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49D632-A120-4C4C-AF65-2571B331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0BAD67-9696-4311-B04E-16A11FFB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B41530-01EF-4A89-BAFE-833F1C42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CF2D13-CC4F-421A-8112-DAF38F53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62BFF5D2-B99E-461A-810E-7AAB78D2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8ED735-0F5F-49B8-8329-8F5DA924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E872EB-2496-4D7D-BD7D-3B2003C0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A8A37F-8B07-4098-B446-DBA34ED0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AB2175-3296-4EB6-9758-BF3FC8C8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CF639A-5B12-4F0E-8862-47A10A59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D92CBD-687A-49D8-93CF-6D2FCB7A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D1A9C520-5B4D-44B7-90B4-1F9E2C36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C0208D-9276-48CF-97B7-9F889305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AC48E4-5BCA-4DBC-9AD8-56B102AE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01EF99-6F99-4D16-A9BB-8ED2BA44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8E311A-A7AE-4DB0-96C9-ABEAF880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C970DF-B7FA-4AC6-82F2-E77F12CB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DCC8D9-3A12-4FB5-9D1B-BEB43B87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46AE66-4D7F-4D72-8D56-74113E6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7E43CE-61A0-4659-B9AD-3554E319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E40761-4C48-4E4E-A5D3-CAF400C6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E54C5F-F119-4860-B15A-ECCCAEB3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E31198-89E8-477A-B83F-DEE84622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01847F-3154-4FA5-A086-D964E263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664AA9-B910-468F-9E02-1C360467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25BEA42-E691-4A82-A161-6C3CB2C3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5AFA82-EA76-4E61-952C-ED2DEE6A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D55C064-75FB-45C7-B6CC-D263EF15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4A0472-C23A-4371-9869-E609A72F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64D3DE-A33D-4608-BB75-60D26A17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03715B6-BA53-4ACC-93CF-C9A1792C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1590097-8F15-475D-919C-C8B9D9D1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21006450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DBD4F5E-1E85-4446-AF14-7BA0108D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7B75D-50FD-4746-BB33-718940F3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DA3F4-72BB-404A-9A5F-83524C75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DE885-5D76-4F30-8E91-790DEA0F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4A991-1B86-40E9-91E9-7A814158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05 octubre - 11 octubre · Las matemáticas son el alfabeto con que Dios escribió el universo.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2B5A1-B098-475D-8F76-CD0FA486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9D39C-B6BC-4FE3-9D8E-820289F7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43387-EEDA-4001-AE51-63BEC86F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387AC-0332-4D1F-B666-4873542B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EC447-9B5D-4147-8820-876B9432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B1035-95AA-449D-8C0B-B496AF43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41ED7-466C-44E0-81B5-B000BD3E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F909A-E72D-40BF-B55C-C905CB4A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C8777-9FFB-40C8-9C64-17B032F3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1DA76-ADCC-4B6B-930F-54CC07A7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D10B71-88D5-46CD-8A48-DE4DA54A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FDA2A-2DF5-4897-947D-7994BEA1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A26EC-2FA0-4EEF-823A-32E55C37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569D9-B67D-4749-9B0D-7A331327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D3DA9-08BA-4A85-83E6-A8302493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CAB24-F89D-452E-B85E-BFA201C5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82F6C5-0D3A-4A15-9C79-BAF43D3D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7F8CCA-9B6A-46A9-AF17-BC553CFF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26D4D8-96E6-4FED-9350-9F4CE6BA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67808C-F2F5-468E-907E-A0154109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F377E6-C0B1-4925-BC48-17B1A2A1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9F6831-C494-4282-B82C-B286DD88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E19808-EAF9-4E4E-99E4-D1EDAB86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2E5CA6-D743-49D9-B5BF-80C7F88C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F52ED2-CE1D-497B-B1AA-3876D75A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8C83DD-231E-46F2-B85D-ACA5D4AE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CBDFF1-89F4-4FEC-9E23-FE1B7FDD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3912A4-8128-4515-8453-61CC6182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D8A628-F7FC-44A3-9FB3-C621298F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7435C4-3357-4BF8-9E82-B7E3911A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DB9463-79CB-467D-BCA8-DF7AB06D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33CA58-3265-4FC9-80B3-A45A38AE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538413-BCB0-4F03-B38B-0B2D8B4C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C4C2B0-7D5C-4213-A1A9-3B60D2BB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254463-9A31-403E-A95C-19A702BF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2B3DEF-6A86-4DCE-B4C8-5795A5E1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D44D5E-DFB5-4354-9011-03D7F624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DED500-DB56-4B70-A9B6-27260BA0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710FDA-71CB-4149-9889-4371C678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B33756-D264-4F73-9C1C-FA2F250C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1B4AA3-3337-4E32-A547-3D3ADFA4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1C3889-29C0-408D-9390-AB577630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572F60-C45A-4B8A-8408-972CDF54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04AE4A-01BF-456B-BF9E-2055BD56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C18E74-C5B1-4F4D-BB62-6A6ADD75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AC03C9-710D-4A18-A44C-C85E3D40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21339C-7EE3-4CB1-931E-D80E67C2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E00A00-AFE2-435C-8EFD-7EADB18F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CC2950-AB71-4A81-BBB8-D0426E8F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2218BA-9217-4141-B3AB-2A9AE557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445506-DF5E-46EC-9ADE-03F43929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690CBB6-50B1-4CEC-8619-6BEF5EE7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E4455B-5D3B-410A-B6E7-8EEE63FE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1561D0-BF1B-48B6-A967-F39F1F07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87C76E-9857-4490-9D0F-E28B61D6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534AB2-A89A-45B2-8729-DAA33D13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DAA660-E1AE-4062-A652-FC98F0EA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310B6B1-EB7D-4AFA-9FBA-FE00B1A7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37CB55B-7A5D-4FC6-84A0-355CA399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92B3E7-A8AD-44D8-A982-ACEDDBF3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6761E4-9B23-4218-AE74-12D954AA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9EF2144-560B-4059-8F37-C82D39DB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F44B85-65AB-4D37-B201-2265EDB5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45421EB-4D93-4F61-A405-37D8ABFC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DA6065A-5582-4CC0-BC7A-1EDA54D1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3E10DBA-5A30-4230-B41F-353614FC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AE65FD-DF0E-40DA-956C-8D5C45DB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5CECDC-CFDE-4677-9C91-C2DD0097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A513623-B08D-4B60-91E3-1A32D48D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0A365DA-0147-4639-9AC5-43DB8E4A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B053B51-3900-4194-BB44-DB9F068F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07B7363-70E1-4D5E-95EC-49D5B33F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7774AB2-B243-448A-8B4D-845EE237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E579AE9-30B0-49C4-A1DF-2D2DCEFB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D6A62E5-E299-4446-9608-5655AD41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B2E33B5-E156-45F4-9675-E49488BE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3E2225B-36FE-493D-926C-F9AEA8AD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74163F2-FE76-44E0-A1F4-85E83705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08949C-94B7-4824-A041-92001FE3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6973082-DFCB-42BA-96AA-F953C41E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4FDAEBC-0229-4E07-900C-86F5EE2C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7C24DBB-353E-4295-9592-12A549CA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CDB6475-E4FD-4731-A8BC-721CC1EA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4C0BAF4-21D7-452A-9B3E-3B9303DE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5FA75D7-5CA6-4E00-AE17-6FA6C4FA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6C5AC80-AD2B-4D46-8C55-C07B2DCF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67F65E9-D04D-4060-9295-D4EC4292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DFFC252-BE22-41AC-8E32-3C867F99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1EE5233-5421-4605-96D1-02633F29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9D730DB-DC75-4AFF-B672-5BA543D9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732A066-DA19-4D69-AA60-4EA5A074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DC7E0FF-0E1F-42B9-8705-0DB4B757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79240A27-10E3-43CE-AD62-D619316A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454C322-BC5E-4A64-873A-381BF461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0C45498-793A-4BB1-8990-B7E5A517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33E410E-E869-4000-8D08-48042B50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D2A0FEE-6ED1-4CAF-831F-EF1E21A3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3716F92-4AA4-4776-99C2-E35FC0A1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4CCC8A11-FD7B-437A-B69E-BC0DA570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3D58E57-A7F6-43AC-8FA2-E97E7AC8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9964486-5039-44BF-AEB3-E26A8F1C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669D8CE-4B0D-4EB5-B89A-3E0ABB48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38C8C87-E9F3-432D-9B0B-B68DBEC3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3032920-7372-43D3-B80E-1BED2BF8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721103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659C103-B716-4F32-9AB5-8DD19F63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48D23-FE6F-4087-A55B-14627B41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1B59C-2894-4A3E-9FD7-E4EB0A0A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CBD6A-912D-4C34-9D67-314FB9B4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6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57D29-A832-44FD-A7F3-E218218C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3F92F-BEA3-4D25-BECC-C6AA6531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051D3-65BE-4091-BDDB-631E4897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9B0A9-551D-40A4-A400-2EC0C773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D4CCC-3FE3-4620-AAF6-F08E3C30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EFB71-DF52-46C6-9F38-31E01230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C2F84-3CF6-444A-96AF-3816AC72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4FD80-59AF-4A51-9AA9-376923E8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C67B6-AB26-4982-9D3A-F2B854EC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1BEF1-B8CF-4353-88AB-A4FB9A3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4F8F2-3BAE-4A74-850B-E880EDAD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B9F1B-D78E-4A64-8E2C-A5A9A477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C910B-1E36-40BB-BC9D-81D77CAD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33C7B-9BB1-465E-A077-C069DEF0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4136A4-3961-4A84-B390-34803127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AC3EFC-33E6-4314-BCEA-9A86A205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333231-BA16-4382-A4A2-31BB93B7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D0A772-B93C-41E1-9429-09BBC2C8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AA2539-35C0-4E9E-BB13-50A0E7E0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7F1FE8-034F-455E-9633-655E8CD3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74D26-9B01-4725-8A9B-EADC4788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9CB21F-CD8B-40A4-860C-90EC4D0C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E4D2D7-C84F-4914-8A8B-EB707EBA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46F1E6-D708-401A-8A08-597EB145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3A467A-EE03-4EAA-B0B2-5527267E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0347ED-5986-488E-9098-05FFBC06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3146B5-8D3D-4096-A8A3-8F218193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31A91A-03D6-4B48-A729-C721D86F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E2D4D3-ABE4-461B-9432-BEFE5605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4AC8DA-A61A-4238-921C-806467DD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A36F36FA-7CD0-443A-9B6E-30F7E63E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71F9A0-4A47-4D32-BBED-878875FC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664AEB-B428-4170-AF08-66128EFF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341E9A-615D-4572-823B-EF87F904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60C0B6-FD85-4544-8B6B-CB090545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2D5D9F-59ED-4641-8A9D-A117F736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CCC5AE-9A81-43FE-B9FC-00BB8A66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846B8228-11D6-4A07-B266-1FF63418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EB0D6B-08A0-4E18-A1F8-68FE8FAF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0B48C1-60E0-42BC-B97F-D43B8502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0139F8-A123-436C-927D-1040B665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76223A-3E38-4345-A81B-412C394A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5CB9AD-542A-41F4-AA3F-10F5EFB8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89DA6C-2F86-4B7A-BC13-184236B2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874B5539-F166-443D-A9F2-5C268039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224D84-3E06-43A4-8C4B-C0C0B3DC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E9B5AD-413A-4EF3-BA0A-424BF663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5BB711-03C8-4248-91DD-D9FDC895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873004-637E-451C-BA8E-2BCCBD3E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110920-3047-4E09-BAB1-524E61BD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12A506-3D88-43FC-A25E-04BA2FD5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6EF747-45A3-4BFF-8F11-858EDDC7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BB94436-BD7B-44E9-B250-03472B1C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7FC7A5-F406-435A-8A95-49B32579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E0163C-222F-45CD-900B-0A92268D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ACD4D2F-ACBB-4B02-AE81-0E917995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4CFFA0A-98D8-46C9-A101-D547E0B1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DFFEA2B-ABAA-4523-9377-D883041B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F5ECB9-EC66-4952-B939-94BEFAF1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B75628B-FD26-4619-B545-DA648870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8B228E5-CE79-4FF7-8E3E-F0487079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32032CF-E695-4721-8231-A9B957C8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6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C76E200-9B16-429A-A0D7-1C52BAEB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A2C5B7E-EC19-47BE-B1E5-51CCB6B8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B5B7CCC-07DF-4460-BEBE-FA939B2C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66811368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544AA01-7229-4D06-AADF-E81F6B7F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B2A4C-FBE2-4D35-9B3C-DEBA9EE8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4477F-63FE-467A-BEC0-CD41BC40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DBCE7-7CD0-49DF-80B7-A60E0E65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675CC-C83C-4A36-80DA-8A6A3F82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 octubre - 18 octubre · La claridad es el principio de toda enseñanza.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4F54F-B5CA-4401-A656-DD26C299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0B220-0907-47C6-A68E-4BBBA582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6E92B-B9B8-411B-94DD-D71C52CC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E0C41-7F08-45F0-B7F8-B7EFB73E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3EA4B-3A6B-4999-824E-E490107D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61C3E-4A4D-4DF4-B5AF-17243A8D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852B4-A3F1-4947-98C4-0BEE4FE4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5F68E-BA61-4BBC-951D-DF013C87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516F7-CFEB-4F45-BF52-BCE111E4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04E11-9DBC-44CE-B722-1FA0869D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DB0B8-69B4-4642-B6C1-698D4CEA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326F3-B4EB-468E-9CEF-EA8E03C7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BE0C4-DF5C-48D5-B8E3-86B3FBCB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3E10D-89D1-434C-9DA4-C89F388C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D154D-1EBD-4038-BC14-2256B9C4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DABB3-9778-4F5B-AA23-95D8B83B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C1E4C-5679-4260-8132-E5A1DC72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CBF75C-512E-474A-84CC-5A6E3A25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59BC4-421C-4673-9F16-11F776C8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C20239-5F34-4C8A-888B-5B642997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CE6CA2-2906-4EAA-98A0-29126FF4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0A4F6F-D207-4EAA-84E6-431DC63F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9F3B8A-273F-405D-8E82-1BE92E75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E20AF4-453D-49DA-A72A-E859A830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FF8640-B6E0-4837-919D-CAF9666E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EBDD4E-259C-4A36-B127-499C8E95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CEC46F-1BA4-4EF0-BCFE-3C2F3C50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DD4A7E-68D6-4B83-B5F1-C8D88973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62398D-BFEE-4D34-B681-12D65EC0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23660D-5794-46D8-8D25-F70F00CA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8C274C-F670-421E-9653-5DCA10BE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BF7096-8F97-4C4F-A09E-1CFB92CD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7BE1AE-8F3C-4763-912E-F99FA775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A11ABB-B46A-48B7-9B21-40F50206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C6F8C9-1294-47FD-9B46-13B9C392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CD476B-CB51-46E8-8821-74C1A579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38B43E-CC96-4682-8932-02CAA236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B84906-C767-4E70-A9B8-C9AD5A9C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AEDC16-FCEA-4D66-BBB2-9757F982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548F3F-A9FD-4078-95BE-46FA2F85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8AB725-1A21-45F4-87DB-BE0A0788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B0E9E2-41C0-4EC8-92C3-61D08D78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131308-47E6-4B7F-8FCF-5EA0C4C3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4D7B15-6A40-4876-8C07-48BE1CA4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9A4E2F-2F6C-419C-B465-997C1D45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0881A0-CA53-4F5B-BE55-E5AE3B9A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9E25EE-170A-47CD-AD32-99388BBE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7A68BD-589F-4BA2-9198-46DF2644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ACE7E5-6FA3-4565-BBDB-B4377426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D6BC7E-0BED-4256-8821-98A289FA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190D78-CAC2-41B3-94FA-7800EB56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7A73DC-D374-42A8-82EB-5726E723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66A4B1-FB3B-4C7A-A59E-CAB51885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F9BE252-DE31-480C-BF8F-A813CF9B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322F260-77B3-4309-B516-AB1DDD35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3E9310-BD18-4A60-80D3-275CF9CB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00E7C2C-2B54-4FFA-89CF-62C3C066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04380A0-53E8-4555-9C74-602A083A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4FB170F-AA49-4195-8191-6D96B448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BA2E452-FB7F-4395-95D5-24006B48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FF66DDC-8B46-4212-A73F-0985E519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C827AB-326D-4CFE-B120-AF9E6A9A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B34AFC4-892E-4C55-84D3-DFDD4037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601851A-65EF-4C25-900D-1B27C664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7E40CD7-40ED-4AFA-8353-75ACC957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FEDD67-C50E-4030-90F9-0458E45C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17AB9F6-51D1-4651-80D0-30D9C912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93FD929-1A26-4C79-AC9D-95C98AD4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C611CB4-ECE3-47CD-B00A-31B130BF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666AB7C-8577-4D95-9DA9-D427199A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CB7A5D7-EEB6-4830-BCAC-E50CD115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708DEE-6719-481F-A615-8E243D11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CFEC794-79E0-4E03-A9A2-BA31B81A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EE602E-53DE-4A7C-84F7-56FFEB96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C1DDB89-F4AC-441E-8262-FEB9A34E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9E4B30A-44B0-4DD9-9684-F98DE912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7C762AD-1090-4EE0-A2F5-EC8352E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602612C-14DB-4CA1-AF8C-A7A475D7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EFF7499-D952-4AAD-B876-3ED40983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AFC87D2-04BA-4DA3-86C3-EC97611C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732D099-A068-48C6-AC33-0F8FD0F3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1B48938-AD31-407A-ACF0-D3B99451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A6BC0E7-745A-4CAC-ADC2-15E4465E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E28CCB9-0334-4143-8A10-40B791FC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645623A-1203-48F8-BC95-7B4FC6CD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F70FCB7-0E5B-4B86-A3D4-DB9C4902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801042-D58B-48B6-B5A1-9B1597C0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E53BC5B-A56C-489C-8B35-3DF9DCD4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FA18B16-4920-4F69-9F7B-EDB3E655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18EFCA5-7DFF-43D5-898A-12612A55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D4E651D-D3AB-4754-9CDA-70984E6D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E8DEE31-D3CA-41A7-81A6-03A10618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6A3E7C4B-EFAA-44D9-BDE4-3C041437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6E61A64-3556-4891-8A42-A8C7D554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1980DA8-92B3-4198-8460-35F77000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C1B7E1D-CCA5-40CA-B6D7-1DF90EFB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55790E4-FFB6-4475-AA95-4F808AFB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B721AC1-269E-42F9-8D4C-2AF4B406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1D636FFC-9CD4-48F6-AFF9-2B7ADB64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A6A4163-5384-4653-9D95-5EFADAB1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9CFFD44-2BE1-4AC0-9606-0D83BFED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4DC5705-CB99-4D5E-973C-B84B537A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3B66F7B-C448-402F-817A-53256E56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1ED7714-3748-4F94-8CD8-F24EFB47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116886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47DD7D9-63DA-4B68-A441-2B59296F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00B4C-D07F-4FF5-9FFC-B432AA7F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75214-6A9B-4D2D-B93C-CCF5288F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01605-D627-4CE3-87E3-30DC9008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7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AF177-DC19-42B8-9DD2-E6A0C50B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8384C-B9E9-4336-B85D-EAD3122E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FDF25-4984-43CE-926B-2FA80396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313C3-035C-4C56-B004-0C0134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53B95A-2975-4862-B8A8-95EFF108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6C018-6FE0-4A81-84F5-7B1B91C6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A4713-6193-45C2-8B74-D90E87CB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017D5-F294-49A1-B175-C50C0A91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CE363-A7EB-4108-957D-8F3BC5EB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B504E-21FE-4A3F-8355-C3D71B01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3EB16-F64B-49D7-9DB3-A39E36F3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E05B6-DFEC-443B-92F2-FB558DA2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8CBC6-5305-4F59-9AC0-D3BCE1B1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30470-21D0-47B5-97C7-386A3A2B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19592-0F92-45AF-AF44-3BDBAF5B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A0920-9DA0-4DE8-8F73-8BE973E5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186BB7-3227-47E4-9CA6-066C42C3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236264-DD2A-4782-8764-F09BF26B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846D5-DF9E-4F41-803A-1EF8C5A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615569-F475-44E3-B59F-0B052B95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529E2A-CAB7-4D2C-8454-9C2AAD98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15B352-4C22-4409-9955-A1822301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A2C228-5BFE-4464-9629-A85CF043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4221EE-0DA5-44F6-B4C4-847DBA5E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B17342-9E2B-4447-A8D6-AB9C2233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97DE68-533E-43C4-BB05-768E527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C298FE-FB5D-4C46-8A61-519F7F90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7E27DE-7F0A-4576-B019-781C1812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0819E6-987E-46BA-959F-D8B15885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87AA84-8032-4021-B6C1-CA31C869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1874DFB1-081E-47E5-AB32-7EF017BA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46C441-6D92-4110-8231-1E8FF672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72B520-E0CC-4CE1-A50D-A26B5A25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B95F9E-71D5-43FB-9572-BE12F340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630CAC-CAA2-49FA-B220-C99F0079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920475-DB37-4876-83B6-961A670F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1C718F-5838-4ACD-AF9F-40C3F7D7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8E58167D-F699-4B51-BC8C-CDB53674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D5B2E9-69C2-4A58-843F-2FBED57C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C2E979-7E1C-4E4C-B8C6-B77D1F62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693C7B-DBB1-4B28-A69D-E4B9574F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EB57FC-2B0E-42D6-A53A-40BE82C0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D06FFC-0E08-4E12-84CD-3553692F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330A29-4F07-4BA1-85A0-2B2C8C77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0E250B94-947B-4F4A-A363-097478FC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DEC5BE-DB68-4B5B-B425-25797FAC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B5EA4C-A2C0-4B04-B3D4-61BDFE3D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8E448D-205B-4736-BB16-84E2470A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46B560-2DD6-4D61-B18B-EC4FC1C2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AD112E-C29B-4B04-8A40-B7971B86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78CDB1-6AA6-4A9E-803E-45ED5748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4586F9C-6BC5-4318-B813-6E211CDA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C82A054-BDD8-4E87-83AF-158910FB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BCAFFA7-FDE1-4BF0-938D-8EBD115E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473661B-1407-470E-88F8-608CC178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9BC74E-09D2-4A77-A903-68D1AEB6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80BC5B1-2A31-4C3A-9906-5C6194D8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8FFBA74-9403-4D61-80C8-49C53B54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B52F7E-2878-4A05-9FF3-F7E131B6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50C1112-B94C-4798-A102-996F0046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93D8ABE-DBF0-4703-8A9D-1B770D6D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05C0396-DF4A-4DD0-8F84-49E51F6C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7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4B0015C-EFCF-4D0A-BBAA-66F64DD0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17098C0-3897-4A79-8DC1-5B0438D4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AC49BE2-3C97-4C27-A7EF-B170831A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03312559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5EB13962-7E45-41C5-A4A0-ECA5CDEE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7536E-F2F9-45AA-8DA7-C1F1ACBF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EA00F-D098-4FF3-AE73-8B5AF2C5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5D5F47-3382-4E90-866A-20281ABA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72A57-CCFD-4CD3-AB7D-CB11980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 octubre - 25 octubre · Un problema bien planteado ya está medio resuelto. — Tradición matemática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A59F3-3B25-4495-9A33-3FE67C7F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BAA70-CE2A-46AC-8919-DEB01685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CCDF0-E08B-452F-8BFF-69569FCF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2498D-CD5F-4714-A3C4-74CA8507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27D05-E41A-4821-B5EF-CD2DC00D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65ECC-ABE7-48B5-84A5-3658C559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82876-2670-4224-9B4D-42B1ED7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70613-3E00-497E-87CA-5A1D965A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3CFB1-0992-4171-9820-9AA51767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8E848-E7C0-46A4-AD5A-54E4E6A3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395C5-E5E5-4805-BC5C-428297E9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EA326-519E-4F61-9DB1-457B0FCF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B2FF1-B39A-4B78-B0C3-C313CBAC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CB6A2-6880-4134-A479-2108FAF1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EAE8D-C2CB-45F2-8ADE-C3D399A4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0F4874-E78C-4974-A62E-5E4E6914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EDC5A-EC1B-4C35-9FAD-C1DF922F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351E6C-ECF2-4B03-91FA-FBDD9693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B3DFC-00B9-4793-85EE-2BF9B8DA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7377B2-C2FB-42F6-AB1C-BADA0A55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B54FCE-FCF0-4BD8-9867-C8492A9A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E9A4E9-997B-4BB2-8A33-C6235167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CB1033-359F-4F5F-9579-68B2CD1E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4B563F-1916-4891-8705-8A781B47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061C12-7AA0-42EF-A285-FD0BF857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193A86-1ACA-42C9-BF8D-03873F92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54EFB3-9181-431C-9993-101F6439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155C07-9A1F-4135-9327-55AADC4B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A726E7-E3FD-4042-95B9-83B4F81F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4AA406-6B6C-47BE-B49D-0E004B58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595500-0E7F-48D6-A73B-C9D66D1E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35194F-34D6-466F-BA7F-491E8E9C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1E25F7-F21E-4750-A90B-E2884451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AE4272-BBC7-4AA8-82D8-9DBCFE54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0A24E6-A98C-4B1F-A599-8ECC3A5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50AF70-A526-41DD-AEB6-49840359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569D6B-190D-4146-A1BD-D8CFAF08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E7D81B-F742-44C0-8AFD-D6D55CC4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57FF50-DA29-49EC-B7E1-AA685E28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9049E9-9916-4C7F-857E-1ACCEC86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3C9952-A9C3-4DE1-9E0F-85C2A395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FE302D-A25E-486A-8AC2-A3819446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2680B7-17C8-49CC-BDF4-D05379B9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0B4EAC-946B-4582-B97D-98E3E01B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5DE7B2-B483-4773-A28B-71116593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BF7F0A-D12F-4A16-85A8-B59A2D05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6A0D75-CA93-491D-BADB-07756BB6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AE5DBB-E7BC-4FD0-80CA-B51BD499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01F209-5A9C-45E9-BE07-C198454C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236D2E-9F87-4E8E-970B-C457079A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0A9D8D-0FBA-4266-A3BA-CAA193A5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27C939-BB3C-4F04-A8DC-2B8C9122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C6CFEC-FDE7-47BF-8F1A-71E044B1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37B31D-BF46-4A68-B1DA-C0C548F3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8934D8-CD38-4DBF-8A0F-385D1491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CDB1259-42F8-4BC2-A4F2-70A875E9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2237F1-F119-470A-A4A4-8196214A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E6E6B2-ADAC-4D56-9913-80864B41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6A2090-B5DA-4AF0-91B5-8EEC8A20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B83950-95D6-4FC9-8BEC-52C693D3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0D774F4-18EE-4C50-8642-0DDE00C7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FAEF15-93C4-47E5-8DD7-2B92B7D1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55867FC-F630-4F8B-B881-BAE3C976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7438FF5-B198-4485-99D1-54182E54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97806C1-8F3B-408D-8C01-C3D7DF30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0D11533-2F47-4C56-B48F-6BC9C969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638451E-0B81-49E2-8368-9BB9DC68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97913DC-04C2-4BA3-A89B-4D83DBA4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FF32E96-12B7-4852-820D-E1852364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10A559D-149F-47AC-B309-030A0D29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BA78AF0-BF92-4ACF-BA47-EC19CAA5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7BB233D-8EF1-4ECA-BAB7-5EA20580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B70918D-278C-44D2-B790-662CB3A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A41015D-41BA-423B-8F31-7F8C472B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D0F275B-B3CA-4148-AA80-BEA2FEB0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40A9CEE-0EFA-4113-B8CE-457E41C5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94CFEDB-E0A1-49CC-BA3E-F19D3339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A453E61-1FFF-418B-B16C-62801AB1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F635670-E9DA-412C-AA4A-97D336D5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736F484-F007-4500-99CE-5559F543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971D602-A293-4A68-84F4-B8F1876F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6CACF81-22A4-4903-8BEB-604B649B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05E6488-0D24-434D-AED4-9D7C004A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107D427-5B89-4D45-B870-8D447146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5688E04-90A0-4034-A571-4AF311E9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18FF00D-5166-44CA-B709-A0425BE4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B4594F5-1FB5-457C-9137-56F66EB8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0ACE221-897C-4C1F-A617-5686FEEE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6C3086A-DC8F-4E4B-974D-158EC34D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4695320-6B4B-4165-984E-0ADDE50D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D7C8CB5-B9CF-4A8D-9381-AE253832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65E9B35-7352-427D-AD29-CBCFACCA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62FD8442-00D0-4CAC-B940-E134F67D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25CC704-37A8-40BB-8EDB-0467CD5C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4D1A51A-BA81-4B4A-90C2-52C64449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8ACEC0A-E6B2-4782-8E09-BB917ABE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644FBFE-76F9-460F-99B8-ADEE9E40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71B845B-86D8-48F5-814C-A38BB60C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89904671-240A-4B61-94DE-B22A2481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7223CED-6B23-422A-9D9C-637601D2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8B76553-2709-4F98-8E11-27B25651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AB073EE-4033-4CE5-9F7A-7D3B2294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4A83214-0CBF-4641-9EF1-B830E0A3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63368B0-D6FD-47C9-8ECC-49E69C84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046769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0A031D89-831C-4248-8261-A1ACF34C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AABC4-AE48-45E8-8730-4B7CE788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2D138-9A62-438E-BA52-E7545457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92000-77D5-4EF0-97E0-5ECBF27C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8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F95E6-50E5-418A-B6FE-91AF13B4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5EF29-8333-4156-9CB2-408410A4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C2C47-14B3-4871-B638-0363EF37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B074F-88DA-4FAE-A368-6C9D4103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0C0E1-E979-4D2C-8DD7-1581248D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54B7D-C128-4281-8D1B-13CCF477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5CFEC-8230-46C8-A6CC-3D7B438A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5CF45-33E2-4842-903F-88424596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4B9D7-973D-4461-AFFC-9A9E2BB5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352D5-8CBE-42F1-B4D4-813155C1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F94C2-68E8-410C-B879-E950C64F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7E5EA-CFA4-4C42-B7EC-B3575E84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7FBDF-360C-4DAF-85EE-D5A9308F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C6F6D9-6B79-4548-953E-383E1F26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AF5FF8-1D75-4FEE-8058-DEAEC7A4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ACCF7-3B62-444C-A469-78E49556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00236-D1AD-4B03-9C07-96253016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249FD0-DD4B-41B6-9F82-4D18C029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8DE3D-ADCB-4672-A4B0-44BFAAF4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6F36D4-83EF-40A8-BF76-64078675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6889CB-6298-494B-A455-DEA661EE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3D4F1B-4FE3-46FC-83AA-6FD65A75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235AC9-FB1C-4063-BF1C-36660C28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570D88-271C-4A29-A81A-CE896A0F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B907AE-42AD-45C2-970C-0CAF5DE3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99C835-A69B-4F00-ADD5-3C34BD3B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726610-D9E2-48B8-8A0A-13FE7566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B8E7BD-0AC7-4D61-8D8D-7AC8E3EE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4D6FE0-84F3-4ED2-938D-76B64D72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69C2BA-2D6F-4AE4-9ACE-05615E94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F959BBAD-AA51-4794-9224-541E5E4E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C0CCC1-D38F-4792-BE60-23B4B97D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4A45D1-44F5-4BAF-B0A6-685EE7FC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7FD560-B00E-4F3E-A906-F07CD039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361A20-192C-49DB-9FE3-E710906F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05ED23-EE3D-4CC7-9E49-4080BE17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86F1F0-B647-4FB0-BD1E-D6861E5E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5ADBA20C-6F5D-4467-B796-1787CF95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44C3E4-10A9-4FE4-B4D6-775AD3D5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CD8160-57E5-4F7F-B1A5-304754A2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6D640D-5163-4243-83F6-F8F90611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9014D2-7E5C-4AAF-A595-714D0180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63BB5F-20BA-4FE6-B29C-4D7EB478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0AC500-A244-47E3-95C8-34BBEE46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F586396A-1E06-428A-826E-C0557EB4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205DB9-68C0-4F99-BD00-89C0A659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B5E27C4-C01A-4DA6-B0DA-E1CBF44D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47D1D5-03AF-43CA-A5BB-ECDC9CCE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D17C92-3567-48FE-88A2-D85A5AD8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36763B-B876-413D-AC3B-04DF940B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12769D-49A9-4D64-B705-8EE84C02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595928-F05A-437A-A3DD-5490613C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C6530B-DC1D-40D6-83E1-93FDED10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8142637-A7DB-4C22-93F0-DF35B873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EF9D3C-AE66-48F5-B4FD-AB7492E3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6BA0580-CE80-4C3F-8869-8950B68F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715264-3E14-4D6D-8DC1-CC238D0F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1C2471-E2A1-409F-938A-165CA2B3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D47986-C981-427E-AA1C-6DF13BDE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B7F867F-3E69-4007-A64C-24095A43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031E052-0E41-4ABB-9CC4-B20B21B5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D9A112-DE03-4E0B-BE70-FE98820E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8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CF8631C-2987-40C6-B398-BD8CA420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A9FE69D-EEF0-4AD6-BA09-E60C45E8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693078A-72E7-48A2-923F-A0E5FAFE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03679500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32B35B6-B312-4D0E-930B-A11BF659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AA9C0-A7E3-4A64-A41F-E19E3783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9D77F-C8D1-436F-98A2-F63A064F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2B377-85D2-42DF-90A0-4C84A4AC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F6C17-BAFF-41CB-AD8C-4B47283F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26 octubre - 01 noviembre · Equivocarse también es calcular.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3CBC6-984F-4A27-B89C-86938857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F67FC-2945-4E79-86BD-9BF976EF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D4083-BAF7-41A5-B91C-F4E1016A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AA8B8-2074-4F3F-BD4D-686E943C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DD3C2-3E9F-43A7-9B5F-EBB0BFA7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F4E46-87EF-4FB1-9167-E524A401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6E73B-8752-4124-BFFF-E3309872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31F57-0589-4628-B19C-AF52CF00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FA0F4-D20C-4814-94B9-9DBA95CB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EA535-14C2-47C2-AE81-5512AD85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E5207-3C94-4FC8-AA96-A813EAF3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8ABCB-E91B-444A-A682-0B8C7061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63750D-4F40-45EF-B5A8-67015570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9303D-EF8C-4237-8094-597ACD4A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778D4E-F10F-4EEA-B73C-113940EC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F8253-2503-4579-A4FB-9DE9639C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8BF132-4C6D-4BD6-A371-F3586723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1420D9-79AD-44B0-B83F-15B2C32E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1E0043-A75D-4D65-8222-7F207F86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9C9977-62C0-412D-8A2F-B66CE5F2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C42663-2E26-4256-A4B9-D07683EF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7EED63-900A-471E-B9BE-87199A3A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0C9CE8-112C-4C52-9E9B-82FB0A38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F53CC0-46F9-422C-8096-A191FAD8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77C1C6-F1D5-4FB0-B0A1-C4C27288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1196EF-E34D-4188-B338-5D4F3986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1BB249-C0D4-4818-85F3-B7212F81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C039B9-29FA-4285-9100-148618C0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EF86BA-531E-44F2-8E6E-3241229F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E861DA-F056-42C4-B329-D051656E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879148-A873-45A6-8F28-78FF0A9B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90536A-427A-49F6-8375-7DC0DE31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389159-DBB4-432E-9E38-EF42D829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9A6F4E-0A02-4C1A-9B48-9771F425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D5A904-E410-4362-B0E4-5AC84D17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64DB9C-D390-4343-80FB-2C8B34E1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3AF7E3-6994-4110-9724-B6477019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88B985-EFD3-4E64-9CE8-2CF4C251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410B23-5E98-434C-9E58-CC0566CD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815CA1-7AB6-468F-91F1-2B61208D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9F69F3-9D8C-4311-BADC-5DDDDD24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7D465E-AC01-4423-94EA-40A2221A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76EB56-E5A9-4F23-9E15-35B558FF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4ECE93-06F8-46AB-B623-E6CE85A1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96340F-D446-44B0-BAF7-D5DF8A58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CE0567-F800-4DF6-8F17-BBA4D2EB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3A6EE9-1062-4140-B6DE-1A287FE1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22CA97E-79BD-42BF-987C-DD17E8E0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563F9A-BC9E-46E6-8E10-A72C7298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C31705-32EC-4226-96C1-7B07D4A6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E8216E-CEFE-475A-B0A7-6F2A6CAD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6DA151-8D7F-4F1D-A928-B2CE2E34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4642A3-68CF-489B-91F2-97DC12EA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DBD3C5-E112-444E-8332-9D3615DF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061997-B594-4AD7-9BA1-547EE37F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23A25A-7231-4238-B0B7-974DBCF2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266415-A983-47E2-8554-800941D4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59ECCA8-A329-4CBF-B688-A94C36DD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CA746E-35C0-45D5-86A2-DD514E57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895F63-C3AE-4F9E-95E1-6CD99ABA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2CF8CA-6EB9-479A-8D3B-8BBCACED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501A877-8F84-4900-B515-986C5FBF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4CD3770-2B54-4B8F-94CC-2CD8CE37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563DE83-55ED-4B01-B92F-90D84738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6965A86-78B0-42C5-AB87-26AA9F8D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B3CB808-671B-42E1-8804-0EAE46BE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0B24751-981D-4303-BBB1-844D640B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415042-EACE-4242-A7A0-8218ABE6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9426471-2BCB-4FFE-9BED-D9F971D4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3B94668-EB5D-4FD6-AAF6-F8FC9240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9EB6D7C-135C-4EEA-B960-36DC0166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B14C0A2-D94F-4A58-B482-5535B373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EE52045-E1F6-46A2-9103-8FD0994F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F9B27D1-3D5A-41FE-8E47-2A7B5839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563547B-589D-453A-B29A-190766F0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46029CC-7D1C-4381-89C0-F12F2AEC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3158351-D304-468E-A2C7-D6D9FCA8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9FE5BF1-3919-401C-AF62-A293E62C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E5893CC-909D-47F2-8F62-62ED7F0E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55C86E4-B553-4F3D-9369-FB1014AF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A83D459-4A6F-4276-A2ED-C1B0102E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98B5E3E-FA2D-410A-AA5B-CB029628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9ACAA96-C3AF-418F-BE8E-145E0EEA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821B69F-2511-47BC-BBB2-8BAD3121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C324041-75E0-4762-A6EC-FCECDFBA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12DCA75-56D9-4D09-B43A-F42CE49D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E7A33A0-9C6F-465F-86BD-B50321AA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D8EC515-675C-4A8A-A1B1-DF6B87BD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A2C2007-EA6D-4965-A482-9C6FBE80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DF1C2F6-8E92-445A-BE7F-7B147D05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8186F0D-132F-4866-9986-D25BBF95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93E5AEF-34BC-4686-985A-3781D62E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04E74B2B-7D36-4E02-A568-B60D4589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EB69794-616A-463A-BC92-04D2747D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BD328B5-CC5E-4569-B5EF-57B7993C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4994EDA-7C81-46D7-A095-428B0AED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911A23D-F891-4F38-8887-44FD23A0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C64AEEA-D8BD-46CD-BECA-9E7E677E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3940AA43-D4F7-444C-8191-42BC402B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CB8E18F-FEDC-4581-BF75-44F3E992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75CE38E-66BA-4C61-8171-28B2F6C4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7CBCFC2-5314-4786-886F-322B0F10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FD98282-DE92-4E4D-84D6-69F6D04E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011EAD9-7E96-46B9-8B83-DD815321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30514423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1293A12-C1FC-4FF1-9B19-4D6F8DCD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EE1D5-7829-4B2F-AB10-6ECDFD22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2E5BA-9B33-45E5-8309-0B8B6217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66D22-894D-4910-A7A4-778415D7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9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060F5-2F01-4D4C-AA99-C5675423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D1AC3-4BD8-494D-9A98-09A0E4A6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92F9B-85CC-4A7E-8574-537CFDC0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543C6-9821-4E46-B65B-EC855222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2D180-C25C-4779-9F26-BE2D7237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B395A-717D-44EA-80AB-513494AD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CC489-C5BE-497E-827D-DED69932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F5600-E800-469D-998F-52A5724E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6545E-2389-4E44-BC5F-92585BFD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48B65-DD8C-49A3-A751-28B91112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FC207-F510-4C67-B8CF-73D0EB86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E9776-198E-4A56-A1DA-BC3BC8D0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BEC57-E547-4385-B235-11499B25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58608-D6B4-4BAA-A53A-2270911C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C10CBE-A5F4-45A5-BD08-634D70A2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2CB5E-7E41-414F-A45D-5580FD50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E7780-7CAE-4202-886C-D10F590C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EC945-BD59-48E4-8C6B-02D6DF11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3E402D-4149-428B-91B4-6B25D0B8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554884-7FE3-4725-AF97-AA7CB539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0F5902-8A7D-4E92-99A7-819FEB2A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4E80D2-2F75-4560-99A8-AE94851F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81FB61-6DA4-4FC3-8FED-04435CCB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E4A998-024E-43BE-B339-76281F64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5C1159-1BCB-471F-B1E5-79EF4492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908DD2-5E29-42CD-8237-1283AE0C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FE982D-2584-495E-AB23-A0452AE8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0C642C-32CF-4182-A911-89BC93ED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79815B-4F56-418C-A444-A93695C6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D80130-B090-4E7D-832D-42409AEE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0094E2E0-D68C-4E0F-B11A-823A9EF6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96F15F-7132-4061-9E1D-70A9ECAA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E90697-F771-4E2B-BE54-792401B5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968724-C25F-43F8-84BC-E4AFDEBB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018962-D5FE-4903-B22E-722249B9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A822C8-C367-4BE2-8422-4122B4E1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982E0D-471D-45B3-83C9-3BAF8B57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AA5882AC-1B3A-4C97-87D7-55EAFA58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572CD9-4331-4B6A-BD71-5D737D5F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696870-3E82-4F7F-8AF7-ACD10015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C16276-7716-4155-BC0D-63C01CFB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A46AEB7-4003-46C0-93BC-279EBC79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41A175-F1DA-49F3-A16F-C7C2C0B5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38F13E-0FA8-4B24-A024-BD89826B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70A2C8C9-FF6C-40FE-8985-9BF69DB0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58CC2F-8476-44F0-85BB-4DF78453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D60F66-053D-44C7-AE35-27A82559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2206DB-7B24-490A-8CED-1D5ADAFB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E8EF1F-9180-4785-B867-CA7239D8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387B4B-0FDC-4054-BA10-0E2B2CE4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B77FC9-D284-4E47-8353-A4993AFD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6B67F8-702D-4216-B342-C79F5901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E36C16-966C-4252-848B-A6DEB4BC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2CA863-AA2C-4203-9C3F-52C4C61B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CA9EE5-E2C8-481A-ACD2-E516CC9F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E33C16-4135-408F-B2E3-61AA0AFB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379977-F249-4B6A-8015-75906A65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247C95-284A-4700-9637-8BDEFD60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BA502B-D142-4B1A-A427-A214DB93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D11B78A-82FB-4DB5-92E0-D65B5E45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FD5343-83A1-4DDB-A980-AC98CE05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CF428C5-F1E6-4DCC-B61C-FB1596E7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9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C7FD14-6FEB-4D43-A53C-38008087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1327F5D-183E-4FB2-96EE-34EB8DAE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8D71EE2-6302-49F5-9564-920F59C9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702256971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3969C2C-C6A2-4928-87B6-5C0813B2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B5F01-AF56-44B0-9481-3DB040CB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0B287-A246-449D-B3D7-42F1FF1F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558FA-363A-4520-87CA-F8DC6434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1C4D0-C13E-408C-8E8F-B8BCA4B3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02 noviembre - 08 noviembre · La belleza se reconoce en una demostración limpia.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351D5-44DE-45A4-BEE8-F33CADD5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E87F4-5257-444A-A8E8-F7F76B0E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D3412-1306-447E-81F2-D37847D3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830B5-0504-49FF-9C06-559FD82F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20A6B-4946-49C8-9C11-3EA9F0B2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FA0AD-7F60-4E4D-BE1F-D7C20911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69E08-4366-485C-9988-33154D6A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A9439-3AEC-48B1-A539-1BFD745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6AA41-0E72-4323-B55E-3F8CF97B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20B40-420F-47A4-A4ED-9956048C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F0E9B-A4FB-402E-BB0E-3569A36A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1DF2F3-AD4E-4CBC-81F1-BCE3814C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8FAFB-3359-4616-B95E-1F3F602E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31CE9-CF21-46F7-8145-B14F0EF7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27369-1608-4176-92DE-3F96B595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C0C8B-A615-48DA-8EC7-29EF12F1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0819F-4BF4-40B6-B8D1-CB3716B0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42F721-B856-47B8-9BD4-26116ABD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08CBE-E280-4F2E-96F7-4832AE53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DE86B0-80DA-47EC-955E-4E26881A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2890C9-7107-4E68-AD3E-923BBB70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A6FE14-9257-4D77-9948-A4E4917D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EE5A0A-4ED9-469E-9533-33CB5162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483EE9-0D26-44A2-B232-DD192F1D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4DC53E-5526-4854-80A3-6521615D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18747B-1592-4594-9661-94A1E0DE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2E02EC-5F11-4EF0-B1AA-4CB4B197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F097B5-6C66-4E5D-AE9A-DA98D3FA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3A0C24-F051-4A35-9562-A6066029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C478D6-8460-4DAE-80E2-B31BC582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C4090E-EF93-468F-BFE1-4139A1F4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5DA6EE-AD45-49EE-96F1-9D429643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D18045-734F-42DE-BBF3-967E0810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93C145-A51C-40B6-ABF0-432BF414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E5B1EF-51A7-451C-8E43-08BFE826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D3C779-56F8-4906-A0F1-7DD15BC5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30CA12-D70F-4F7B-80B6-75B67743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440BD3-396F-4F55-977E-E3CC83F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478961-0FAF-413C-BC23-DA276506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E67D5A-2FD9-4DB3-AE9C-C6280CA8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38C5BF-379F-461B-8580-9A6C321D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BE1D05-C281-4006-B230-CDDE63E6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53943F-02D5-4C41-B72F-76445974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8EA56C-CE62-44C1-A71F-10641BC2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AC6D16-4DF9-4BC8-8C71-AB7F37B2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6C3566-6575-429B-A4F7-C58F8482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5CCC88-6DCC-4B3A-8EA6-B576A800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292254-D823-45A2-A80F-AE8FCC25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6E7A5D-2851-4435-9EBF-39034531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D3BDAD-FD98-4187-BC10-2AFD8507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8A7BBD3-40DC-4D77-833E-65935329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F80D4C-AFDA-4EA2-80AF-A8B854E1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BE5F06E-BE96-473D-8DC2-33EE127C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DAE958-D453-4C3E-9F4D-C3C1F38D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E33A6C1-B0FB-4DFF-9CE1-BE6F0A55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98A768-1B55-4B16-A8E4-50FA5AA3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4D99A7-FF53-474C-83F4-5C08A838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CFDD73A-76AA-4DAB-A446-16732B22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EE636B-63C1-4DDB-AACC-E5D2A6DC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D0E0C8A-A73B-4C89-A67E-4803133B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D81FEC-EE94-48BB-89A5-37AECB20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ED87049-17B7-41D1-A006-D604435A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9CE3D4-2DB7-4A08-81D5-ECE3E5E7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C5A9D5-7258-4CBA-B9DD-F0DE0081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B4FF9A8-3884-44F9-B6E0-C2B4D8EC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6AD4A67-B1DD-4B9D-8382-CABEC50D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8FB0CD7-FC42-461A-8DB5-C975A3C6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0BCEF08-A4D9-4334-8619-EF635150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6028720-F88B-4FD6-B184-908694BC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A52AE85-BEF7-4DDE-8046-76F2EBDC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A0A47F4-4B06-4DF5-BFDB-8D23BC43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CABCFCE-39EE-4036-AEA0-B563809E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8AD2D87-C4FF-4065-946E-9FE34A6D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135AC5F-5061-4BEA-ACBD-C8293B76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C6E9AB2-805E-4151-AA2E-3B406E79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AE84DE8-D479-41BA-A31C-F237580F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7829314-001F-4397-A729-55DDDE35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2E0EA2F-29A8-4F4C-AB51-EB1809D0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19A236A-F7A7-4DDE-88EE-79ECBB01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5E89409-D6C5-4673-8D14-7753C8DB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B3F2681-1789-49E9-B840-D61703D9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07A1B6A-8BE3-4F71-9A9E-60C4FECF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1E99603-9EC2-4CC0-8813-08CBB82B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9828EEF-6938-449C-96FB-90EFFBE8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8DCC3F3-EEA5-425F-A2F5-7530EA5F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113F916-254F-4691-8891-9B9F542E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8ABBE41-86BB-4E99-9BB5-951BD3CA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1A6B9E5-0430-4064-B748-DC6707DB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A821194-CB5F-4D6C-951A-0CF22961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78FF77B-DF5F-4C6B-97AA-80BF0C6E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71AD10B-4DCC-4675-9D0F-FCB44673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F0578D6-DA7B-4193-973A-CEF8EADA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1FBE55F4-1EF2-441D-B5E4-3AD0DEDD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8A36E87-69FB-48D1-B269-752B218B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B671944-3C69-4E8A-9D0C-5072E5FF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6025B6A-373D-46AA-9912-780A3AB6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899E8A2-AE4A-4AD7-AC8B-C16C2077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9D23E99-32F0-4678-B855-D6A81D47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A9897B1E-1B95-4970-AA92-06A42124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27D6A9A-F647-4E3E-8159-0DD823EB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7338114-2169-45C4-9751-6BD36A27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0A443AB-1177-4C29-A35F-36415C04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4BD0A66-E2A8-4F54-B497-AA548C62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601C97E-3F95-4D68-9F42-3C67D76F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86856972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62A50B19-071D-4D1C-A163-0139787C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59998-B0C4-445A-ACFA-44C0B6CB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9CB76-2BB2-4F6D-8EAB-4127C787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CCCA4-C5AC-4C4D-9FA4-9523D561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10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44743-AB9E-4DDD-8DCE-5724EC72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3D13D-489E-4C99-B11E-F1DEA97E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48119-1329-4A26-BD7E-D1AE46EA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863AE-F428-43F9-993F-0F7F2EF5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28862-68D8-406A-92C7-4C32812A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0816F-694C-405A-B1F0-BBE9C902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59028-14D8-47A3-A896-3ABB61F5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B4FDC-04FB-4EFF-BB7E-2B829825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3B2D63-259B-4754-BC10-AFF3F67E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8DD07-0009-4A74-823A-73199E64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BA749-71FF-4348-9D2D-F5A33EAE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0F479-D0DE-426B-898F-D58925B8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3651B-20FD-4466-A0C2-9A9399FC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5C7C4-3418-45FD-AC5A-DCA7A777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557C0-54BA-46E4-8221-AC8579A9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888E5D-9AF1-4E55-9079-6751523F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0D6081-0A0A-479A-B6CB-E4BDAC9A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6C80A7-4F40-4CBB-A307-253AA7D1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3AF359-709D-4815-B58C-5DBD214C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76BDD6-FD8C-4FE4-8329-81D8C583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DADA4-6434-4FB0-A667-97FC33D3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AEFDAB-0D68-406C-B45A-D66104CB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273BBA-5F96-4BCB-833A-997DAA89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53E290-98C2-402B-8801-FB86D6A5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54FDCD-23CB-46DB-BCEF-68CAD765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13726A-D69A-41C2-9909-065EF4EF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5BB4D5-A0BB-4666-A1FE-DAC97B85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72EAC8-925F-489D-966E-6975968A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9B9491-0C1E-41A7-9967-EFB902DD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2A3EC9-A85F-48F9-99ED-CA10E42A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293431E5-F239-4BD4-A8C4-0381640B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9DFDB4-3473-4386-9D4E-4165BCA1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3285A7-8CB4-4CC7-8D01-A7526A8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FA88FC-5FCD-428F-94BF-08EF2371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A42530-03EA-44C7-A169-2B39FAF3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C197BA-7B58-43BC-9840-05E0B71A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E2C00C-A032-4534-9620-C50B15AA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097247D4-2D5E-4115-AD95-ED6E3AF1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21C8C8-391F-43C1-A453-9D07ED2E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E7859B-47A0-407B-88F3-CA53C979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BABFDC-E56B-46F3-B460-0F10BFFF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3DF807-C234-4705-AB52-3C1F48AA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D969AD-11FD-46E2-9CE3-E291B21B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E93DA6-D909-443D-AB22-2AA70C90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73771677-5523-4910-9FC5-A1F87056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FD6CAB-30D4-4703-9686-40FCAF21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DF3CD3-2DF0-4E9D-88C1-F7C663A2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3EA044-CA51-4A9A-BE20-45B216EE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8F47F3-42E1-430E-8CB6-CB04261C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659B03-5F19-47E3-BC6C-95FE5B54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372032-D32D-4310-8ED5-7F3B34EF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DEF69A-F47A-46F9-A066-24EA5FF4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4C1FE9-2F6A-420E-B012-D46030B6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6AA039-D654-475D-AAAA-947BBF2D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EAE0D4-9049-4424-A03C-E64C91A3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DCC78FD-ADD2-4A3D-8954-FE1F2BF4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D31E00-95D1-4C8D-9F3D-354FCED0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25DE9C-2C5B-4836-881A-4F7333BF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2EA7865-BFE5-4E9C-A311-701C1A07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6115FBC-ADFC-4045-AFA1-B29E0248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C5A86D9-3A8B-40E4-861B-7134069B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1681109-8207-481A-8BB6-E2368A65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10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C0ADAD-B47A-4858-9FBD-942F183F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3E6E3D6-CCDD-4C55-9437-074CDCF9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72A4FF2-4A10-403C-892E-41EE2892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825665938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E323EDC-8431-4DFD-B914-F23CDFB2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CA44B-B307-41D6-A399-EE852219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33310-067B-4017-86E8-F5DD3243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494D1-DAB9-412E-9A6F-242796C8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4855E-D2F9-4AC8-919D-4C25FF8D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09 noviembre - 15 noviembre · Lo que no se repasa, se evapora.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F0FCA-F1F4-4368-884C-BFC8357F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637EE-DA43-4D84-BE9D-C5DE6033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A8382-7B06-4857-9FD7-2AEBC314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100F2-650A-42FA-8736-E1CB4A08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846D9-1111-4697-A721-E0F51B37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6A0D2-AA37-4A13-AF38-5E0EBB92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3C6BF-53A6-4D2E-A1AA-6CAA6E90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1F70A-6948-43E7-A325-3590B5FF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0CD52-9112-4F75-984C-12109DEB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3B4E7-0363-44A7-862A-095CF52A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2628D1-16BE-4C89-BCF5-1B79AEAE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87008-ED7C-4199-8115-1F89A747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3481A-BCCB-4A96-B536-24199159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D254C-AD03-4096-9030-145CADCF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0A0C87-9C26-4D4C-9E42-AA9B9A81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57B1BC-0DDB-4EB0-B833-E11EA12B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7FE4D-7816-434C-9227-41D837CF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D97F1E-819E-481F-B7D5-31DA5E77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F0794C-434F-468B-83DF-3892265F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B95DA0-8488-4A2C-9090-DEFDA6FF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EB2856-437A-49B3-AF35-95F29EA1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98C77C-4A1A-468F-B456-258EB8DF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98B93-5858-46CB-B881-5C5DF163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375E57-CEAD-4E51-9140-7D83AC9D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ABA8C6-4E59-4135-B622-1DE7DCB0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DC6C79-37D6-4A6B-A60E-1BD16C64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50E315-B0F9-4462-B40C-ADE4A1B1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41B707-9313-45BC-8ECD-2C77F72E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12F51A-4B13-4E7B-89D9-4A160AF5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DB853D-9ADF-48EB-9E7B-CAE66FAD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C5ECD1-5E0B-44B6-9B19-BE8C4D8B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A7C50B-56DA-4EB5-9308-C1A85490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5A7B12-95EF-48EA-8B9F-1B3594AD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350373-D556-49D0-AB56-CB6B9640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13F7C6-5F7D-426E-A889-765E13CB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D01582-5F00-4C2C-8E48-3A4F6B15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A4250A-5C1D-4E9C-8857-9F50B46A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15ED38-01C3-4017-908E-FC45EA92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57BB93-84B2-4BDF-B597-BAC05719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D837B5-5D19-4054-B72A-E38BD188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A75847-7CD6-4394-8743-F31AE233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23972B-F549-4AFE-9F93-7BE840DE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49AB5C-CECE-4BBD-9412-0E6344B9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A345B4-AA0A-46BC-B33E-9CC8C041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128388-A4B0-4DF2-A9B9-E244D33A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BAFFF9-C3EE-47E2-B8A2-59D886D3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B55A36-93DA-4539-A00B-F70FC748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98364F-F476-4718-9E4C-C3820776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439626-90B0-47D7-AEA6-090BF436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D5015D-F08A-4750-A026-3CB2426B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F33386-1FF0-4CA5-969B-4B6C7A48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ED0B8B0-AEFF-4E34-96C2-E1994D3D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B9984D-CFF8-45AE-97B1-A9A7395E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477D65-1299-4090-BE84-42D14F9A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1ABC391-70CD-488D-A3E3-271BE5F7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C0E3F0-4BEF-4C79-98A7-79FE6E08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4986C08-911B-423E-BF7B-319F7B6A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A919EA-C448-4DEF-8A36-98B3406D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8CF1B6D-CEC7-498F-8EBA-7A6A1E34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0F452FB-93BD-431D-BFAB-22C28A5A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95BE3A5-3D6B-487C-BAE3-3B801605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BDAF79-1941-4A37-8433-4A592A90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B95FAE1-C43B-422E-AD16-4CE229F3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D0A079F-3F47-4D3E-B5AC-BD3D85E8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0954C67-9A8A-4B6D-B104-28063D7E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7FEF035-B6D5-4E74-838F-C1A05779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20262E2-B965-4701-822A-20EB8706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69B6DB0-6BF4-4160-8113-0895B728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1DD5CF3-F29A-48BD-897E-7BA273F9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1AEC065-B2C3-4D80-BD8B-28AECAA4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F86AA80-371E-4F61-97C5-369E9E23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02437C2-61E4-45D2-946A-CC54F2EF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405E263-2D0E-476A-B4EB-56A475BD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CB2AF2A-81E7-49D6-8A89-8D564EDD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08E8D95-B520-4E3B-A73C-9948DDEA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D7B71AA-E0C1-4F20-AE23-8554450E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C39ED62-0CA3-4A46-9E35-7F17511E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78893E8-32E7-404C-A1D2-6ADD7395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9BD079A-2DEF-42A0-B47A-84D63FE7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2C53A8F-1EDF-4C78-BE9E-05141A26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C587BBC-4B59-4A14-921C-B86A9B27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819A18-EFF3-425C-A3B2-7854ED83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622FFE9-FA26-42D5-828D-2DC0E623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B4D3E62-96ED-4D93-A29E-E0D328DB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8A0A8C0-5CDA-44DD-A218-413BCA39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4607B9A-F2D7-40D7-95F7-25006F78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4E85DCB-614A-466E-AC70-E07C88A3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298BFD0-2A1D-4FE3-8F92-238E0681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DAE049A-1F4E-4303-A54F-A6CA4EBB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78C0041-7258-4352-A764-F0C30442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CBC3CBC-C362-4446-B380-C480D834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1CCC65C-7F6F-4926-95E4-0F1F8D87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ECBCCA10-8501-4478-A847-5B676291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9160DE4-5EBF-481C-8FD9-FF90BB40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5746F01-4C92-4AAF-BB83-9CB135B4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949017E-1552-4921-8D50-4C536A3C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5C060E2-9C55-4EFA-B488-D3C4B799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4139C2F-D183-412B-A3E3-25B526A0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0BA22D11-4726-4EF9-8169-B2FEF1E1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D2F5BAE-D3DD-4E2C-AC65-69B08551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58672C2-805E-4D6A-9C50-CCCA2FAA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3D799A7-122E-4642-A5AE-38362839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5450409-05C3-4205-A0B8-587509F5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EB88353-D481-4429-8699-D091CEEB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8028297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2A49111-CF04-45AC-A467-4B73EBE5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89203-8A08-4420-BA26-321CECFD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E95FE-371B-4911-A3F2-B9A49E2A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B4CCF-EC87-4A4C-8E90-B8A11418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11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AD5C7-2DC2-402A-99A3-38E3B432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079B8-FE82-4FA5-ADF7-6AEC3196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50C0A-5185-4F6A-BAE1-517B737D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640CE-97D0-4025-9820-334C1DC7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6BB30-30F3-4088-95F5-FE9A21F2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FBD76-055D-4790-9C6C-069ADB04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FA6B9-1D4C-445F-8B8A-4F7DAC44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4D09F-2D82-405B-A5E3-13D8F0E3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A40BD-2B89-4333-9C55-3CFA7F11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B84AF-63AD-40D9-9F79-FE72CCBF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5FCB0-4057-411C-A761-5AC4E622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D240D-1D7B-4F9F-ADA7-5E52AF08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56CB8-5C2F-4D0F-B6E8-C965305F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095F6-1798-403C-9CDD-E04F7339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2E17B7-A2D3-4AD7-9947-3CE3C849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A715A-1808-4B95-ADF8-26D85911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BB0416-1064-4CED-A6CB-66DD4874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71625-A381-4203-8916-E3224371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B60104-B8B1-4CF9-80F7-CC6150C6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B02601-BC05-4DA5-8019-0E5400E1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A55926-38F7-4B07-8BDB-F47CFD25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E75779-3F37-4AD1-973D-E1B064CC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FDDAAD-6813-4336-8F0C-7707EDD5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748D22-9365-4A3E-A385-0C2C0DAA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9F6CE1-1263-4C7F-A9A9-E2433DF7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3C0E63-42E8-4C9C-9553-6BB1A252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12F873-2DF2-40EA-9688-4A3F1602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D53402-4161-4497-9744-F1F0B3DE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06C9BB-4254-4E89-99D7-70A6D1B0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A3A5F6-70F1-439F-B62C-C2E1A0FE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03AE055B-8D7E-497F-A4F8-B39B7EB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52FB33-4818-477B-8461-ACB13F3F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20EE40-0B28-45F6-9F5A-DE5770D4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355F45-A000-4F53-8AB1-24DD475B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4AB0CD-B8E0-4B50-B316-D8443466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4535E3-4D6E-4171-927A-5A0BA8AD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E1B5A-6FD0-4E98-AF67-441463BA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60C61C92-3419-402B-9F7A-54449354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43E5D4-F863-447F-986D-45C0B9B4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77772B-E9D8-4076-BA72-C072309B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ED697E-E253-4B70-BA55-7E731CDC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5E57D3-AFE2-47FC-A204-3E2F76D4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6892DF-A21E-4CB1-8A07-430FCB9E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49CE54-AD96-46BD-BB77-E97A97FD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1865DD96-AF0F-48A9-A1CD-978B5DC8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76B7AA-95DF-48C0-AFBE-46017CC2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4378B7-D348-4B7D-A7AA-14E27C6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240CBF-C2D0-4314-8DF2-7A63EE26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F4874C-EC3A-4F59-9027-B936CDAC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B3A726-ADD8-4C83-8744-8D196218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F79982-CAC1-4895-9BB1-DC686EA6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2FCE93-0F03-48CC-9D52-4FAF80C5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A22C66-C14A-42BA-8593-3B066EAB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C9AB44-E3C0-4BA9-ABFE-A3ED9F85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7AD5A3-62F9-4D9E-B113-82466B97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1CB7E42-6DC2-4C75-A5A4-8B380596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A78EE3-7D28-4C28-B5A6-70A65217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50B321-101A-49E6-AF6D-453FB5E0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CDD74A-C1B1-44A5-B1C4-2D1DE89D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188C5F-9F4D-44A1-964A-66E1928F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0A40F1-C3ED-4623-88B0-9BD3F03C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49E13FA-F31D-4A70-9102-3EE2F730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11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3F0A48-147D-4E60-9C38-75451EDF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B13CEE6-263D-4F45-B1CA-7193733A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26BFCD-E1DC-4D28-B058-246DCA26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9310071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E468B28-CCA5-4FD0-87C0-5E91A740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688D6-9B39-44A4-B798-298FCD9D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1F8AA-E5AC-4727-8ECC-7C640ECD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3A607-CDF6-42C3-BAEC-8E7B4BF4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89B97-DB43-4444-9853-B363E3DA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 noviembre - 22 noviembre · La disciplina vence al sorteo.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13FB4-CBB4-4982-B426-A56A8485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029FF-2ED0-4621-8054-BF4B2BE2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FA6E4-7E97-4AA1-9D30-A8B97716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7EF1D-D329-4298-AC76-11F81259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7C060-34B2-4E82-86EE-87924E95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9BB1D-B858-4F44-B7E1-1AC8BB76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7D97C-DD63-443D-9864-AC9B36FE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AE9FEA-599E-40D3-BBBD-AB72BDB3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387CA-5495-463F-ACF8-3F162B34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7333B-A56E-49BC-A85D-A339E7AB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04257-8E58-49D3-A95B-995527A7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6F9F3B-4AAD-48C6-B43D-7BE92C1C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BC936-8BB5-4768-BB65-9421CB8A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99C563-6A44-4849-BEFC-6887E09B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22BBD-6508-4AED-B07C-B43FF5B5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AA11F-2B80-4704-8E66-3BED8DC3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7A18C-04F1-43FF-8A21-56BD146A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75AF7-9A86-439F-8184-C12C4CCC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ABB40C-C038-4D00-B3E1-BC227FC5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E47932-5CC8-4C93-B90A-BBEDA4CF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67FC1-D5E8-4AC7-BFAA-532344EA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27DE9C-42A6-4D49-9F6E-859D8793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678CC2-C27E-47F2-94F5-2EA7F614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7F261E-5C03-4729-A045-EFE36E98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BD1E37-10DA-4D22-BE9E-774162F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5A4CA0-791C-408F-81AB-80F3D8EF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673751-6290-473A-AAF9-44D9D9ED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641994-9785-4068-AA87-0ABFE69B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D543A4-7248-452F-AB0E-5B368FC7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C76808-FDE1-4D42-AA79-87549EB9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4AE45C-CE54-4102-AEFD-5953208A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28978D-2AC9-42A6-A0EE-9F09EA45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C0D88F-0775-4FE6-9435-5BDCC99B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A7C9D4-3212-4AAE-BC0C-1E8C1B3A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2EF5A8-D4E5-4235-9A56-55BA7D1C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F4C800-A1C8-496C-B361-093BEFA4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3671B3-5E0B-4154-B339-F546CEF0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50AEEC-172A-4562-B605-E10C2174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AACA29-28F6-407A-A821-1196D5D6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C05A5B-AA5B-45AD-8177-2275CDFB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A11EC5-5EF4-406B-9D50-4B62C1AD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13B2D1-FC65-4B8E-AF4C-FC7ED196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536651-AA29-45E3-9142-C6D9B8A6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8BF64F-2F9A-43F7-9936-C0E8F7E2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BF4CBD-5817-4D2B-A9F3-A1DF5441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BB6372-E8ED-4C02-BD3D-03FA5DFE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C21B12-A729-419D-A5CF-DACE0336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A520AC-7712-411A-906F-BAEE7B25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3612904-FC25-48BB-B703-AB5BC63A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A6199B-0449-463A-9B8A-4D49EF9C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21F3EB-9958-4550-AB52-DB30058A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A9B65E-195A-4BFF-9131-51AEABE6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AF96A0-D911-498B-B821-E3905F12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B5847E8-4F74-48A0-A5D5-363A6EFC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3D3C6AC-AF76-4893-BA8B-9EDAF446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F7E94C4-A3A7-48F1-868B-FB5DB16C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788E721-B671-42DB-8749-97B47BD1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F03769-30E7-4A52-9B5B-736E196B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9967ADB-2863-4D40-83BF-F0E67D06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25037F-5A3A-4FBB-9638-6E80F3FD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5D8CCAC-94FB-4978-B405-D11E6C9F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7AC6F1-238A-4A8F-AB6E-D80557E4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229490-058D-4342-B5FD-C13DE7F7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20F1101-49E2-42AB-8C8E-0F77DC09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D1B6AE-51A1-47E8-9CDF-7CCECD9D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9FD3414-52ED-4593-B231-52382260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9150149-C2FE-4D5B-9E8C-F2BA5E77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AF4E241-192C-473E-AA64-EE8940CE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A587AF4-77E1-4BF7-B787-38B6AD44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89F169-7B5B-46C5-8667-1371BE8B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3838DC8-F41A-4188-847C-1704D43F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E32E77D-EC58-4AF2-AFB6-37737068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2250F5A-A3B0-49CD-9E18-0B5CE3CB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5164C46-59BD-4FF3-99FD-9EFC7D61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4F24158-6EEB-49C0-B8AA-C1450A2C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E897951-6A88-4E07-909E-2AD36EF1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5C6DB4B-180D-4DBD-B37A-7369C0C0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051B4FB-3B84-4C32-A770-2AE910F2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9C4DDB0-68C4-4CA5-875B-762A455A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C7B12E7-F965-4729-B220-C1B22D3B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DC31B93-EFBC-4AA6-BD43-5E9B41B7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D9A72D2-10DE-43F6-B19E-84D8EA8E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825F694-8B49-49DA-B637-7B97A7B5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A796419-265C-4010-9132-190BC580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2701F36-6EE4-4FDF-9A89-FDE9A7DA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DBA810D-8FE9-4725-9ED0-AE65FA9D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BEDEAAA-93E3-4AB6-AC2D-BB42E0FF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30D2474-4445-40AA-8067-BEAD42FA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419B937-C429-4FE3-A1F0-51E48C21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72476C4-553B-4A7A-B416-01C0358C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1F7FD9C-17F8-4805-83BA-DD165C51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C9EFB06-434F-493E-8987-9CF0109B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54AA446C-DD97-44A8-B95D-7E4563E7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3E27005-DB76-4A4D-BE35-097D774A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4C55983-5474-4C1E-A912-9FEC31E0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FEB1BB6-FDC5-47DF-86A4-E4302323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125FD9F-3A75-44CA-B1F2-69A27187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B83A39C-AD0B-48AC-8CA3-F28E65A8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769E34DC-8929-4487-84A9-FF8514F4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CB4D22B-5BCD-493D-A4A6-D8494211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7734F87-88B6-43DC-A020-5FAF93BE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A5EC26D-35F2-4E33-BB96-5CDAA1CD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18CC0C1-033A-46EE-A98D-5657D380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C07BCA9-A1BF-4852-B1D1-0B3BBF55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010116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3291A6D-1964-40ED-8571-83B16697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8F0D5-C041-42BD-B835-ADA4EB78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1A791-89F2-420A-B5D9-C6820E80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5607F-496E-4475-86DC-83E4C3BC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12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D3956-4622-45FF-B899-4878EF7C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A09BC-0471-4245-95E4-FD9C87D9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57767-AA99-4E6D-92C1-918CDD6F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71DB6-F40C-4A40-A8CB-1801E9F1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BF57D-0EC7-4350-8993-6FC77802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3E5AA-FCFD-4C30-AA4F-A94F6708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4C995-029D-4FC4-8027-5616D904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EEC28C-467D-4969-80AC-44D50B03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98171-22C1-484D-85C0-D852D856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59AC8-383B-4A56-806D-B835ECF2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4D2B43-D7C5-40BD-88D6-FEC8905C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54FA6-E96D-4A29-AD06-514D8D18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04440-E1A8-4A2F-9FE3-EF6A902D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BDAD3D-26C4-43B6-AFB5-48EC8B16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399A3-9D67-44F3-90A7-A899603B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E8159-E547-47AA-83B7-D38EDB68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7AE24-4AF0-4E6C-8B52-64542A21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FA9E6-4AF2-4CCB-971C-7D8DA09B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9E2E4D-2959-4F1F-961E-31E4F09A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5A41CE-C62B-45F8-AB25-5A74A8E9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81BFF-57D0-489E-A868-61C9FA0B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2774FE-9ABF-4164-B5F1-86BB72AE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801F83-870A-44EF-B63F-E9FAE577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1C2B94-5139-471A-BD6C-B261F981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3A02C7-4D26-4CD3-BCEC-9C88A8F8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44F19A-4279-4F34-8263-9C783C53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756260-CABE-4BE0-B55B-4E5C6BE4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AC523C-F896-4356-ADB0-0ED53561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43099E-DC18-4ADB-8F04-6E58E51F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4908A9-62AF-4025-9745-81FCBE47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AEC21FB7-5C1C-4C25-B9FB-12DCF594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34C0AE-BA3E-4D27-AE24-E92A64D3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E63CA0-656C-41C0-A5A6-F8B2AE15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177D61-E48A-4FF4-8FDD-1FA9B655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BD7503-B317-427D-AEFD-1D8A87B4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D12459-E628-43DB-B035-8A843084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2748C3-4809-430D-9523-C8E78FC7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83AC158C-6CA8-4DBF-BF04-C75B9206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B5CEC9-4C83-4C13-B6AC-55AB257E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204CE3-9E7A-4C2C-8E54-6FA8217A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22C583-D472-4A24-8116-E39DA137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F8F4B1-27CD-4EBB-A612-992840B5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6AF70F-D568-46EE-82D8-719A4A04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4C64EA-C2CA-49C0-AB68-CFBD3D3E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9121A2C2-E18B-4A1C-B682-C907AAE7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E26B34-2B36-49ED-915E-8F0806FA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BD6B0DA-68BD-4F1C-8F3E-BE3CCD48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7702B03-C6BF-4907-8A2B-F389CDB7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D3A4E1-1731-4176-82F9-7EC0F8F5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CC07E2-0843-411B-89B3-51E4B2DC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1EB6F82-49FF-42B5-A7F8-01E52821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98D1B5-47F5-4D54-B458-1F919C85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C9BBAB-DD06-4666-83D4-781DC52E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95F78F-18B3-49CB-B9E8-E438B56F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A7820A-6217-4C36-958A-E9F7AC3D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3889CF-686A-4BA6-84A5-1842E903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89C10A-EDD8-4964-BAC7-EB522CF4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552376-0F4D-445D-BC53-E82513CF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B6EE882-8C77-4DC9-B584-F791A07B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0C1AAB4-CFC1-4B11-A5AF-ED8A6E7E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3F97D3-BB4F-4D38-9ACF-93B6EC2F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35CEDA1-909F-4961-9E0C-4E7F8020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12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2A3474-D356-41CA-B05D-BB8C4CE8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5C21A32-F06A-49E0-ACAE-C646F54B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CD3054C-77E8-4C37-91D0-7B5F8BD4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20576560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F2D8603-D146-4529-B823-C8E84512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540AB-E41D-413D-BCBF-5C190CAE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AEBC6-99BF-462F-A895-681B947C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1C958-4757-46D1-8312-FD0AAE4F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16DF0-DBE9-4563-84C3-0782638F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 noviembre - 29 noviembre · La esencia de las matemáticas es la libertad. — Georg Cantor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61688-F1E3-4BF8-9B5D-1584BA64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48371-2BF1-47DE-947C-A6AF62AB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6EEDE-7C22-4A7D-8958-DDEF3526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AAB82-C8A9-423D-B49B-BC32406E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B96EA-163D-4421-B529-50455A90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1FAC3-1D0F-45F7-85E6-B0A83BEA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DB424-F891-4BB9-BFF3-A1ECAC9B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3C87C-51EC-49B6-9E72-AA25D80B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085C9-8F46-42E9-A8F8-81FF4FD1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E6501-F536-43F4-B04B-AF351B7B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C4F3B-A01A-4567-B082-C1A85DE7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4646E-2D6E-4040-80FD-B782FFBF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4BC20-8540-460B-A746-91886446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D9DF4-B0C2-4BA1-9344-A9E2FECD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86AD05-4DC4-4EA9-A687-D3EAE48D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113375-9410-4FE7-8F16-395C6F5F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122BE-23D9-4488-976A-216FF69A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4629EF-461F-4A15-96F1-E31912B4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F19E02-EFB9-42EF-9CDC-6A7793A8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50390B-F905-49DB-AAAE-74C0C481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C3F89-3160-4D26-A10E-C7C3EBD5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13D533-E19C-4DA8-AB34-AFD1F29D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84BB9F-958B-4E2D-934C-D87176CE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899DAC-8532-4890-BAB6-59FFF0E7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6305E6-114D-4286-8B3A-0CE495E5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FF3C27-50B3-4355-8405-958D2F84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D3F780-6C27-4FA0-B6E5-3BB5CF7F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95B8A1-2585-4B67-B4D7-AB9FFE88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B308D3-FC6F-485F-8363-0AF79208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95DE5A-B3FD-4848-9592-7A5B9DDA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1F35A2-A925-4D32-8990-5C1AA5FF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686851-F054-48E5-A3AD-7725FAEA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414047-F1F8-4011-BC4D-05E6CB91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471E51-D377-4AF8-9E39-1413DABF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4469FB-0DFF-43CB-8518-9533F1CF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ED37BC-AE9E-4057-8315-3673BCDA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91DA88-DF44-4F11-A07A-4EB15353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8CCF5F-69A2-43D9-9014-D253A8AB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A03A25-A5B2-4C2E-A56E-85979AF4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3F255C-BD6C-4721-8F9A-BD848467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75C37D-BC68-45AD-AAD6-61198B6F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B92847-28EA-4C55-8BDB-46A12CD4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3DB8C8-8C79-4A2D-ADFC-15DC38BE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67C533-4F9F-4E5F-892F-9B0D6C81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0AEC66-3926-4F06-AD06-26A8E795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B8966E-728A-4F63-B278-25FFD93E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823671-290E-4012-A728-F953EFA9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CE5F5C-CB09-4B1C-9840-FF738421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F5EADA-FF49-4F7A-8CED-575EBAEA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E68B01-E371-4F1F-8572-BDFC3835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071EFC-4EB9-4033-B038-7E91AA34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85B16A-998D-4AFA-8F5F-8601603B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8C006A-BCB0-43C2-B8C2-02B31FEF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99C7D3-4E29-42E9-943A-A38466BC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696727-7C10-46EB-B040-1A644EE4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072A0C-94B5-4A5B-8E95-1BACF3B7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64019F-E673-4003-AA9A-7BC8422C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6BF6897-87E3-409C-9C7D-5BD4D69E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69BDCBC-D5FC-4B59-8842-4F695175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9277725-1264-4A17-835F-0CB35A21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D0FA4D-CBBC-4FCE-B86C-F2E91230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63BEFB1-1F7D-48E0-BAAA-69E9CD0F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BA57ED1-E426-4F19-A3B6-24D634D3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BF529BA-2EE7-453A-9AA8-081E91F3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0EDD55F-B0EF-41D9-80A2-C2CBC48E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A46FF2E-FF81-4265-845E-0A66A784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5A3FDAA-8404-4F3E-99C5-C64B072F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01DB7AF-D5B1-41E5-9F5E-7BABD231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F46050D-2341-434E-9810-9D185F9D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44C3A3C-F9C2-431A-9987-00D164F5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2990DD5-46E9-4B62-88AF-51B58214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D366D3A-5847-40DE-ACFC-6C7FABF2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CC5B130-ED93-48AC-8946-3D9A0CD1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CBC92D-50D9-47A3-9D03-21AB6A46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AEEB12E-756B-41C9-B92A-2F6C14CB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0C5A45-A5BC-4155-BF36-D07C476F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1D8F1C0-FC44-458C-99F9-84213B59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CDE10A4-46C0-4807-A262-7CD58139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BF58E95-E89E-427E-B369-B86B9322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A5FF2B6-6B7D-49A3-9C81-1F6DEEE2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2B06E80-0CDC-4E36-9158-48E595A7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F68826D-4D34-4805-AC3C-2E605C9A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CC8B82B-E455-4698-853B-1F5298B0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B19B23E-E810-4184-921F-3F45D224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1C3F6F2-7812-4B6C-BBB0-D999B81E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3C5E15F-0709-486B-AE74-D4E590E5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0ACEB08-0ACF-4715-A033-E16778A8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6D339EA-D726-41E4-AA87-A44A2D0B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5B255B0-ABF5-4D29-93C9-E438512C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DC2B35F-98CA-4153-AFBC-21C88218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0230450-2932-4E1D-8738-9F1E989D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C9B5AB6-A6C5-4ACA-9E02-512143BF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A4C1DDE7-1A9C-496F-9A3A-22B450C3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3888246-5181-43BA-B535-670551AB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B7375DD-330A-4B4F-A593-D8A86048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10AC176-988E-4ADE-AFD4-0853B345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BCEC694-49B5-48F9-8BAD-BDA47AA1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CAEA40A-3946-45CC-9D41-ACB73BC6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D076CE29-AD54-421D-BA43-5C6EB33C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D81C7EB-E920-42D4-973A-C5E92E12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31C1198-1FEB-4B5C-B578-183D6FD3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E69F6CF-AAB4-48A0-84FF-15F9B2E1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EECF61D-ED79-4D80-A551-36B24B34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8A37D62-E666-4FFD-AA09-6D765CCC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482362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476D2A9-3041-4397-A991-A252F013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8B472-A3AA-49D9-8E02-8D5DEB39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E53C8-D913-48EF-B3CD-74CCF470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04108-766E-4FD2-983F-FBEA07A2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13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15B1F-1A23-42A7-B270-E6E3E1C2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60B52-BED4-4ED3-9AE6-6046A1BA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AE12F-4F5E-4E88-AEB4-7331B24B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90905-2EC6-44C4-AC37-29796248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8B471-3380-4EA4-9DC4-F367C616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D6E25-2BD6-4B47-8FAC-07FC2DFE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EAFBA-6FD0-42B9-BAE4-5EC3E372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39FBF-2114-4812-B9C5-E8F877AD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5E262-F849-4828-BC86-9D590A82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0122CD-EDB6-49A0-9301-73879C2C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C356F-1F1B-46D3-A131-01E0116D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D5629-E66D-48F2-99B4-90C12902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1B27D-B5EC-4941-8920-9186291B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79ED0-55CF-43BE-9EF8-F58BEB90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89A519-D785-4E16-B7B1-CE93EEDF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99057-19F8-41D2-A292-C264F72E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3EC06-D1D7-44D1-8418-3532AE96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B0A04D-9FF6-4C58-9C41-E0FCD94E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D97F91-3FE9-46DB-B1C0-8907FCBD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D708DA-309F-4CB6-B4AD-1D77CB93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874B59-D907-4DEC-A998-DF9B12EC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E8A66E-0014-4D7A-A0BA-8F54DBF0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805706-BB7F-4E11-9E88-DC6C6237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286AA6-9F92-431F-A449-0C3B8762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6CD26F-2FEE-4B1D-9596-C3AC30AD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427A51-D325-4A7F-8A13-61435471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4910E0-5B06-44C4-B653-1D754A65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665062-C1B7-4158-870E-3E950382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980884-F2F5-4C0E-9277-97E4FDDE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A1DFA3-2FD8-4090-909B-3AD7DC38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8DD97792-9567-47A8-B429-A559DE7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8E2901-F320-46C9-9005-27479B40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393F8C-4913-4C02-BC84-08F33D90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21A8E6-75FB-41BF-9F0B-285BFE32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688447-218D-4D05-A3DB-BB69A5CB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B43654-3B20-4ECB-8DC3-F31A88EF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F70B0D-FDA9-4E66-A29E-56499CD2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20033E55-BABB-4C85-BDE5-35297DD9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755ED3-F061-4C7D-A8FD-BCD5AA0A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A79B1A-4D07-4398-A570-C1231A73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C2B08E-EAB3-4DE8-A468-D0B07594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DE43DD-96A9-4201-8FE3-56919B8B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E025B3-F7F5-4063-A542-881BF65A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2F05B4-ED6A-4F74-B379-F1548946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6EED61FE-E9A4-4D57-A3C2-D2AC8EA0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6CD5EA-2AB8-4E48-B4B4-0AC0264A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1AE149-DB52-4F67-9FB1-3092AE89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7816A0-61A6-4FB5-9829-9F7C9545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246C53-68E8-4ECF-8D75-C5A99B2E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C0457A-2DE1-41DB-A06B-5CB96DD4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C3F410-E2CC-4ED7-8F28-C2AECC9E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3B2E64D-3A35-455A-9FD3-B6C4036C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C00071-4B4C-42FB-939E-685045DD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B034E6-009B-44BF-85B9-1F2FF53F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4847D7-8543-48AA-AE89-9DE439D1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1D475F9-2C8E-4021-80B8-8EF04FC8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B41845-746D-4B45-B923-97D13B23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7A077F-E17A-4101-973E-C856B00C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A347736-25C2-4D94-8980-16A50E00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C35428A-23E0-42CF-A4BB-136E2D1B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29BF2BC-B6AE-4B23-9BA4-BEDBB861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0D3FA2-3ADA-4275-9D90-71B3AB5F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13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6FA8C5B-7F2A-4263-9D56-16C36D10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C599E8B-AEB2-4294-A253-B0AF2B28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094E3EC-C968-45CB-977B-1C97E1F4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147576794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3945C058-EB22-49F9-A042-99AB6A68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348BA-EB13-437F-B8C4-D239E675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5E10A-4F95-43F9-8081-AD312068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9736D-88D4-43DD-BEE4-CEB42F00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BCF4A-173F-4DD5-91F6-3565AA62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30 noviembre - 06 diciembre · Dios creó los números enteros; todo lo demás es obra humana. — Leopold Kronecker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057F2-B993-47D6-87B9-63CDB80B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DCB98-222A-476A-8E7A-3D705525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69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17D32-E637-4035-B77D-88FF8295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63C2E-306B-4264-9197-A9ECCD8E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E66E8-5D6D-4203-AF1A-8DD6DE06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7CEC1-E6A8-46E7-83A1-3DCF98C0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3EB51-C375-487A-A3AF-1386A5EC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EC807-42AC-4624-84FA-4AB9D602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50612-E875-4526-808F-2A5EEAA5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F5D2F-B7B2-46FD-BFFD-11E0DF9D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2B010-C854-46D7-893D-D0C4BBFA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1996B7-1EAC-48B7-8B1C-A6DF5B18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D1539-610D-40E4-8953-52431AE8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45541-4B00-4FE3-85E0-260590F7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6C744-2294-4884-B925-292C86C1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2FF4B-70F4-49C3-9199-611D7D12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AAF978-2B77-4DE3-AD6D-EA9A5751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1E517C-8411-495D-9222-EF6CE842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C1E348-7580-4817-94E2-F75A31F5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9F45B6-7A54-43C1-BD29-55AC9215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92F1B3-C0E0-43BA-9ABB-9ED18C40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F07585-8530-457C-BF9B-1D9F3AF0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22C018-5D1A-45BB-A2E7-30189A65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E341C1-BCFC-49B8-AECC-A6D10515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2EC03E-7327-4FD9-9BD8-5A7925A6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8C8021-2099-4338-961C-07D3D1C9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1B4BCE-721F-4FDE-ACB2-66C4D897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B4E9DE-BC36-4C37-B5A9-55447FAA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58CB6F-4492-47E2-8D92-0F762ED0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80278C-6CA3-453B-9FE9-FF46DE08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2CC09B-0BF2-4555-AD71-CCCB0E15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174515-10C2-4B54-A68A-BA326CFF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351E14-EA88-4A43-A658-A96749DA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8E3650-BD4A-4C23-B4E7-769E46BF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CA91FC-E8E6-48FC-9360-C1EC57E7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30240D-65C2-42E0-9EFE-7ED8A587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E9C47D-11DF-4316-8359-848FFF6B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2DA190-A2D3-4E91-917B-DAFB83D1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1EDE4B-EBC9-4BD3-94FD-F2AA8838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2D0C8C-E924-411B-8844-88E7783A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28E1C8-73B4-4DCE-842B-D1F5F9FF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9A01C4-43A4-4D1D-867D-C1916A5D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4DB232-371C-4FDD-9D37-3189CE2F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045DD3-C1DF-470E-9842-A802FA27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1B19E4-82A2-4E1C-8C15-919A0E6E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826DD4-5893-4442-9C51-1E4261AA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CF13E8-6F06-4B3C-8A02-58573691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B6B1026-8159-4B03-98A3-A821A423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7793DA-F487-469D-BDDF-B28DD125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8FB71C-3629-464E-A671-66676FDC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61CE4B-DE65-4E23-BC0A-0578DF67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DF0184-0CFD-4B93-8C1C-ABD06040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9797DC-DE9C-4258-B515-07B05723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A217A1-E5AD-4FE3-BC83-D9D30592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D54B7FE-628E-4742-992E-6066DD32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57134C0-7BE3-4DC5-AF53-E4305B18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B5FA95-ED1C-4E43-ADAA-A82C853E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DFD7C8-828D-4D1C-BAC4-2E75F2CF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1E58E7-8BAC-4B49-908C-6776DB37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B306C3A-576C-45A4-8C73-A07FE7F5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6EA79E4-B75E-4057-B4C3-0ABEB098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73B495-2276-4592-8A69-06F8DD69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DC27DA-9B0D-4ED4-BE06-DA949DDB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62996C1-B601-4648-BEC3-7F9C8542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9164461-5729-4E04-883E-CED8CE55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3050F57-FE45-4700-9448-B7BED2D2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0BB5187-4E6E-4092-8A91-F37AE3C4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60C3B24-4AFE-45B6-9CCD-CC982B0A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26B90A9-36DD-4D76-93DF-515394E8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44EC5C6-593D-438E-BC64-7F3FDABF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9A69275-5495-4E43-91CF-21F9EB49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C404EA9-9781-4819-BE5E-9F3349B8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DE857FE-7146-4132-A271-3B593C1D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5E0AACA-46CE-41FA-90B5-0DAA39B6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9CA665B-62C7-4FC4-8952-8E3BF42C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BE6448B-8B94-4B59-ABDC-A07C3EE4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66D04DF-A213-4868-8235-A3B3C2F1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42ACE57-1548-4853-BD80-C0FBE16B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A89269F-133A-4774-A7F0-0A10903E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D65632D-D573-4100-BFA8-3357A1FB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112BC27-7BB2-4E8E-B78F-88F95D54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0F272C5-E6F8-4C9E-BC48-3A414416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69FE9A9-F06F-49D8-BA19-9EBE4BA2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42CC122-D3F8-4D21-9CB5-F49FA5AA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07D948D-D89C-4420-8547-5FB5E02D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D519D02-BB14-456B-BF6C-24B3841C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919E7A7-9C0A-4DE0-9926-ABDBCB9A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7BD6F72-FE13-4C89-966B-3DC930F1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511A8C5-DEFD-4836-A1D8-51AA994B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CED58E4-B403-4C24-9387-50223427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38DCD33-399C-4245-AA3D-7E098A84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0977905-0005-4FE8-BF86-E3AC8F91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1E66DF49-124C-4BDC-AA6C-11E71DCE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BCFD22F-837B-4A57-ABFE-EF27DA4F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0B0C39F-F7BD-41E3-8534-A1DBDB67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5ECB533-B54D-4581-A35C-D0CF27E3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213671F-EA34-47F6-9FC2-C86781CD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92EF35B-0247-4405-B266-9ABA9D17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976FC6C6-ED67-453E-8B75-B01F38B3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B7226D2-2909-4FE6-8C91-9CB98967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1F24F02-9C10-4651-A7FD-76CA1A76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225DFDE-3A4F-4F59-8721-862DC877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2B5A328-EB9F-460B-9455-0CCAEB15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565EACE-338D-4E9F-86F5-94DF3F9F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4876643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4BF90E5-DE0C-4CD5-BB12-72F9CEE2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E7B70-EDC5-4C2C-9AC3-6B3B8F96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6BBD0-894B-43A8-A31C-F4237255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6130A-7EE5-47F1-B897-7C29A59B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14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2BDC1-58D8-44D0-9EDB-A5047CE1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0E0A1-EDE1-4659-A5C5-95D1C561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C16AC-AC3D-4928-A36C-9DF0F77D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98C45-333C-4835-81D7-6188FA0B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2E6F0-368E-4AD1-9763-64ACB3E8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66A0D-2475-4F04-AF41-6058020F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17EDC-1A66-41C8-A764-4F6F0B30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C66CD-C0FC-4159-B5EB-F424F48B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413EB-84BF-4A3B-9354-FBC5CAFE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368A3-6965-4610-8D79-4C514339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5BE4D-3CF3-4EF0-BB48-DED3E987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AC480-F464-407A-8E80-CFD5866B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EAB54-0480-42B8-9EDE-D4FA10F6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D994B-1C10-4513-8B44-29A841A6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385A7-848C-4B55-891C-FB18D2AB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566C8-751B-4801-AD6B-38F996F7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F9207-3DD6-4C18-A982-F6FD35FB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B3530D-D5E0-4280-B3BB-C8645515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D8901-7EA4-4731-9BD8-BF413955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216D03-4D91-4155-8526-9098D1EB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ABEC8D-B4C0-4612-A6F5-44D6B996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4268B-03E1-42C8-AD73-F0BAB871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7A5D4F-ECC1-4367-90CC-0394F20E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89D2FD-E222-42D8-B0A2-0D17C6B0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DC79BA-2E9C-43D8-B361-ED1499AF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599A57-BE4E-4DFC-A3E1-239CA5B0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5EF441-507E-4D85-965D-B70C9CE9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52CA09-6BD4-43AD-B34A-3F2F3713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3FADC4-DEC8-40B3-8846-AD8433FE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C0BCEF-67C1-4357-B0E6-B247E1D7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949EC69F-489A-4BD2-B749-E0C61987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C5E95A-D6ED-4CE9-8259-B83DA716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90BF06-1F7A-49E9-88ED-C27CDEEA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E2D9CE-E63D-42B7-821B-213A429C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D7E710-9096-4142-908B-CB99B5C3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9CBCD4-00F5-4179-8702-CCB5257F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AAB600-E11F-486E-9AD1-1845669B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7EBE8977-52C9-4BA5-ADE6-26BEB8F0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D33FE0-D6F8-4BEE-A410-85AE9D45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3706B8-79DA-42EC-B10C-06C49534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E13A0F-28EA-4E65-87DD-1F0F56C2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B59CFC-96C0-40B4-864E-174013EC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67E6E1-1B5E-4856-9B27-6E340DC9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0AEB17-9B1C-43B4-B08F-B230AF1A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7AA6CC28-1A18-442D-B41F-A12E7D03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D1BCC4-8264-451F-A30E-CE59FAD8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16CD1B-069B-4C37-B493-FE247468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03E5B5-6E99-4D7F-90E2-0B7BC49C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E1F8CC-EE7D-414A-8B61-E8392552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63190E-5F90-4577-9FAD-910F3E71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825ACB-2E79-426B-8D73-C3185DA3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3555C7-E778-4C44-AD51-B7916366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4A0BBA-7D92-4A28-B502-DB4A0978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04642F-4519-476A-A81A-A432B14D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15D9E65-777B-47E4-80E6-CD946884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11C706-7299-425A-A62C-DE7BEC86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B972790-F86B-4EB2-9B1F-7FFC5DFE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CF16685-A012-4436-AB92-DEED3725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2B88DFB-8EB5-4F7F-AB20-5B118B53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E3637F6-0B45-40DB-AF90-E1BD4EA6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3E4E286-87AD-44D6-85D8-48D9281E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D38483-AC93-4751-AD44-42225C65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14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643018-BD12-42E9-B64D-F4E30169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FC1711D-BE08-471E-B605-25FE4DD1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A6D125F-6641-4D5F-B084-0C9E3CA8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60079843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7DF2150-E9ED-4745-8600-6202A3A2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34FC2-BE38-4581-973E-6DECE67E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D39BA-FDC1-4700-B698-83976C84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4A82B-82D3-4904-8D3B-70948751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DAB9A-569A-43BA-BAD8-5769E1C5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07 diciembre - 13 diciembre · No hay camino real para la geometría. — Euclides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097E7-66BC-4B4A-9B09-5890D435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DCEF2-0267-4C7F-8A2C-35254ACB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DF42B-5A5C-40BB-AE22-47FF4DEE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358AFD-635F-48E3-886D-8AE4AAA5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A1178-7A05-4DE4-8F90-C5BB4B92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5AFF7-1F7D-4AAA-BEE9-1C426292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6FE04-2ADA-4969-997B-E73927BF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5C40E3-4AF0-47D5-AD79-38A3245B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98E05-8C2E-4068-BE1E-946260E6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B8CA7-A987-49F8-962A-199DBD1D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735D4-D0F1-4054-B069-96690963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996E7-28F2-4B07-9648-131CC9CC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C9FA0-3431-451F-BC8E-058D0898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B694BC-A300-4018-B5F5-11D0452C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10F3A-2336-44D5-8240-8513831F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A95872-E37C-4F71-9A32-9237BAA9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D8C49B-BD5A-4768-8455-61D1685A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C4FFB4-28BE-4BE9-9DE2-1E51C0B4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706559-A442-4451-A838-D0F9C055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C86B60-0DAC-4EDD-A4FB-22737F0E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3366D2-9F45-430F-98F1-5EAABE27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397F50-5788-4146-8573-63A28600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6EED90-0EAF-4710-93F2-2790328C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FBC749-6200-41F3-A83A-FC86D47B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B7C9B8-FEA5-444F-843D-174A8EF7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236F73-DA34-4468-A862-8210068B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F7A207-C636-41E0-AC8E-27B07844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761266-5EB3-4DAE-8C4C-440DA668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966220-0DE2-4985-8057-BC45DE8F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948A9A-25E7-4B93-AFEC-5B51DEF7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0E81F4-ABC9-4C52-A25C-3B51CACF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EDA9B2-B383-4511-99EF-DDEF7A89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E2D021-F59F-48D1-BABE-D8BFD33C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156B2E-92B8-4FA7-A557-37AEF49F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125AE0-3CBB-41AF-80C4-AAB7DB3E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20706C-B23F-476C-A6BE-D103FAC2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B44989-DB60-4D2A-983D-4777D115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798B45-7C3D-42BA-84E2-AA3D301B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98867D-A370-47DD-AA6A-24D7BB68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E8FEED-2A72-4CD2-9A24-9FCB3CA1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B4AFF7-CCB3-4D37-BDC2-81DED0A5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F75AE8-1C8A-4BE0-A3C4-B6802DBF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664418-962D-4007-A293-6F047FEF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426671-1432-4148-9AC3-C7F73047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62D986-07E2-4FCB-92B3-BFEA9D47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FE8F4B-EC4A-437F-B84F-1145B614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3F38F3-1250-45F9-B05E-6049A1E3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A20A60-E4DA-4B26-B3DA-59E85FC8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26999E-E468-4BB1-9D3A-95451775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16E643-8276-40BA-8EB9-16DC519E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D8A1F5-E0C5-46B0-90EA-73868FDD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FC0E1F-424F-468B-84F1-0FE28DC3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E31C73-7FAF-4C8C-8813-3E463E32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1E4B85-23A3-430C-96B3-E8984733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DF47FE-B372-47C0-9458-7FFBEFC7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A84EBB-73F9-4FAE-9D73-51FDE368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FBD137-800C-4228-BA10-FA25CFF4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053A007-AB52-4E32-B412-9B55090D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286D04-2874-4A8D-8B59-5845B8FC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D9AE1E3-9E6B-4401-81EA-0656BDC2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824E0C-972D-4846-A112-0C6F907B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C324AF-EE13-4A0F-9D04-4BF787C8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6C737EC-A8B7-4103-8E8D-8233AA94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465C1E6-0F1F-44A2-9361-EDE908C3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76FE7F3-D849-4776-8BAD-89A11769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08C5FAD-F6E1-4755-AEC7-D21C1951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72E5CDA-FC3A-4254-940F-FEFA1DAA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4311A7E-13F1-4E9F-8237-D586279E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6865616-5B0D-4166-9D8F-2EFD5A61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FF0A953-2FE5-4A4A-BDE5-8D56FE28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D5DDB24-A811-4A3C-8701-7BE36AD8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22F39A7-CCBD-43C0-B898-C6A302CF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9EB2EFE-627A-46D8-A530-52FBC68E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99D6B39-9B7F-4B3B-BFF9-79426BA5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561B8B9-EDF9-4A8D-81B7-D10B468B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E2CF9E3-2ADD-4E3A-A661-B2A46075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CE1A2FD-73B4-43D4-8E10-F065ACC2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C536ED4-CBCB-476E-95DF-9EA4E9FE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56FA5EF-4447-4449-9655-76DF6C3B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91337E6-B525-4823-BD57-7FCAEB24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CCD8B42-A7D1-4D84-9020-53563C23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AA920B6-DFBE-496D-9909-4BDA1CE5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46B92AE-130A-4443-95D7-4EC230E3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15C8ECD-4349-4F10-B0C6-9AC08B11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F6AAFD6-3C91-44FB-9CD5-E7FFE9E0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6461487-B2CA-4A7E-955D-390660ED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B29DC66-9850-44CF-9337-ACBCE8D3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853001F-E434-4174-A938-A85961D0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92FCCA7-6E9B-4470-8A1D-4EB55B11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9FFC4F1-072D-4B6C-8561-47DABCB0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173F603-FC7F-46BB-A9B9-4026642E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33AED11-883A-41A6-A12E-A00CAEE2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983E0A14-804E-439D-B86C-28D9E930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556F4E-F44A-4A94-BE13-99E1DE64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A722E33-ADC9-43FC-8AB3-05F996A0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87CABA4-EC91-4C89-9E2D-A337B1B3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B50239E-9E04-46F4-BF42-1497648B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F419E97-F801-47BE-89C3-ED417432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6EFFA298-FD00-4169-9011-7BA000B4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05E34EA-34A3-41E1-9669-BE51C33B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57CF5D-2A4B-4210-B06F-373EE30D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0C8A359-C2C6-4300-A86B-B5A3EE3F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D399FB2-69FD-4785-ACD5-855E624A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1A1218B-3140-4342-8D9A-B5CD8E06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9772206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82D96AF-E26F-4942-8A83-3B23BD6F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61255-D735-4F64-94F4-4C3EAD6C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2B188-7295-498E-BEBF-B60B3E03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969FE-D09C-4991-86B6-640BAC2E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15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21D80-D8C4-4934-9BED-A1FA1D12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0703A-6109-4AF4-9C29-CAE3BB5D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B920C-74EE-4B78-9D67-CF7D76AE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FE0B7-6FF4-449C-998A-64649954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64FC6-FD88-4ACF-8061-B0C58BFA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374D5-1D11-4519-83AB-85F22ABE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4A540-56E1-46DD-89C9-34622430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8A3BE-D095-455A-B51E-CB7EDADE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1CB84-A410-4C0A-85F4-BC5C1AC3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E7413-DBC0-4B3D-8871-69457C5C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941D5-016D-45E7-B168-1E702E73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FEA9F-C0BC-4CF2-9EA9-61728007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3B0D1-D4D5-48F5-93C2-56091447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CE738-7E7F-44F0-861B-9DC86DF9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340162-2E40-4556-AFC5-FE67E052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67ACCD-044E-4A64-AEFE-E6497230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4432D-223E-4EA5-BBD2-A6798825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688BBF-EB97-4DA1-8723-01FB483F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6AD87-24F3-497F-83D8-958492A9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F7E3D7-A965-4241-9F87-9CCC500E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98FFE0-16F1-4B83-BFE2-0CF42850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B5E366-31C4-4827-9AB7-C5A2592B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9ACE5D-FE12-4015-8AB3-4FE0B7CC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AA51C5-173B-46E0-95B5-36FD788E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455EA3-02B5-4A40-A987-EC6E6794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DF4ABE-011E-4076-A8A6-D9A1C19E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0AC71D-ABF9-4FDE-8031-C89C6BF4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034C5E-82D5-4046-967E-AABB43E0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2A1248-A7F8-4627-ACC2-42190D10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00D060-C822-4552-BDC2-DC1123B4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4E646D76-A2B4-4774-96F4-2BC562F2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95EE2B-4D34-4905-8635-F2C29F08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595965-F8C8-447A-9080-0AD4FBA1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18599A-D6B9-4063-8E1D-799181C9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38AAD5-A7BB-4A0A-B0E0-6690A70E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F75455-1E45-411D-A900-10E06D01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755873-4613-4500-B26D-15DA4FD1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6F8DCA54-2F29-4E48-9F43-F34092AE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89E114-BA89-43E4-8B77-C299A509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9F049E-1221-41E6-B366-83B48B81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9A0BD4-9202-48C3-A5A0-BE1DE567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28EDC9-0346-4701-A331-0485D5DE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A334DC-1C77-4BCC-99B7-2F790894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7CDD20-4FE2-4D07-9BF2-A3CC1ED4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2D753743-D7BF-4D49-9539-48341D17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B09B71-93DD-486D-A6DB-DF6D8BDD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AA733A-E08C-49CE-879B-5AB4870D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0D5A59-F9CB-4CE9-86AB-57695A74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509FF4-69A8-45B9-AC72-B448A4A3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609907-6BF9-4F95-9FA7-777141DB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0972BC-EA44-4C30-9109-F3CB4069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9B8C1A-403D-4EC4-B5F2-D8AA8E14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39DA91-F6A1-4412-BCE4-CF344D0C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3929EC-543E-48A1-9C47-42CBB062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080A00E-4229-4429-AA10-96B19DCB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90BF18A-D487-401E-B0F2-52E93DAB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49782B-CC4D-4287-B426-AF9AA98E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478B102-E163-4C5F-BDCD-A476B660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A322AB6-8AA4-4B63-870A-53E02137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BFF6AD5-4AB0-4995-9188-3543880F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5AB228C-C639-495E-9468-E667322D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D108CF9-F9E3-42A2-851E-1ED5A9D8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15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E43A9F-3CDF-490D-AF27-354CAFC4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306BAB-AB8C-4C70-BAD6-33687FA5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01183C7-E6EF-4978-A037-82C0098D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1066796327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69C9B494-6E07-4209-9B8A-382D497D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CC18E-DDF3-4CE6-978D-F66D771C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08AB9-109D-49BC-8C88-E8E4FA0E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8799A-CBF2-4C9C-AABC-AAF069C1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7EEE8-C553-4558-A6C0-C890803F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 diciembre - 20 diciembre · Medir lo que es medible y hacer medible lo que no lo es.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A50D7-7212-4D4D-A3AF-68342009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A4013-7212-4031-BC2E-6A78213D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AC883-A45F-4252-B84F-EEEC26F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9E8AD-0611-48E9-9DCE-83FE1070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B650B-FE78-468C-9A1E-FDA20BAC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4BFD3-2102-447E-98DF-CCB18954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7956EE-1511-4027-812C-21E1B09B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70A43-B8AB-415E-B017-ADB8E0D1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A2A94-02B8-413E-96BF-FAE56A1B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215B8-698E-4AE3-828C-DB090B30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F3377-CD88-4978-B9B0-27A9ECE6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53CD6-7D13-4481-904F-3F9E375C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CF584-98AF-4F24-8830-4BD59025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8DE42-C12C-4CCE-8037-50E898E2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42D8D-77EB-4BC3-9571-61082C11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8605BB-266A-4537-9AA7-F475FD8A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7ABAB-DF7C-4B72-88F7-1A8841E7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553BB0-3B31-40C3-9AD8-E966B3ED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F76BD9-BE88-4D8E-9C5A-CE259E26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71156A-E977-4AD8-8A55-B5086590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BEC4A8-4D54-445D-838A-419C0B99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8AC14-0030-44AA-865F-FFC6D072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C76787-E681-4BBC-8B79-BEFF4F8D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5A83E7-87AC-4757-BF90-A56468DA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4138BE-83F8-4B2E-B674-ADB47CDF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F9E795-C758-473F-846F-07338355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B212B7-2407-4E9D-BBA0-068D027B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7DB752-D4FE-43DD-82EC-EC7187BA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CED376-5250-458A-859C-E7BF11FF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E4601C-D5AD-43ED-B94E-0EEBC1D8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A7F5A9-12A9-4643-8306-891942DC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D91DB9-EC1A-497B-80BE-10915D2D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68B57C-6F40-4D5D-B018-A8CC1A03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ABF8E5-90D2-4DCD-BC8D-49F6D402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87F24E-4E60-4A98-8D4E-608350B7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3824C8E-DAA7-4DF9-80E6-17344BB6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5D0655-B96E-49A4-AFD2-A416A42A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44F4DE-60FC-44DF-842B-FF70A3EF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CD3B56-FA9C-489C-B2B7-B875F31C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17219C-52A1-4609-8313-2AEDFDB3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7127A7-136A-4B39-82E1-51EE63ED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815F51-199E-4F94-97A2-BF81021A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EA24F1-09B9-4E96-B7AD-B32EE233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965827-C648-48CA-B9C5-14A4014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DC3D12-1569-4135-8337-6F30E4C0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A0A770-F530-4C1A-94A2-507FFF84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907F2A-0AEB-43CF-A259-3F2B75FD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E0052D-810D-4789-9278-BF603842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E666F6-B109-4D9D-9B43-49BF4B29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2C74EB-371A-49EA-A85D-75E701C3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8C08DB-003E-4528-9AEC-CC03BD8E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FDCB61-946F-454B-9A5B-F09A5D0F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0B5168D-5EC7-4980-B61D-FFF2D76C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F9D2142-F071-4473-8ADB-C6C1AA21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3A71F7E-25B9-438E-AB5E-606EC12B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D9BA78-D4A6-4514-9725-C34435F6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1D1DF6-9734-4A31-BCCC-7F6B3728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A462E5-ED7D-4FB9-A5C4-D4581191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280C3E7-9EA4-46F6-8436-E06B54AC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1DDD9D-481C-4C63-B95A-59915892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5D502D3-5C10-46EA-BD0B-2C9EAA62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43BF2AE-8D7C-4572-B328-03CE7504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321DE36-C5AD-43C7-8434-88944A43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86C6BD-2853-4E1F-8DA6-30F09AC9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F7A0474-FF64-4ECA-9A93-3C2471D3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4AA5A4D-774E-4192-822E-2DBF4F48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CF07C41-16B3-472D-A9CC-0EF97135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1E14FD8-37F7-428C-A661-AFC45D34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8313F48-7801-466E-AF36-FDA6F729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3B4B183-0579-4228-B0C8-7180C2CD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8991A83-E778-488F-A6ED-B004105C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1B91126-4009-4895-A69E-177DA185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3436B0D-0E83-463D-8D48-84528F5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0C23E5D-2448-439F-81DD-A3A77E06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ADF6AA0-8D22-4815-86F9-4101CF75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7B0DF15-25D3-4189-A312-5DEE8823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8B4DFAF-0A2D-465E-9137-A643FFB0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37F07DF-17CE-4580-A925-61E8A883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E712F93-08AF-42BC-8C11-41E73DA5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000E2A0-83EE-40D4-966F-9DBDABA4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FB33F81-7356-4C76-9649-D6D8BF20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6A66E4-D94F-4F99-AAC5-45436C7D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13E9C95-E136-42BE-A5C3-22429658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D269A4A-C4A8-46D8-998E-234B87BD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4B6C2A7-7765-4913-A69C-4206203C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8DDFA33-8721-43A6-8E50-62B6BE0F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55B3AC1-F7B3-406A-8D59-1D48368F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AB02B84-4BF7-499D-947B-178AD99A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C3F8EC4-E6E9-467D-AAE7-77B37E20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C601376-2CC5-46CB-BBA2-B805D531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E643B1E-0822-43DA-9ED0-3ED5086A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47431F4-EDCA-48A7-B70E-35BED72D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D04520BF-3B2A-4138-9257-7F3BAD23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16CE4B2-2321-4984-9A18-C437CB3A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7080286-D867-49D6-93EB-5185AFF7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6861192-E450-40AB-9F84-8E2CA4B7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F033174-0F94-4AAF-8CAD-7B136CAE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DF558C7-A739-4963-93D7-1C3776F8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A4A6E9A1-0735-4793-8711-F404E4E0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0CEB07D-9F9C-4F99-ADA4-79E28566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2E3A4F0-F1F9-4181-B54C-A204201A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225C2B6-AAC5-4E48-821D-3EFB149B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A508F66-2C79-44CA-9D23-BB7647C6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B308E2A-DC72-4C82-9652-13180777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423946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D12243C-A858-407D-96D1-59CBBC0C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348DA-ED56-41BD-BF5C-116837B0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4F14A-1EA9-43D2-8107-F9EA6D26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E4B8D-AE48-472F-8625-C08FDE63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16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D451B-4070-42B2-9D7E-8991A1C4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764FE-D650-4D94-919D-B5E1A16E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815AD-2B37-4DEA-8F34-8700E640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12F69-B45F-4FF9-A722-0DB54D38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D35EB-6583-4944-9786-57E2D34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95EDB-FDD5-43AF-8E8E-5313E330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10C8E-B98F-4A4E-BADF-169C53A9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385F6-3EC8-466C-98E4-748AC3B6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26E07-2919-4B72-9288-1439F5EA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B9C8E-8439-4DF7-8658-8286EE15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F4639-850A-49D2-9A69-59109BBD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5CC74-9491-4D38-9152-29E58345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8E93F-F356-47FE-B1FA-6C6D0C77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8787E-A86B-43FE-B67E-7F99F387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FCB8A-84F3-49BD-8033-37FD3684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A4FE31-BA71-48EB-A81C-FD390FDB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0C5A1-2F4E-4E24-83FD-D4DD4E77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C7A3D-9479-44CA-87CA-9FBF7B19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802A2B-90B9-4051-9B46-7BEF1877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3EF454-1916-423A-B5A9-7E9F4E1A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33FBA8-7D40-4E52-8743-C3D465F1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584D8C-F032-4D85-98DA-AB69CC30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FE669-19EC-4A91-A631-ADC668FA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6A4E43-CF48-472C-AF06-366B4B05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942B32-564C-46E0-9D40-780F4D61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F5DC3F-8F58-4893-AADB-957E82BB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FB9A00-EB1D-43DD-9BC6-72B90388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F1CAEE-5CC8-4CF6-A7A9-E752F281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957084-8F6A-44C2-BD16-FBC669C7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DF12D7-4919-44B0-BE17-2EF38948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1A84085F-3549-4807-9B4B-10EF0F91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976C10-4C73-4418-B22A-C4837824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0DCD8D-6742-41B1-AE1F-00882C61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B227DE-5CFD-4278-A733-302A1603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5BEC07-9EA0-4DBB-A18E-7ECC0D66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891C82-2EA5-4D6B-BEDF-CD7B186A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E2B9E3-74F7-441C-AA34-85904618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EBCE3FD1-FE0B-424E-979E-44F655D4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ABC025-94AC-4EE1-A55E-906AAEB7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52C89D-ECAC-4FEF-B8B6-211BFD03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5205AA-E780-4CF5-BF50-1316723E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C3F085-D76B-499A-901F-DEB85BEF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42B1A8-4AB6-448D-B124-5294423F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246778-35B2-4760-AC8D-E41BEA54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589FFDE2-E7E6-48A8-ADA7-D3BFA3D6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BDBF4F-4D5F-4E60-BDE7-13C0BD2B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56F48C-C49F-478B-A959-CE1020AC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11CC79-398F-46B8-A98A-14B5E5F3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40A644-B34B-493D-8DEC-9088DE82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F5EDAF-4C84-4E1C-B360-C5BD3C72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EAC07B-E765-4860-A52E-3AF1008B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8889A2-A361-464A-8274-9CA91642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090A4B-8270-4570-85A7-CBBE9517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0AD09FB-9C26-4A98-A1D9-8A255F66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DA3AD8-8C29-4440-9105-7326B547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BCCFE47-0058-447D-A6C8-7AFBF996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90E945-B6CF-4FC4-BDF3-BCC677E4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3CB23BA-E172-42B7-8529-A57910A8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102EBE-595A-4FC5-B359-61ED064A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ABEDCBF-2611-4D98-9E50-A1AE2E80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B6B6B1A-9216-437D-A6BE-1DD18215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5B38BDA-4CE9-4155-9699-10328C07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16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E060BC-EB4D-4A91-A617-5A62EEA6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100EE1D-7AD1-4822-AC8D-1703F745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348EA0E-9A80-494E-9BF3-21DFFB6B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1492355006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0924922-CA9B-4F14-8FF2-66E089DD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E86F3-031A-41AF-B1B1-7BB33C6B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7990F-53D8-4BDA-AAF0-264D5CA1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D27CC-39DA-4DCB-B07F-671C235D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DC48E1-A9A8-4495-9FC0-787D95E2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 diciembre - 27 diciembre · La imaginación es más importante que el conocimiento. — Albert Einstein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8C14E-8EF6-4C69-B314-D819FE14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49EF6-2A2E-4CFB-BB06-36D88471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B2FBE-EB01-4725-885C-53E78F97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3096BA-7DD6-44C3-A53A-CEE9AF0D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9C279-D091-44B3-84CC-112C8A69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3056F-024D-4061-A508-2EAB5B92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B49A5-2B97-43A6-97AB-65FCDFF9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6CF86-C483-44FF-BAA6-9F5324C3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57086-C915-49F9-8646-B4EE89BA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B266A-791D-4C80-95D0-BF1E187C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8B181-76F9-4466-9734-2B7990CF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980EA7-CDF4-4F10-A201-B5B467C2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C40D5-0D56-4EB6-AB40-2BA12264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2F388B-A0A8-4D8C-B3D3-FDD2F5D1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DC00D-D158-4190-ADCD-5B0D5138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E3FF5-7C7F-4AC8-93E2-3F8FE0A0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065A11-20FD-4129-AD92-50259396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A4EFA-10C8-4770-B87A-E94D80B1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1AB43-1F61-4AB8-A9EF-6809E8C0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0D412A-7A31-422D-BC5F-F921FE3E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7135B-C89E-4A39-BA2E-A737796B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D72B85-AA79-4BC0-9625-988F9650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44F27D-17EE-4AC7-8584-1D57C8A2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A000C6-A1CB-41AF-B98E-62CA962B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EF8BF5-DEF2-47F2-9CCE-D5827C6B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FB22E4-63E9-4E4D-93C6-744A52D9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E8B750-2777-449D-8274-1F3FD1BB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BFBCE8-BCB0-410A-8B5F-BD9D4159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411691-7B1D-4581-9C8F-A66AA15A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2F9325-F967-4AF4-BE4C-A6D07832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969B96-EFC8-40CE-B0A1-E64DC0B0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DA41C1-BEE0-4C9E-9984-B6A337C7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C0E4AF-8037-434C-9A98-4D959159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C5B0F3-69B6-4DD0-91D9-47496F1F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061147-52DC-4025-BDD5-499DC46D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99C32C-A5AB-44AA-8A42-9563AC9B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0B5B98-9642-4155-B8C3-68F6003E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FC10D7-820D-4F6C-9276-0F73C890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E756219-6AC0-4EEC-B4CD-B39F8288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D1D8C6-C223-4C93-9AB6-31181144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277064-4165-4C39-81FB-AB8416CD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601DFB-05D3-40E5-9F5A-1A45C0FC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E489AA-163C-492B-A6CC-2D653693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14CEC2-9778-4D47-811E-538BB151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D4AFED-0682-4122-B7C4-D3E5465B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088327-6B40-4A1A-A1E3-302236F0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86A0E5-9210-4D58-AA41-A21FB9D2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C85E3-72B9-45BD-8377-56FA943C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1B1A85-F86F-4BE6-BCA1-B8B1DDEF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018218-75E1-4B2B-A5EB-AC2BCAEF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E2ACB1F-E9DB-4B9C-A2E5-D7F22387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9347C4-05C8-4E0C-BC7E-DA09FF55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9E2362-C894-4751-BE7C-69EAA018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215A93-B698-4B55-A236-E24DE214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101981A-4628-4094-AAE9-33C51714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8036EB-CB9C-4D96-9EF6-CD51FFF4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A38E7C0-B1B8-4E36-BB3D-4738390E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2C4020-18C2-4B72-9F87-AB233FE5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F2BAFE-A457-475F-A2CA-8D436740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93B51E-454D-4090-8A59-9CB1CA1F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FD768D-FBE5-4C46-ACB0-54677C4D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BF07284-7C41-4946-B4BC-576FCECB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2206ACF-BDCE-44C5-8C90-1C51FC80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88F4D3F-0584-48C7-8088-2C70AEBA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480859-9DC1-47E0-81C9-A46A1CC7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58CF845-0494-49D8-8D62-4EC3AD5C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336AD7B-FBDC-403A-B6DC-D7D1B220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9A5197D-8F40-433E-B306-F82C342C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7A95D4B-55BB-4D0E-AD57-F67F205E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27CAA5A-005E-4FCF-BB38-C4CA9671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AF4985D-25D1-41C2-99A9-512B4733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65B346C-A2B1-43EE-B145-C3296336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AFC2E24-C407-48A9-B3FE-2B0B982B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92C6374-023C-4D12-BD91-50BC042E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E88F540-B49B-40CB-8271-74B571C3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73FDBE1-3748-4611-ADBF-DCF8E9A6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BFAD8B0-41C4-4DD7-824A-30A27C84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BB7F804-3D54-4B50-84F5-E82A14F3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FF780D5-8100-4C8B-A22D-670F91C3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4D32349-F976-4140-B41B-EF0E0FFB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325E495-D574-406D-B9D7-A431FEFC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BE2664B-20A5-423B-990E-5D3D26F6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83B3519-CE71-442F-B252-113A5DD7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E3341AB-8776-4F3E-9D35-0536B19A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FC9AB25-186F-4A8D-BB67-72CFA569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E05C455-7CBB-4347-A391-63163C57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8FAB8C6-0C01-45FA-AF9B-3EFD3299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F659915-24ED-4AE5-AD81-38DE5F35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FB4D57A-B8EB-40E3-8CCD-43E7B637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459A33A-6B6B-4E6F-A26E-E854094F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D64ABD8-47F5-4FFC-8C7D-FBC214A6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E2FFB9B-3312-4264-9606-E264CCF3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F0A41E5A-727E-472B-B2C4-480591DE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A37C958-1615-481C-98C8-838B5A35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70A8C2C-07BE-41A2-875A-439EE8DD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8ECF50B-8FFF-479D-9C84-FA0374AD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B786CEF-1348-412B-9CFC-CF5F5E34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8E994B-B465-49B6-BEAE-93170349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9E6A3BC9-D13E-4154-868C-1ADFCC4B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399297F-8A58-490B-B251-7919C033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EA669F7-AB2D-4D8B-86F1-98825A49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67550AE-D9AC-4A30-8A43-5EEACDB0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F092E54-5208-4670-B93A-3F582F2C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A0090A1-3F8B-4F46-883D-84BF6BD5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803143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85482E5-9FD8-4DD3-B0B7-0714CDD5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FA37C-CC3B-48D9-B9FB-2F8B81B0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6B377-8262-44C1-A6D7-B2A9E507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F7F04-1499-4861-B675-52779614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17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90B9A-940F-4D1D-82D8-AAD8A7F5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822A7-8927-41A8-8020-E5ED0583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75DE8-C852-4119-A283-07B0D17C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CDC26-C5C3-4BF2-9E12-B3930B00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6276A-2CD6-4930-96BA-A67FB7C1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92F72-B118-482D-875E-BC93B0C6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337AA-5539-478D-A2FF-7E36D767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987A8-02E7-45E7-B717-A3641A51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269AC-CDF4-4587-A322-084CDC73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F05E4-D4F7-4DC7-98EF-D9E56906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45C7A-8FE0-40F6-9E08-68CA2593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2C13F-88E1-4966-B4D3-C8A1953B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33A02-284E-4125-900E-12EFBF80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0E986F-83B2-43D1-9FB2-C5A08360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172CD-CF85-40C5-AE24-EB80D23F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D55E3-5AD7-4B75-BF71-62606F0B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4A299-96CB-439A-A7C3-61B9F8C9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81F895-A050-4534-A568-FD2689E0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A869D6-87B5-4955-9F79-2E43A967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119230-0D39-4FAA-953E-F16ECA48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E11871-CB44-4B34-B393-676527F8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7E316B-6944-462F-AD8F-5818BBB9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D94696-0A26-435F-9BB1-F7EAA420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FA2B88-F515-424F-827F-EDF6D26E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E233E0-AAF2-40AB-82BD-3EC26CB9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52B4A7-DE8E-477A-93F2-0A098B21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DDC6EF-0BF9-4815-91DA-A453DE9E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F78002-37EA-4F07-9644-D15317B5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72C2B4-2252-47A3-AAF4-E022A92D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2D130D-F314-4341-823F-345646DE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5CBBCC32-716D-49D1-9952-7A0A2AD4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A326BC-E295-4EB9-9332-7551161A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77EF55-D1D1-4DED-908A-4F4832CF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5309CB-D14B-4398-88D3-1E79160C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CFE87C-F017-41D9-AD22-E07DF5B4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BA6AB2-48F2-4312-A4F2-3D91C7F8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56F416-8105-4983-B607-6B767F8D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648AF518-4214-4D11-A1F1-0DB105D0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42B32D-F41A-4711-8C04-54FD1BB3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1F6319-4159-41E7-AF69-4D49160E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48EDF2-0957-4081-982C-E986ED79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3CB5CF-31ED-458A-BBBC-EF07A78F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78C3A6-AD78-4BEF-8495-BA34D24C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A2723B-1AA2-42E6-8C7D-8E5D678D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E171CFBB-08E5-40C7-BFFE-CAAE56FC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90EC1A-A7C5-46BE-AD6E-C246E3C4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803CC3-C9AF-4CFF-BCCE-928E213E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B919E8-B5FB-4B46-9117-EA2ED028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7DF4AA-7B79-43F5-9475-D462725D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41D527-83BE-4F27-8338-2D5F546A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ED5AD5-295D-4C83-BAEF-280C8AA1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913629-789B-47A3-AFAC-07452F3F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90B7AE-C28C-4257-962D-C48F4FC2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0D21A9-CB20-4519-8257-BFC32CB7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B570B4A-B54F-4085-849F-99E97018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C5F5C7-0245-4D96-84B7-6A3BD043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360664-C1D4-4890-90F2-74992228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6D2F96-A6AA-4B5D-A220-05CE5DE2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212651-3B5A-4425-A193-FEAC746E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8C7D2E-00ED-4FCA-8AA7-67267A3D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41A3839-E988-40C0-A008-AE8E9778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A5D3B1A-723E-41A9-9AC6-8C58DE37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17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A906C31-3A0D-43CD-8BC2-BDAC82FD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334AEC-917C-4D96-B5E3-FC59B11C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FA7C3EF-42A6-4193-AE40-7F42A564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2013455822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3C2BD3F-C1CC-4C97-83EF-5723E9A5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4F707-2CC1-46CC-A8CD-2C2C846E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F6A29-44C4-43C2-BD43-E3144765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F2AFE-2A12-412A-916D-BBD88F51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F3AD8-FABF-4409-B2D0-B98D7BD0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28 diciembre - 03 enero · Las matemáticas son el alfabeto con que Dios escribió el universo.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19199-BAED-4F04-AD5D-93C74673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5F46E-F3D2-443B-A09C-32573ADD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AF90B-802E-4FA9-AE7B-8FE59D1C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21AF6-5998-4382-B9AE-7D5BD1AC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C45BC-9EFD-4096-9B97-854A5CAD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53E95-CA17-498E-9756-4F57D32E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4BF0B-A782-4D31-9C86-04B53CA0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BB3C1-0563-4AB7-AABC-60213BED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12279-0865-4208-A93E-C9810CE6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1B8F3-4BC6-43C2-AFF5-A1BA5C95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5DAC0-36D9-4810-AACF-28D879E6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2BBD5-4544-4140-9EB2-C830CC26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F469C4-BEF1-437F-9ACC-E33F51B8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365F99-3FCC-44DD-AE8B-4DE098AD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310C54-DB0A-4F63-89EA-D60E2518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5DA7A-C25C-4673-AD5C-5C808573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B64EF3-1F4C-4966-815E-AC8F51F3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F7993-EB87-4E19-8344-A9A8A66F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05F87-FB26-453F-B011-C2DE3F45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CB9C2F-1A7D-4648-9063-72B3CC59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D17E74-8048-4E9E-81EF-55B10B54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EE6996-C12F-4BDF-A04A-6F712E5E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150AD5-39BC-4830-8667-560D4F47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961725-1EA3-425D-924B-FC1F8825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41DAFD-D78A-4140-B09C-CC28624A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3AC998-7D51-49CE-8E33-9AB38716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68710C-552E-4FC8-8907-36EF72F7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526131-96C6-4463-8C4B-A348174D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69487F-57FC-4577-8E7C-F0E62D99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A5D06B-B348-41A0-9416-B555D2B4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EC2495-8298-48DE-933A-D8A70275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1D30AF-01B4-4ECF-A5BB-E065F43C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44B98B-1CF8-45A2-87A2-8F02DAC1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143501-D6FB-404E-9111-0042D969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1841E1-A8C1-46C1-AE3A-5439F6F5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E006CD-64B0-4950-BFC1-84F6B924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AAC4D-B1CD-4573-933E-1808D64C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625AA9-FA7E-4780-B83E-D832C19A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D44667-43D0-45E9-9EA4-FEC99DE8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D3C2A5-5AF9-4F57-B9CB-068CA8D3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D74050-AFD9-4C15-B676-FDCFFB21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0F53CC-A266-461F-A81B-8C5D23B5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EFFBAA-80D5-4CA2-907F-E929A56F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FD897B-40E4-4ECC-83AB-D7466B06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4BF778-E0DC-412A-960E-5E551701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C113E48-0773-45CF-8875-379B3224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636123-45D8-48CC-85C6-253BA659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783C27-64BC-4409-935C-4EFB6DC1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132EF0-2E3F-4E2F-8AF5-FCD8C8CE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1E7295-2C0B-44DF-B5B6-0A06BD07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B4D302-59EE-4DA7-A881-E92E6D8F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81D4EE-3867-4621-971A-CE608040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8689F5-138B-4466-9305-724ECCD5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D0673B-3B61-4E0D-84D6-7285158B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6740B0-82E5-4F1F-B71E-34CB4E14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5A4566-1257-4E35-916D-E3F53E62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07D0C7C-AD3A-45E1-A188-5AE3822E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43F212-E3C3-46BF-955D-BB4AFFC2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28ABF82-6A7A-4D22-B874-5EA946F1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E5534D6-B8CA-4157-87EB-35C6049A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CE6A3D-0EF0-4472-8CA2-A9F1C3DC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54D108D-855E-4897-9973-9EDF7C25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2E81C0-85F7-4694-A5AD-FAAE19FF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5F38FD7-CE9A-4E11-9630-5FF2C6EF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6058FE8-5E29-4ECD-A68C-496941C2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3176A5F-6B11-4BC7-BE1F-9C0F3A94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9835DE1-1279-43AF-925E-908B8FA7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5570ED4-4286-41E2-8C5B-A5FE3EB3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11F1F7-A929-4D0F-B636-8ED3BAA4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B2E2645-53AC-4B8D-872E-4229DC3C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EBF799C-1440-4B1C-B8D1-079C37B8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CBF0379-5E1A-4056-B143-D4BD704C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E205C4D-2410-41BA-97CB-83B6975F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BB05D0-7339-4CE1-AED4-0DAFEA94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CBA7CC3-AEF5-4C16-83C9-4E0CF0D8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C0CDD45-087F-4E37-A60A-61A2FEC8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982FE2C-E752-493D-96B1-B1478A2C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87294FF-95A5-44D5-9B1E-B5F0BCFB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397CC24-F5DD-41CA-B4E9-4EBD9EF2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A77EF3B-AAEB-460E-A098-EF1B2E0E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079184E-80E0-4127-AF7B-1210AF52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ADA7046-5F39-416D-AB08-27F2CB19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903556F-621D-4597-B6F5-C8C445CD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35FBF77-DE09-457A-8689-5AD410D3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CE2243D-F87C-400E-8333-72280BE5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0229444-0123-493C-826B-B2EDEFD0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7380FB4-09AF-4BEB-AFD4-2E081C00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91AAB9F-BA88-4158-8317-93D4C68C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972F086-D1FF-4C22-8449-7E705C3A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6FB0162-30D2-4F11-A54F-61580320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29015F4-CD39-4234-BCA5-53C39202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C8915F2-9738-4F90-B841-AB2FEA97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26674FDD-DCBA-4A36-8F8E-5262DB5A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5928251-265E-4FCB-8939-B3BBECAE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96A6327-6810-47C9-804E-FE3590FF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1A4DEE9-035A-4924-A559-2C3753CF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8D68A8F-BF28-4BA9-97CE-F8CEDDCF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9281D54-BEC7-46F9-8CD2-95A73AAA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EA8A40A0-6DA4-414E-93A2-077D3CC1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28770AE-FF71-4E90-B646-B91125A0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23459A4-2911-4F7B-BE29-15017973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6485436-FC54-49E9-A350-A748249A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731DBB0-E0F8-48F4-B0E3-3EF110B6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41E586D-ABF4-4468-B9AE-F1AAF129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42520264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B9B8405-40CA-42C7-B230-752A3F4C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74D1E-5A54-4380-A2DA-FFE05CBD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5E7C8-6F26-4AC6-89F3-661AC10D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22BDD-CAA4-45E0-A634-1DBE0EA6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18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BEC60-C373-4CF6-99C6-FD1E3DB3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DACCA-1356-415D-90B3-A377FCBD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A1DC5-2277-454D-B344-B1576C8D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E245C-46B2-43CB-80AE-3692A255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950A3-B755-4C18-9970-7A55FDC1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FD5E5-95DB-4846-B6CE-B8B9B845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4A8A0-0566-4EA7-BA30-83EBEBF3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0ACD5-1963-4787-AD27-DCD6FC09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ED120-3C44-4980-80A7-E40ED4BA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8104E-B4C8-446D-924F-AC4F909C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B7AF3-AAB1-4F9F-959E-07834504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9C165-BEF8-4717-93C1-0B1F84A2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7BC9E-1C4B-48FE-A520-C9BAEA89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C9896-8197-49A9-BBB1-C0BB4171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EB271-7C93-41C3-8484-4E0E5FA2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1AE22-F34E-4749-92CE-6DDE3B7E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EACE4-6A77-49BD-9D96-BA28F46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6EA9F0-7731-4D13-B493-C914261A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7E2299-5578-4BD4-9AFB-1D234EC2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9B828-7884-4196-9BAC-49314196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A4367A-FE77-468D-8B78-9A710B7F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D730EC-2FF6-4C43-B8B5-1D262AC1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24562B-5260-4CD0-BB23-5D635051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6E7ABD-CE12-43D3-A0C0-D3941962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F4404E-189D-45D2-84C5-275C461F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E53027-E2BC-4671-B795-18FDA197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69641-7963-467D-BF59-20A43B7D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6BC3B8-3D5D-41D9-9AB4-39274D70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0CA6BD-209F-46CE-A8EF-EEEA34C7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BDE326-B500-4624-BF93-7D088F5F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C6B218A5-D24F-4EE3-B6C4-7EC68BE2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0B2E5D-7EC2-4BAE-9E68-B3F6DC3C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3CFB9C-125E-431C-AB3B-03EEA0A2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2146D2-F6D0-44A5-BF0E-404E85B8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7C32AD-AC9B-4224-B69D-83B884B5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360EBE-D265-4A94-A187-55E6AFDF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97B769-1D21-443F-8F22-F460188A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A5A7DFC1-F000-4FAA-A64A-5BB9C789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3241E1-5287-4780-8D2E-696A2362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E1AF1F-9959-4F90-A8C6-CC370D0B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6050F8-4A54-4D72-91E0-5EDEA34C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823CDF-DB0D-44D4-BAA3-DBE9B523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697582F-C3CE-4622-A753-A2BA07FF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85B6AC-7916-48C4-9A00-00C0AEC1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73A8AD01-54C1-4742-B4B4-2264A2C1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37B0A9-C6AB-4882-87A0-8694BC82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6E316E-E606-4D06-8271-835BFCE1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D4F1C4-E685-460E-95DB-AA1A1816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1DB692-45E7-4A93-A72A-155829A4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F9CB5A-8B99-4F64-833C-F66D2698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FC7269-A00F-4F31-A3BB-9E3D2023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DD54DB-3286-44C5-9D9B-3C891EAB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1D54BE-4E55-41FA-B328-6B3650F1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F982CC6-3256-4B88-8951-1C46F40F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C27343-C878-453D-BB8C-EA2DF8B7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689CF4-37F4-4F45-B586-3A437B2C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04201CE-9CBB-4501-95C6-527BCEA3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681D5E-C2A4-4D19-A9EA-F0102491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0B450C6-6ACE-4123-A491-AC059899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3F3875F-0949-4569-9D76-4AB96ECF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C73550-4859-4EE6-95D9-EF8966FD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D116491-4776-46AD-A118-E4B3C6A2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18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6D4A5DA-B763-4D4A-949C-0DE1B39E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867B418-B41C-4998-94FA-C956B984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6C812A-672C-411B-90AF-C5BDE86F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888399405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FC12644-2191-4482-BB09-F4C54651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55355-A037-4063-B141-D3D1ADB0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D1CAF-67D9-4BCF-A1B5-B5D44CEB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6F4C3-4027-4AB1-B8E7-393ED8B5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BC3EB-F122-4EA8-8238-065D0B48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04 enero - 10 enero · La claridad es el principio de toda enseñanza.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3969E-1DB9-4618-AE0B-4988351A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5B615-9C5F-42D3-ABBF-3FCEC123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79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B0DF2-DA51-4160-BE36-F005243D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D3B18-2A40-483B-85F3-71476C41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1D069-56C3-4C4A-B091-236956A8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69159-8AB7-4193-B7DD-FB5C804B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00B1E-BE62-457A-BCED-62B8DB7A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2E487-3C55-44A8-AE59-04E26684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7D5C7-74CB-4A93-A0D1-22997FE6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792A63-0EC5-4029-AB1B-A6538775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03063-661B-4507-ACD9-A136B5AC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A1FA2-1A83-4847-B44C-6743D61B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D87C7-3D55-413B-8F0C-D5A99DFE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83741-8174-465B-ACF5-D706FE73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E8ECD2-C765-4C2A-A8BC-4883902B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0502C6-C2AE-4441-897B-2305DEE3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09EC8A-2E0B-43D1-83D0-9E36EF32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D5DE95-CC55-40E2-9818-07B38CE9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BAD3E6-FD4B-473E-A145-0A575E09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CD24B7-6DF0-42B2-BBBB-DE93E243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FB4AC-1746-4898-961A-58B335FC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D1318F-6432-4645-B44E-41B65D46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DC924F-148A-485D-8348-EBCD2210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7B1607-7C8A-4023-8075-7FA54E20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621C24-8084-4906-B42E-2C669795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411774-FF51-42D7-999F-B25DD09F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4A1777-8B39-4BD9-BD5B-9EE0038F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CFE3DC-4249-4A9A-9C50-073A3330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E42468-8C31-41B1-BC45-66DF3404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69C07A-ACBC-4C9B-BAF5-4CEBF0DE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39CE9E-3C50-4EEF-AD22-E3488F61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A7C700-4DD7-4B1C-9340-38D74634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F6E151-D299-4968-BE92-C73F92A7A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A902B7-40C5-4730-A19A-B19397E2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7D366B-FCC4-44C8-B3FB-46BC7D34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DFFA19-5704-45AE-9A56-4F847105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84E305-64AE-45A4-B986-7D040EF7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D38C18-EB69-4A40-83E6-7CDDB4E3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588FC7-203F-4375-9E0F-74EE76E3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0B334D-BDE0-4893-9650-E30DD6EE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81C440-8C46-4A3F-8E50-A049F01F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558250-380C-42B4-AA15-26848F50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2156AB-6059-4504-8D46-0AAFEE65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A8E644-2EDB-44B6-979B-E6219C30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6750F3-5171-4232-AFF2-A61F2000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F1AE60-8523-4B94-B17C-08A67E2D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E255C9-6DF2-41E8-8CDC-E29DDA04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D5DB7E-8536-4B6C-883B-3FF1CD10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E6F6E9-A50B-4991-8117-D668C9E1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51EEF8-5FCB-4F67-9431-F56CEA92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C0BC51-DB8E-40E0-9F81-55FC35B1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214D3D4-7FBA-4E80-9078-2901F31E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03126E-1BBE-4E7E-97A0-8F6D6AC6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FD58A1-1411-4C22-A362-1EE8CA18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1237704-9103-4955-9392-8588BC6F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65A60E-1CF4-41E2-8232-31953348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327805A-22B3-41B4-A750-5058C530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0F5CB15-1827-43AC-81DB-8204ACD5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CCFBF0-EFF0-4218-A345-E86DC64D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019F4DA-A047-4933-8470-88101BCC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2508A4D-1D0D-473C-9A2D-BAC0BB3F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C3E7982-834B-422E-8A1F-9CF0A2D0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71D9E40-2549-4D55-B99C-2BB224DE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59DD348-BB35-42C5-BC4C-87CD0925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839FA75-1E4E-4725-8C75-0DF11C7F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BE7246A-0E40-4039-BE82-9BD7BE45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50FC58D-8360-489F-A0F5-66394F26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0E068C3-D4C9-4B3E-91E7-212BD0D6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D5E06CB-86F2-46C8-8021-6B2B077A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234BBA3-984D-4D24-8743-735869B3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7DD34AD-684F-4EAE-BFA4-6BFFA4E6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9CE7EC0-FAFE-4FEF-96B3-18DE41B9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EA4FC89-1C2C-4C95-9779-FBC3F6CD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08537E0-A3FB-4E6C-B9A2-1BB15A42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AA449F6-7F2F-4489-A03E-38DF8698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4FD83DE-C732-485B-8E6A-912FFBE4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6C90361-C074-4065-BE04-6894F48C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58DF778-7489-48C3-A461-708E11BF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99FA193-0060-4CDE-94B3-A7C61F5C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F083EFF-DBD6-4F6C-8BE4-8582AD60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5EBD749-26C4-4668-9F05-7BA40549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915068E-B943-4CBE-9E82-98677C33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90B6001-59FB-4C3F-BE86-41A15DFF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08ECE67-4C9B-4DBF-88D0-9EF12B1B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2DCE028-4BB2-4E03-98C7-AD04B06C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8DF1464-00A2-4DF6-AFCA-0F0204D3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6C690F6-735E-42AA-AD0D-12FC22F9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6818CE3-0F92-4F25-BE6E-ED2238D5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419E18F-3578-47E8-AB25-A4D42924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9DC7516-87B9-4EC5-871A-AF8625C9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27AF067-4074-4328-9939-C7AAC7E6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A13C7CB-96CB-4650-865F-FF6F5BFC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E51D9756-20AA-42E7-AA96-709628EB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B669D89-1FD1-4C22-A05B-C36D321E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E9530F2-3E6B-4C79-AFC6-7AB9AA9B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8ABCB79-F401-4341-8BB0-CD80842A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72799E1-7BE8-4735-AA09-68E8ADFC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9271392-F83E-442C-A90A-CD6E5C09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006142FF-DE4D-4631-AC79-6D717E6A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4EAE8D9-97C3-4C71-8850-42F22BB2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B9BB7DC-66C2-42ED-BBD1-176BAC84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4E3FD6A-4BE8-4B54-80C2-EC84FB5F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F6A0B67-781D-4D47-A3B8-D30BF294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EC8AB26-4E4B-470B-B237-BE7E689C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5124460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572009BC-770F-4508-B84A-2CC3CF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81645-3280-46E2-A4F3-130E2E70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9BCD3-F53E-4199-A36E-96095DA1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D1ECC-3A31-4688-8725-004EB606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19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52FF4-4904-4F76-A8FF-14A88C80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BB557-1C1B-4035-812D-5EC3CD03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E9F14-CCD8-4C29-B709-3762E301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CFD26-FA21-4780-BDDA-82F7F900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6FFEF-2811-4650-8A3D-14C203BA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62D4D-E3FF-4948-B023-1C8205F9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72274-2D4D-4E6E-9223-40DF6782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66334-9CDF-422B-8683-2BD4DACC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D91CB-FC80-492E-A3DB-B2F85F29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26BDA-5840-41EA-AA06-9EA36E79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9AFCA3-CFB1-4C31-A4C2-76C38649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94CDE-1D1F-4E9C-9982-5F9FD1FA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B5BD2-A28D-4604-B237-A8A7298E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7CE82-D266-4666-AD39-29A150E8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563A0-FE9F-49D1-9C49-74C54BD4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96337-D772-4790-A324-21FF48D0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B23476-E236-42C1-B139-C10D7E50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7994F7-7A61-48B0-BF87-591C978C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B5BE0-E7BA-4EF2-A6F4-D9BDC13E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FE7B0D-99D6-4377-AF46-B48CDE03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246E18-7FD5-45D2-958C-D9151A31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77362F-7EAD-425B-AEE7-2A8D865A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1EF3B6-B7CA-42CD-BFD3-3FDA2EF2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94E77F-612F-4A75-AA87-874B4F0B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3AE3E3-3C67-4E01-84A9-D6F1AD2F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6553DB-0129-4713-B3D8-20791454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5E1321-DD6A-4226-A34E-206A88E3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BDD2C5-9583-4078-9EC9-251BB823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4A25E3-0B96-46B1-AA54-FBC21866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5DEE86-8074-4EB6-8A36-DF536F56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CFE48DED-8F9C-42AF-A5D5-DA3B6FC3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34B801-9DBA-4A37-BF8E-893362B4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635DFD-69D7-4C7E-945E-411D2F79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228CCB-6D99-4019-8475-01E94413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46BEB4-303E-4604-BF31-A84CA79B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29E802-580E-4B0B-AB87-075A344E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EE33FC-2344-4149-AB51-E1BC6D80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00F77301-12D2-4A3E-8BA8-FDA25495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F9FF2E-C199-4DE3-9BB1-F14425B4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79DB0F-F958-40DB-90BA-6E956485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202F01-6FA8-4706-96C4-67D7CC3F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788239-99D4-4B45-AE79-0BFD5042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9426D7-267C-4C57-A4AD-6C254CAE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58E46B-FECA-4384-A2A2-051B2B67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C22A2513-1876-4898-923C-01DB3BB3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A4B8C9-5657-4DA5-A2D7-9953B2FA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080051-47A3-4AB7-A9F4-CA4A85E7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5F4957-EAD2-48D0-90F7-E04F5153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4DBC5E-3A1A-47FD-A685-DBCDF6B9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C31923-AEAB-4AF3-9658-45F6266D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3C2A9C-3FC1-4B3E-ABE8-A498A3E9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6472EF-775B-42EB-88D0-F93FECAB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28C5FF-4507-4446-853C-A420C0FF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D2A833-3824-437D-AC98-186365CE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5F8AE57-B6D9-4806-BBA7-F74E8138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FE3C6F-0865-40F9-B90E-9C77BB34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54DDE1C-FCE5-41D7-97C4-2F76DA76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75C4BB8-4112-4265-9747-88A5BE26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690BA3-CF1B-44E5-8E2D-527A5382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E09752-C77E-4088-A2D6-83D2664A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BFC8BDD-E53B-45AB-85C8-F73C20F2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49E35E5-33C5-4471-B951-64348CB6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19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2058E1-0FCC-4028-93D8-9D6AE855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6C4C9F7-4662-44DB-9D5B-A0AFA813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B1FCE7F-1A99-4692-904F-A6D28B9A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589949646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5E6CEEC-6A9F-4E95-8BBA-75D2B836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9BD1F-199B-460C-A37D-3CEF4B11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89B30-0478-43EA-AA54-95B154A6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64D65-EE53-44CC-ABC1-33219AAA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8235C-D707-4294-83D5-57FDF7CA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11 enero - 17 enero · Un problema bien planteado ya está medio resuelto. — Tradición matemática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DF5DA-F836-49F2-A847-7746CCCD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07A99-4C9B-4348-AD1A-3BB0D5B6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83332-C09D-4E55-83D9-09FB513D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0C124-0950-49AE-B8E8-7B80D88B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678E7-8738-485C-9913-4C119C6A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B9201-E6E0-44D4-83EF-5798DEFF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39F3B4-B91A-4D32-8785-4FB47E43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F46EE-5315-4719-A93C-856A249C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F3F5B-D6CB-4F33-B07F-CCFB2F24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52D79-4682-446E-ADAD-0ABCA34D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A7BB1-70C6-4E93-B770-6487CF35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E68F7-069E-41E1-B288-F0AF3ACC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71DB9-A3E6-4413-BCF9-767A6B90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D65A77-DE26-401F-B8F0-3D0FC7ED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353828-37B7-41EF-BD55-AB30C05A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53A809-5559-4D93-BCF5-EAA621BE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4D64AF-8E51-44C8-9341-CA3DD383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378EA3-3FA4-439F-9824-BF8B287C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437E74-CA7D-4D42-B968-610FC181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C74325-68AE-4845-92B9-B89A9BC8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078B6B-9E4E-4D35-9588-A43FABC3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C2D801-E04E-49A8-9C6E-FE1C9271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C271B1-7ECB-4C1F-AE21-15FCA29C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BD6F07-D58E-4CC0-A2C3-C06F48CA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920570-0425-444D-BF77-61A04AC0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88F1C7-02BB-4CE6-A25C-E73AC97A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86BBCF-433D-41C1-A665-ED879658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DA79C4-2626-47E5-9064-09220CE6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F85706-9373-4D8A-A3EA-C9C1F707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984313-AC54-49A6-A41F-B0124F43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74E4C8-CC76-466B-A115-898CF123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541C1A-2561-418C-8223-7C7F4396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93C3E7-EB12-4EAA-9812-BF0B37A4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FD7AF0-68FE-4A9B-96B5-87EFA1B7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A40FA2-5A98-4A3C-B450-465C6161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7B3F0D-68B9-48A0-AD3E-9B5091C0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5E4E90-05CA-4EA2-8997-1F186E52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B03D9D-9C90-4197-B798-425FF6C3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E9C437-B8A2-401F-B985-DE4AFB21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FF4EB5-6A81-4AF9-9730-B15801C5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A4F372-1AA4-4B1B-8E0A-D2371710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4B4BA8-A2C6-4CE1-A66D-B82D46F0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75A535-C53A-486C-81FE-C5401A70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5B8328-28D3-42D0-B6E1-C6D812EA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E7CE0C-0F14-4163-99B3-4C2604A0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B20AEE-58FE-4BFC-A345-503B82F9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F05D6F-26AA-4C11-AFF4-53AEE0E0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780A24-0BCE-4FD0-83D7-BDFDC006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CA5AF9-7B0C-4101-846B-4BE01D69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15914D-FE22-499D-9868-A3050C72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02F9AC-A397-4D28-B677-49E8F888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95C601-36C2-4190-8F7C-F5E98356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DDD563D-41F9-4F39-BB7D-E84DC84A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5567DF-16F4-41F6-9B95-5286260D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A0159F-4722-462E-8758-3DBFDA48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3B165E-C197-48EA-92BD-C126D9CA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958E386-D615-4886-B85B-06C1D7E5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CBC659-4F46-450F-BC9C-F6AE1D06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3FFC13-8C4E-42FD-8EE1-1606BB44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FC4D81-39F2-41E2-A920-4FF6CA9A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BB6F353-3C6F-40C4-9254-F77FF99C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2A392FE-E66D-414C-98AC-38E7BDAB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19B293C-EDD6-416E-85EE-A9015518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AE82D5-FA48-42B8-AC8C-ED316804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0AB0008-752C-4E1F-A3DD-9C7D47CF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691829D-3451-46FF-AE37-0DAB3A44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19BB6F2-88D0-4EA3-8821-7D24A109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9A2C5FE-0802-4275-9A5A-8C91256E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15E0AB8-AFB8-4399-B63F-A8D5EC1B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B18CB90-1E48-4897-A742-712ED077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675F84C-7234-411E-BE03-6C517D63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E38DB48-D4E5-4630-8503-156C8C2A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C86F1BB-DD1A-4FD9-B0A1-D5ED2019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89F9795-1A9E-4CF3-BD5A-C3D7BB3A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09A3926-96C8-4009-8CDE-0612BDE0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28F2160-D1FF-48D6-99B6-2536AA9B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E3CB3B2-3A89-434D-A461-49C3CF3F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B776931-C660-46F9-A3C5-C003FD2F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BF0ECAE-291D-4B89-AF99-D2E5426F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35C32C4-FFAD-4F45-AC5C-0BDC0B87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CC34BB3-6CC7-48F4-B9BE-B070E52B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D9AA8BF-4527-4AFE-AFA1-4D260B2E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145FD81-D4AD-4E1F-A54D-F7CAF7AF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41FEC21-AAD5-4814-9A5A-6A2F9E4C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8048BD0-3BA8-4080-AB9D-0D8DF052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DE681E3-3183-474B-ADB0-D4E4412C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F0CBFD8-A420-4A68-8C4D-93E2B8E3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331477F-4B64-4A27-9294-02007C15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0E156ED-7CC2-4E67-9B8A-0106E699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A1F0941-8EA9-4A7B-9B8F-14E8E081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8C631CF-7CEB-43D5-935C-4EB20259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1053142-1822-4653-BBFB-D140DD95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C1D656F3-18DE-40CD-B664-BA71419C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EC2EEFF-4744-4E74-97CD-593E41C4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E3F4AEA-2737-437B-B026-DC9976EA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04DDC14-6945-4A55-86D5-3003F9EB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AFFF1A6-4906-4BF7-986E-8DBA6578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6ACAAB1-595D-49CF-B15A-AC86A65F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0D9AC903-BFF2-43F8-B353-0D3A273D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C16FC72-69E0-44CE-9625-24D26C87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BCE6055-A378-441B-BA98-3C9E01E0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D097023-17A2-4B2F-8595-AC524CF9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421EF34-F19D-4044-BF02-9483B0A8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EF2FF92-B921-4832-A853-E798E46A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5088079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14A4064-532E-4F07-AD5B-9123F973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037A7-B0C1-4CCA-B803-70E45BCB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58AD2-C790-49A7-8B4E-47C8F5E2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B143B-89EC-4C2C-AC66-458F9030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20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10D4D-F7AC-4110-A8F0-1BFDB7D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C9EBD-A01E-41ED-A45B-D0E594AB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D9516-FAC0-4248-863B-56C420B5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C1474-FC0D-48EF-A40C-47A63287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BB48C-C146-4363-848C-2188950B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5B5B2-148D-469B-97E6-DBBE11E8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95540-3DD3-4DE9-B506-CC10FCC0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E4108-F310-4DC9-9F19-3ABC9CA0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E0296-4F65-41AE-AA98-42C83D27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E5270-5794-4909-97D7-5118F212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74E85-6394-4A45-8E67-ABDE206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9A845-057D-45E1-ACA4-B52E00D7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0C894-DAC0-4CF0-A134-295564E6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431C5-52AA-44D6-BC18-D067B188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AE2177-BDC9-4A5E-B95D-162A1D7B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1B4CF9-C939-41E3-8474-265667B5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C9947-BA30-43FE-BA7D-720FB848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E76943-8C46-469D-AE37-34313F1A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AC91EC-1E5D-45B8-8BDC-EBF16B3A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2F96F0-5838-408D-AD25-D2CDA45F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94587B-DF36-4037-8C1C-7E014DEC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314FC3-A4B9-4EF6-91A4-4D4C26D6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45BDC8-81C8-456A-AC75-D8C282F5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0322B-3BEB-4BB3-AEEC-52D030F0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C5EA12-4D64-481B-B69A-585C4BB6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F76F0E-80C4-4351-A5FB-B0A8A87E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568A75-2467-461B-A678-99381F78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CB9564-111E-4FC7-841B-2DCCEC0F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F14FA6-5633-4517-B6CC-632A1E30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A7F081-25E1-4FFA-8F2A-332CFE8F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9EBECF23-AF7A-40AF-8F60-D870A9FE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370CA4-6DCE-4E72-92E0-E2E562B7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563887-2A61-42CB-92BE-F0A29E6E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EFD2B9-305A-4C3F-9D69-2086FF98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0CF576-6E73-4A76-9744-AC1588C4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4AB702-8011-4EB8-8E59-C9399D11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5D37C8-86BB-453C-8874-593F3341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6012506A-2387-427A-9EC6-9824CDBD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873FE8-FAAB-4581-9A06-1F45A901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E76906-E45F-4104-B4D0-F037D147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4A7034-3199-4C0B-88B8-573BBEAB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4FFC5E-2DDB-4FCA-B2E0-58542C8D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24BA23-99D7-4488-8181-0FC9F1F5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A6602F-61AB-4099-8FB5-FA51273E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58250263-3C71-4AD2-992F-D43E34B5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255721-87A1-44CB-A034-C31C1A74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2C5187-8310-47A3-B38F-82AA1818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8E3123-2B95-45D7-9842-E0D6DA2D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4AE2AA-CC67-4E79-B450-AA8DC8E8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AD3568-21F0-4745-ADCC-64681953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383312-8364-45D2-95CD-8AF8A5FF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99649E-85F5-44B8-B2E4-E5BD489E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F2BD93-F34C-4D07-A8C6-4D05E7F9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2586AF-84A6-44C8-A51B-030CD6AD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A5B70C-68EF-4A68-A79F-2730170B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6481504-3221-4D59-996A-9DF8189C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5EFBC8-B0AE-4B07-ADB4-D68EB2D6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E16C07-E77E-41D4-B11E-D8D584DA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3D36E7E-3B5B-4C4E-B747-C7AA6D13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32D7E90-71CB-4581-8BE6-CE357695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910AB1D-773E-4F96-9AD8-94B757E7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9E1CD33-5B15-45A9-AD6D-2D9B53C7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20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303720D-18F4-4029-AB68-A3FA3EF7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D6DBA7-9C75-4CCA-94B1-1326B9A4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8714426-CB61-45AD-974B-5E705997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865792634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A8866B5-1A1D-49BE-834D-25970BFA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53AEB-765D-479E-9298-0128918E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B70FD-7AD0-40D0-8FB0-65E20576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BBF34-6C63-437A-977E-64FA1714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F537D-ABDC-41A1-BCB3-0248C27B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18 enero - 24 enero · Equivocarse también es calcular.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0FCE6-915E-4C88-97CF-E6DB580A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E40B5-FC68-436C-A540-8A4C05AD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D5704-D03A-41C6-9FF3-B36FA820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4B6E8-854F-4B40-8747-5FF4DECC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09EFB-18BB-4F7D-A4F8-C128C44A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F053D-F541-4309-9FEB-0DA65A22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14B4A-0FDE-4243-899F-2ACFD0C8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63AA9-260A-459F-8102-0B16A129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4AE68-CB09-4715-A4A8-E86D569D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57B37-6B3C-4F0F-9744-75DF8756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32845-33FB-47E6-885C-0DC7361D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1005F-8BCE-4FEF-B48C-078482AB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5DB1E-2CF8-4D35-ADAD-4068B3C0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D7F5C-97CA-48B8-BAA1-87930B36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EF6793-0972-497D-802A-C71C22AE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54F938-1B76-4942-9BFF-2FADE453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9D7AC5-2F2E-4C52-97DB-FA3EC8E9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88C45-9FE6-44D6-AEED-18412790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53282D-053A-47FA-9DC2-0112179F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3B01DE-7D67-43C2-9829-D6795703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D3CD35-F5A0-4183-9ACD-BC5DAD1E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4E8191-49D6-4482-B183-6B53964E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607F9A-406C-4643-8042-1313B84C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3CD68E-8DB0-47F0-A1C3-8D9C8727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601233-11E8-4CDD-A70F-E4F85D62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F19329-AC5C-4EB9-8A7F-87F509EA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9AF31E-79DB-4107-B569-AB9BD531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A37B49-5FCA-4713-BF93-3228F2B9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76A141-1FFC-41E7-91B4-A581D498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D55124-5EC0-4C8E-9B88-195C40C5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2B8337-FDCA-49AA-85D2-9D813FBF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D9CBEE-0BFC-47CE-AAF1-972F343B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8A9688-96C6-4916-9238-09E2D2E0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2FB772-AB4E-4EB7-ABE9-6328C36C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99A3A-CB75-41EF-A301-E5C691FC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5D5D98-E26B-46F8-B79F-7D1FFC06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904F34-5BCC-4D56-9B47-8D036FA7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78E2F0-F46A-47AB-9B06-767B1FB8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50F05C-1EAF-4FAD-ABBE-D485E4E7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7B115A-4457-4BFE-A032-AF5FA68A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5EE908-D03F-48BA-851D-A0CE5265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052E7D-E9DD-4118-A0C4-2E3F2179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55FDA8-DAEE-4D82-9B85-34F00AE8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69E8B3-5919-49B9-838F-BED89D3A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D6AA84-FDAA-4EC7-89D4-28E43E6D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305403-EFF5-4638-842B-CB088ADF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212A16-A09F-4304-88A6-AC9D3F71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773F54-D59D-485A-A28B-B19A9AC4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A1F98C-2763-42D8-ADB1-19650180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AE8D09-1352-476D-9AE2-7422748D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786F79-4AC5-47E2-A756-19D6FA62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AA3EA1-FBC9-42CD-A803-BCA525AE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0BA005-697B-4DFA-A52F-844CC3AE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BEE6EA1-68E5-4FC4-9BEE-839F84D3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611C44B-BBC9-4D51-AB2B-FC900A6A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F0D45D-0F54-44E3-A768-2829A125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7C5522D-20D0-4B34-903F-A956F512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8D16FD3-9CBB-40C8-B3D4-2D4B93F7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8B0899-F406-4D8C-AF1E-C36B2C32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C7793CB-F1C1-4DAC-A1DE-1D987A88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FE1C252-BA7F-4538-B18C-76B96C4C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0F2ACC5-A914-4B5E-B4E2-E97F2DDF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ED1EC5-36ED-4C2D-A671-601ED3BB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19636EA-95B6-4E3B-81E2-AB29533D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B4E01B-7073-4D11-8C64-E1458D51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17EF81-513D-4792-9DE3-001D3A80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A1FD7B4-C198-4868-978B-47142834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0EC6361-6BD7-4884-9844-983EA903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8F7EC93-A219-4076-8BFE-3C20EABF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096C6CE-8DFB-48CC-A27F-AAE17D0F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F5AF87B-6227-499D-8DC6-F13EC33B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7D08D46-EAD8-4167-A4BE-66BD4530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B934876-D9C4-4281-9B32-8AFD67B3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EB354FF-5DBA-48EF-A27E-F104CD89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E902E62-3078-4B9D-972C-0E3B9116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AE4E979-1EDA-4313-B490-BD85E067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33E187A-9888-45B1-8200-E2803ED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351A493-947B-43DD-9509-ABA28B14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FEF1E23-8968-4D0B-91E7-515250C4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1F8EEE4-B54D-49AA-9032-3C1DAB0E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17F3FE4-A1C2-4205-A583-5660BE8A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BDCEF31-3207-4B66-A419-07FB2E71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AA598EB-4AC9-49D9-AD06-2AF59BC4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E74144C-1CDA-4107-9B06-145DCEB2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4980006-C76B-4F12-95A2-B137BD79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15A772F-3AC4-4659-B263-A774F864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1F659E4-9BD6-4523-9460-D7049D3A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705EC81-1E6C-4E90-B23C-FC0B0C5B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5E31214-7177-4827-AF5E-1B3B066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21D977A-0A1D-4026-AF72-87C22443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7D18BA7-CE94-4636-A6A9-BC08B4B3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1A18823-B037-440E-93E8-169F1352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BC049D3E-8B28-4C03-83AC-B39CB0CE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43E90B7-CF73-4826-B7CD-D8267D70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1CBC327-C9C7-4168-9CF3-43255AD8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79708A8-8675-43ED-9CC3-D9ACC1A6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25C1EEB-6208-42DA-B6D4-29029D19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34B563C-229B-4C2F-8411-A34884CA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8F2F85EE-1710-4174-852C-8F86AD54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C540B08-FB29-4D56-8312-6E3C8E0D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D92EA5F-8596-4C19-8ECD-E9030494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60DA076-A5B6-4FC7-9DF7-09AB4534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62DE355-E598-4619-A29E-2E48F8F6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314C6EF-EC8D-4DB9-BADE-059C6767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5403751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89CA150-9DCF-4749-BCBE-1AAC418F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C9EDA-8436-4CD5-9685-0849B81E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9FC10-7D58-4F29-B702-0A7E3C1F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A37FF-883B-4C52-B1B9-4B4F64BD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21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3437C-0381-4627-B318-57086EC6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054E4-BC10-479B-8437-8B9731E8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F60B6-5C34-487E-90F2-457FA493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51624-DC57-4B8E-A3B0-3A3FDE28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A7A37-D3D0-41BF-B1F7-FA769425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9CE06-EBAE-4DBF-86F1-E4FF13B7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E37F8-9423-4D40-9434-4A3113F7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4EFC6-B121-4A92-9873-16F9BBA2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98DC1-2F04-419F-A2D6-5071BB5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1BB96-E7FF-457B-AE12-960941C9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D5330-34B0-4166-BFCC-50FA195D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1646B-C636-489E-A90E-555CDA53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22792-97BD-4EA1-AEB2-4C556EB5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02442-7222-4B5E-89CE-D3AB201D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EC38B-7B8A-487C-B70A-9A08DC0D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29EBE4-D653-4DD3-B13C-715EB5D1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85A314-306A-4E73-8654-ED690735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E1D453-10CC-4FFE-8FFE-8C6AF54E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88E410-FA82-479C-8C00-E829ECA2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9D93E2-2BE8-4431-85D9-98FA7184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FA50DE-D6BB-448D-855A-D641DF00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66E1AE-5337-4567-8C4D-2296A2F8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87094E-E769-4DD5-8AC0-DA7C628F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047FB1-BA96-4F9F-9799-563E0AAC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7A2382-D89D-4F2C-86C8-EEA0B13B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051E92-ED1C-4778-886B-2F22CE15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41DC6F-5FC2-40EF-9145-E2AEF58F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EF32C0-C1FE-4B14-AC95-E63BF297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EC875C-A904-410C-B019-42204B16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4C6A0F-D9D2-4FCF-9D32-39C7D1BE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0CDF8BF2-2E00-476E-ACE6-5E52D681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9ED592-BA72-426C-8143-6D390750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664074-D181-4F82-9A19-A551AF1A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5949E4-DD92-460F-B5E8-E20EECE8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0042A1-EB1C-47FE-82DA-29290A61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398B56-EAB5-4AED-968D-AA54E6A9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4121DB-524B-4AB3-A0CA-FDBFCB3E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F6060356-9070-4222-8AEA-84EC4ADF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363A78-367E-4D45-84DF-E0782BE8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A311D5-B506-492D-80F5-0CBF2DBA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0FA36E-6B73-491A-896F-D9CA8D7E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27F556-3226-4D71-B9DC-CC90A8D0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288EB0-0806-4278-880D-567DDA7C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0BF83B-356D-4866-B21D-FB086EFA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29AE868C-06B2-453A-AFBB-A6BD467D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601E1CF-4C0A-4FA8-8331-3DE7F4CD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53471C1-BEF3-4F02-B1F1-BD466096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E57A52-D7D6-40BE-9993-CD52B531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FBBB01-B315-4014-9680-CBB948A3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6D9DE3-6DF1-4CDF-BFDA-0682B56E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964D7B-ADDB-4E56-81AE-19ED7CDC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BE223D-A339-4206-A16A-EBF8DA35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B9068B-A4D4-4DBE-9F8B-EFF16A21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9218D5-772D-4A27-A498-4EEB6331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C0AC3B-C2B6-440E-AAC9-0F721083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00B4F0-30FF-4F23-9312-DD82C567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78A881-0B07-4493-936F-FA725B0E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23E707-F940-44C6-BECE-8F8CECC5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3FF16EC-B290-4057-A204-232A3158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94D347D-5200-4718-AE39-C1959B64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EFBF7B8-DF2B-46BB-B5C3-9367BEAA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8A9CD29-6E77-4297-9E6A-5AB29C80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21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6B589D6-3DAC-48B4-A19D-6222A12F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C8B2476-7C2C-46AD-A60A-1F3B42B7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5A0C70F-36C9-4845-B414-E0000DB4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849707224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9425280-E642-4434-A4E3-0832F78E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0B4A6-9B13-4A5D-8C52-AFDC4367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D205C-6C24-40E0-B2A9-613D7926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79CFF-2741-4D8C-B921-96C2E599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99180-17E5-4B8D-B955-9D9F2F32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25 enero - 31 enero · La belleza se reconoce en una demostración limpia.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6D018-FA91-47B6-ACE3-1A92BED0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79332-8A17-41F5-91F5-A0D7D4F1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219DF-B1B5-4BD6-AF56-71D01952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A2BDD-BAFD-4C19-9E3C-2C4D1CCA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5495D-4E47-4098-9176-7F960C0B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97564-84DA-427D-8D73-D548BAC4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BE486-3241-48F9-BEAD-F898323F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45D1E-4415-4907-96F6-9B98F039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C2E89-4B92-4567-B175-F8646F27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D03D4-31A6-409A-8289-9E412DDB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63B29-C6A4-4418-9DEA-B9FCEE0C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64D0C3-2C16-48F6-A62D-1C6C8F44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EB3BC-3DA2-44BF-A804-B7C58BFC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19374-B487-41D3-A025-79FD331C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E72452-E468-4B79-A2EE-C0B9ED48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BAD5E4-C7C8-4CC9-870D-C09B68E3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149DE-140C-4E73-A50A-8F339227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F744D4-D889-4600-9897-73C4554A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2FB5BD-14B2-4872-BED2-221E8140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98A892-88D2-4DA6-A526-E2226811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949BAA-5A8E-4778-884C-878AFCDE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D9F183-CAC0-43F8-92D6-D5E1D416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C3D45E-AC9F-4903-9023-C2DAFB12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A91A79-88EE-4066-B1D4-EE085899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93A213-B50F-46AF-B623-2D4BA467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4055E2-2AC5-47B7-B13B-7A7C1094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F35ADE-C05D-4117-AF83-E26DD792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602BA8-26D5-447B-9DCD-E8B5F7A4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34F0B9-4096-4106-BEB6-A38B23CA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831FD8-DA22-4632-9408-81A52848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975898-9CE9-40CF-B00F-28FD618B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D83963-1324-428A-82C8-6BF61F99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266D3A-9132-459F-8D3E-B84D659E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5242E0-1091-446D-A9FB-9A86E882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CE96E3-D133-4980-8DB2-253D5AAE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E23A19-1914-4FDB-928B-FDD8B80E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570D4D-E149-4A16-A4D3-F08D51C1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46BF2A-2F53-4A2D-ADE7-D0A9ACF1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6A6D98-7407-4D0D-BA09-2A3BCED5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0C6B74-BE44-46D3-8BB0-8E323FDA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8DC9BA-286C-4BE9-9517-AD519B4F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F4CB6B-2436-48C5-865E-A8670D19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352B8D-4D63-40D6-863A-72BA5D48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319C47-CBA8-4AFD-ABD4-9AACEEF7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BD05EA-1D95-4CCB-9F3D-CEEEE4BE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B96F61-B37D-4768-A603-93D768DF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729297-F023-4D39-B421-963BA845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FA75AC-7869-40B2-84BD-3FF0A658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DB2A47-B463-4870-AC18-715E20E1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F17A06-6EFE-4B80-B19F-9C35FC7F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D1E5A2-B1A4-4C19-AF0B-786D1288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1CC83D-6956-4D30-82B2-A5A29F0E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9CB7DD-6E5D-44F7-BE13-AD04ADB9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915D24-FAD2-4190-8F13-0D758837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4BA7C4A-4AF8-40DC-B78B-2B5299C5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DED6CD-4645-4901-90ED-C8B452B9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10C7E8-D771-4A61-B4E2-E590C7D2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4877CE-9188-46AC-B33F-11E1BEF8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F7A8578-5080-46DF-9BFA-92CA2E87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77AA810-5E48-4B96-BDB7-C04E4680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9FE2909-5A1D-4A73-B140-8B9B48D2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FC230A5-CA77-435B-B586-30AE2673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555489D-B84B-4048-BC2C-4E2D093B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3E77350-BFCB-47BB-9669-81DEC192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9CF86BB-3003-48CA-A03B-E740B839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0E12AF5-0B04-4A6D-85F5-9BF3A842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BFB3053-1306-4296-8FA5-DF871528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845E52A-941B-4A8B-8AB0-68107D84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1E2D408-C6E8-4C98-BE5D-8F8C4FC3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CB98105-3FD9-4104-93D6-8BA4E4B3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C60FB60-7F9A-476B-B7AD-A65CB6E2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4571753-5A3D-41FC-996A-32B81CEC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2D8588C-D0B3-47E4-9B87-86683D90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DC4C74C-4A13-4ED5-A2A2-F7075967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3C45136-1546-4C1B-A551-DB6C0778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8360EDB-9CDC-464C-847E-C7E68349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3EF723C-3D08-40F6-B3A9-2E55FBCE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630C380-5A3F-4777-A242-031C5958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50C19BA-556F-4FAF-AE51-7EA4569C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54A333E-0AF9-44D4-82C8-CC91E1F8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D3588BE-134B-4613-A7A8-5DF82186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EEE0310-BCFD-408F-A5D4-97678F15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4F16A22-386C-4D5A-A7C0-91121B56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0E96945-F3AB-4173-8509-C2070356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E9AADAE-F5A2-4837-A7E6-37995549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30B1C99-8371-4F15-8FBF-2425261E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7D1932E-6D78-45A1-8471-B009B449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7852AB8-4B9C-4A00-9A4C-E5675AE2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3B7BDAC-CB26-4E00-AD03-2EA7FE5A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874D6C8-8CF2-4960-A8D7-5B4A1558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738B39A-E779-428C-A354-5ECD2D09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2DD1F45-8368-46B0-A8B8-97E0D894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11A819AB-A71E-4FB5-A5CA-51E0F954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830DA5B-3595-48DD-A7C8-13B22B76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AB1AED5-972F-49E2-A326-19AB4196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EC19C45-9D0F-4B43-8A5A-0E2EB65B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B225DAE-EABE-48C8-A4DE-4C7DE780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A8B97B7-4031-479F-9AAD-7C414A2B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AD7E1B26-0F79-4323-8DF8-B905DAF0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148C13E-E9BC-4AFF-9319-356D02D5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7FFF931-4595-4C1B-980C-16DD72D1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C17B1AB-20C7-4BFD-9D62-7B41D19A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A91BAF6-C54C-4608-BFBB-7B10E842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93A86DA-24AF-455E-868E-CD6CCA54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9122934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F8843EC-7A9A-42F8-9B9E-DFE4A516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C9059-E40A-4FA5-B0AB-D5D7B620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DC64F-2FAE-4401-8059-A3EB824E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BEB1D-816D-463F-AF30-1929DFF7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22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99550-8349-4904-A475-22B6DC43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EB0C8-9684-4A76-96AC-FEFB1485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7002B-3B9B-4F78-956E-26BBCB0B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994A1-24C9-4547-A8EC-0E62BB13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759E9-3AC2-47FA-A56F-D0FB4A41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482C3-77B7-45B2-BD4C-9C95B8AD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59886-0B6D-4B39-8ED4-405F46E8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ACF80-3B2C-48B8-8BE0-2E31B051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BBB25-348E-492C-9E53-485A6BE8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2AFA5-60D1-480C-A5BF-C553E2DC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8D035-DE46-4530-84ED-46608102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2CC7F-A173-4DE6-AA98-77B2593F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6A286-1976-4704-8392-AF98004E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464C5-D32C-41E5-8E64-87FDD27A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0B93C-265F-4E22-B486-F2BBF617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604E5-5FC0-4110-834B-2C176CAD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67C941-A734-436A-A21D-EC83183B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C9DF7B-4068-4EC6-BF70-E73959D7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968395-FC24-45D1-85C5-0C8BA4E0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4697F-EAD9-403B-936E-48906BB5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221E29-6E48-44E0-BE0D-DE17E318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685D37-FF2A-4CA6-8F06-AA0C0B9E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F60E86-BC91-4184-B277-3ADDB61B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397D41-71DB-45B3-85E8-43DB5629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C8F697-3C2A-466B-A425-2EBEABAC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36B31E-4B4E-4D31-BDC6-E1406872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E140EB-2AC5-4015-BD79-8AD483D3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B9E4B8-1A96-4383-8141-6E101C0A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5956EA-A28C-49F7-99F1-64D42815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88949E-0282-46C8-B7BE-3B87AF58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46B9F198-1B39-44F0-8467-E80997A1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8820A6-E6D9-4AC5-B7A0-ED132000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F05488-CBCE-4264-929C-C0F60DA5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D86AF2-E482-4771-B7F0-48738AB9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2F6C6B-B4B8-48CC-96EA-D61AADAF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7289E8-A089-43F8-99AC-71BA5E68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E67B45-F7CF-495F-9A0B-1466C2B4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13199EFB-7808-48C1-B16D-5E52FC76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E5FCC4-D65E-4A60-973E-76240477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26E86E-F79F-4316-A9EB-49FD975D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076EB4-9DFD-4B72-A362-2C7D4445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C0388A-2DF4-4391-B7EF-0EB6B655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5520CF-94CF-4A38-B916-D63448AA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92B498-FE06-422D-9C34-5A243323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E0D549A6-5CF2-4926-BC5D-515AA442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A06BA7-B5E3-4AD7-9C23-84A660C8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51505B-C438-47E7-B7A7-221C84D8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D4FCE2-3D0E-499B-8A61-520FB835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D261F0-AEEF-473B-9E25-101D4E0B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3514F4-7661-4674-9446-0D42341C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9F90A4-488C-4E06-BE43-1B537BCB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636DFC-AE8F-4C8C-ABDC-1782E7E3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29C5D9-84A9-4F15-94D1-4481AC5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2FC681-478D-43F1-B489-1EF30AFF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C0BF52E-3C8C-4182-AA7A-1B753946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206B807-8A98-46B5-B01D-85D17DA9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E5B9FF-5207-480D-A3C3-974F5879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5C23E7-BC03-4C1D-8DA9-0F599D65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EFFDF1-CE91-4773-BCAE-BC0119CC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D4E22B-F583-42E1-95FF-36317455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B3CE164-E364-4BC3-90BB-722A5B0F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8E540FF-7BA8-44AC-ACAE-53F094D0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22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BE65851-F3C7-47F2-828A-BA02B3FB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9820D5F-6A9E-4309-B6EE-181E5D0E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C750ACA-5619-4DA3-BB67-EBF84309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666733283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D49D4A4-FD41-49D0-9155-92579BD9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7760E-57DB-44D4-8621-06A37BC5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ABDCF-36DC-47C4-84CC-39F328DA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9D305-7F42-42F8-B561-C92A3FFE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F5521-68C9-4B8C-9D68-8F3BA563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01 febrero - 07 febrero · Lo que no se repasa, se evapora.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977A9-6DB6-42C0-9169-7C2B1BF8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DA733-96CE-4F89-A6C5-D8CA4EC1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FA777-92F6-45C2-AB04-A8170650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180A6-262A-43F2-BE16-4F1C24B0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E4255-8862-4409-85D9-E82D27EB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3ED3E-8AC9-4CDC-9687-6D4958B4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C0CFD-BF2E-4C17-8A1F-D6E0FA36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45FF6-A7B8-4023-8A0D-9F22489D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A94F5-0602-4BE6-B97F-34A2CFDB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BFE0B-D81A-4B32-8222-81145CB0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D8DDC-5EB9-4841-9F9B-E19CE08F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69928-9E31-4E4A-8174-04F4F29A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543A9-2D1A-4563-8814-37B7F399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6A8C4-9EE4-4BC9-B9EF-480504B4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4F462B-6354-4DA9-852B-612B0D29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05DE3-84C0-4237-A763-201BFA0F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2A2F15-C471-49F2-833F-767BFD70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EAC42B-26F2-4E90-920A-893D2979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50E9C-6D96-438F-8343-25CA15CF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984132-3AC1-4B60-9D52-9674C9F3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366E90-E876-4C12-AEB7-AED59527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619124-36DA-4314-BBCE-AFA2AE94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A4640F-D425-417F-A408-29402CBF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160048-4C9C-4599-AFDB-2EBDA16D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92D79F-999E-4FB3-823C-5125360D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C4980A-8AD8-4A08-93ED-2CDAECE8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6E4B34-1E4C-40B1-BCB1-ECFE4B4D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281BE4-A362-429D-8A48-9D5C86D7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289A56-46F9-4365-991B-241F1BAB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D7D410-4E88-4377-B897-BCDDFBF1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A30AC4-AEDF-4122-B673-07F7988A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48AFA2-7384-436C-A1F9-83AA9247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BB7E0B-528C-4AC1-9265-1390DBD4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662B35-5648-46EC-A61C-FD2EFF7B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EAF2C3-997D-4D2C-B621-19053DB5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E68FF8-C2F8-421A-99AA-769D4AFD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D58520-8C0C-4004-ADA0-5AC1E43E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436445-2602-474F-9E8F-0F0ECF83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DEDDC3-A42F-48AD-87A7-7EBA48A6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518BE9-3ABB-4007-A000-F5B4E321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0FE6E2-119C-4784-8CAA-D8D6AE3E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948E16-3DEE-425C-8B15-AF7C18D7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BAA1CD-3FBF-4083-94D3-D6831948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ABAA0D-2CBA-4427-996C-7817DA1C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A4391D-F864-4883-9989-E2890F38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4BD440-C60D-4F2B-ACCC-3C2A65F4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BA2E43-DB4F-44AF-84B3-D3979E72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D21258-4B4A-493A-BE54-6FDECCC7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EA1A16-E931-459A-865A-756FE16C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5CA33F-75A5-4DE7-8231-2099003F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ADF945-E864-4CFB-8522-01A2A574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9DE2126-4FF0-48C3-8957-AEF0C7E2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D3FA61-8B6B-4D2F-A3BA-A9FE9624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E7A6CE-9461-49B3-8B1A-ECC0B938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EECECF1-888D-4386-8298-12AF870B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5CEDBA-CD4E-46F7-85FE-64EACAA2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046E58-019D-4955-B372-ABB07CBD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2FBB11A-FFC6-42BB-BC26-E8609084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02A062-AFD1-43D5-9C27-83AD9F8C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B2D551-F8B7-4886-A7FB-C265B7D0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CE4B10-0003-4351-B1D5-9EEB0C47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B57B378-F1C5-4ED2-B1FB-2C3B9B7D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4E5BE6E-0758-4FD7-9DE4-BD762F96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C5CF54-3298-4454-986E-55F0D63A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1A2705-3CE0-466B-98BC-C01F1D2B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692C858-1A8F-4DE3-A09C-4657A829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D4446BD-0518-47AF-A5BC-94C64353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2904149-C435-4BD4-93B7-E9112B3B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8B76838-2816-46B6-BF88-6E319B94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2A6CD1D-4980-4480-978A-51DCDD1C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F2ACF90-E31E-4CFC-AA28-C3E1EC9F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01D6E53-514A-47FB-B8A5-0279D2B9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2387F5E-D72D-491A-B5C8-6FF4E91B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0D8244C-DD44-43E9-9FE1-A87F47AB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F10198D-C69F-480F-B6B0-735A258B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DB1BEF5-084D-4F70-A366-BB2BF485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9EDF7C-5711-4344-9322-28E9A068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6FAB273-2563-4888-995E-B0A16FD1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C310F72-5936-445E-AF04-6B86AA3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F16CDDB-30F8-4532-8571-F533C967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FF626BF-FA1F-4A83-9892-DC18558A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9840796-D846-49F7-9FB6-29F3036F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5533765-4342-45EE-A5DD-91F3B10B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BC520E1-FB2B-46A4-A7FE-0F11AD29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1DD3A82-C94F-4CC7-B7C5-168498B7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2C8218A-0213-4685-94D9-9312B129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A495DFF-FB80-4B6D-A4C7-C0439390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AD3E20A-9712-4C91-8507-68802729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FF8ECD4-674C-4D05-991A-F98EF443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88E85FA-908C-44FC-8226-7C94442F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6B213FC-1FDE-4E59-9F14-39E2E1D6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71CFAAF-4AC5-42F6-A8EB-20E4B375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9860EC32-9156-4942-BED8-D1FF66AA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63908F7-DF7F-41E3-8000-C6218498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3049481-B530-4E2A-B132-E39576DA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E4D7BF9-10E7-4C00-ACE4-AA54E6F6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7C0F752-66C1-44A3-90B6-B8CBAC4A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3034A1A-4BD4-4C50-8775-8AB84307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643F1D1A-EFC4-4C64-BD0B-8ADD8D51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A6E0C3F-4B30-4793-B055-386D8DCE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5B9AED4-6D10-44A5-89B5-FAEB027C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A21AABC-0715-41EC-8127-4102ABC3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3AAEA73-A3B7-4773-BF1A-92C26917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2E785D3-EE1E-4E6D-94E1-63D4720E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4411552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D4FD084-9C91-446C-9159-8A533268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DB066-9663-46E8-B1EC-74F93A3D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5F3DC-B9AE-467A-93BA-2E8143B0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66BC9-5448-4E30-9654-35183B3F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23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17F26-7CEF-4A96-8099-51682AFD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E13E6-844B-4363-9D2D-985C76E3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55302-A6E6-46DF-BE3E-3818D6AB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190F8-146C-4ABC-899A-0339AF16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C0940-6DDC-4290-B433-F9DFBE36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4A0CC-1728-4AC5-83DE-BDBB47A7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8F0AD-4CF7-4BBE-A0A5-47FF3B32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39815-471C-4CF8-BB23-5DE5EADC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EE7F4-7444-45E7-9F11-6F754199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6C050-D8AB-4AC2-ADB0-268DA0A0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5AA45-BC71-4338-BEF3-9475726C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84DB35-9FC3-4995-BC9F-D2B42120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7821B-F619-4678-AFA8-D8F406EA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E3ED74-52C2-41B5-B97F-D6540BFF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7D185-6394-49FC-BB71-BF067A12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75638-2EDA-45F0-92F4-854AB21B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7A2A1-C147-411B-9F6D-044BF961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4FAEC-8EA5-4193-9F8F-FD822B8F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968E20-1583-4A79-BA1E-F8950A8C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10DA6E-BB45-4184-AE51-5EBB9FBA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52D0E7-115D-4A9B-97AB-B6FBC218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10B083-B5C1-4F0D-8D64-C949A8B5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515091-DBE8-48C8-AABA-C85A61CA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33E9E2-A860-42D4-8105-20E22C27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8266DA-6821-4A57-B512-AC50ACBB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1B8112-F1AA-4C81-8D23-711B678B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99AA4E-476C-4154-BBEF-7FB3A442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DD3EE9-D6AD-4532-AF49-52F9B85A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A8FA29-39EA-414C-961A-EC79D99C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F1C084-C449-4738-9B90-E5E2D981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8DC97FD3-984F-4260-8D4B-9C5F9251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EA8973-C82C-4017-86C5-0451A5F0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3547B1-8F01-4C10-B734-61240D27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3A377F-666E-4350-BCC1-014A2CB7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8C4712-3EF2-404F-BCBB-1430CFE3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0D00B5-D99D-4EF3-84E4-F6AAE60C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6BF4C8-960D-4286-8817-969E0358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6A686513-1F79-4162-8F41-5D7F16B5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1E2F50-DB5F-446B-B97D-0BD4C93C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28CAC8-E273-4502-BD52-2868CE9C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CF4191-D302-4CC1-8F95-8FC495AB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C22D8A-95EB-4B92-B956-9B55DABF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FC245C-5023-4138-9026-67204857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A743F5-9154-4C32-8D9A-69D42C6F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7BD7AE89-31E6-4EB8-9FCE-F8BF4866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734708-7087-4080-B07E-C1DA3179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B710BF-0DA6-4ACB-B5E4-C0F1D970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EB3656-00F8-4FFA-87E8-EFF28C93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1C068A-BFF3-4D0A-8A45-9050D557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36EAB6-3BA1-48C3-AD8E-28275291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29B707-3D2A-43D6-B098-813D5E24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D94C71-75E5-4DDC-A4FB-70B77BB0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E0AB23-BABC-4640-A969-8211153D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B0A4C7-02AB-4775-9FB4-CBCBB9DB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4840307-A3B1-49FF-AEF0-AC61F6EC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C602ECF-58DB-4441-AAF1-EE3A710E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B8C8B6-196B-45D6-8E84-F4872D12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9385BE-85B0-4DCF-AB11-ABD47729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C68926-70B1-4760-948F-5FE1BB80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F8FE1A7-B035-44B2-B450-F3448D83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1A67B3E-3459-4F73-9DF2-08686BAC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323500-8226-4C6B-AD62-31535231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23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F3C7222-A4C2-4F52-9BB1-C98B0295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0FB3BBD-F8D9-4B08-B573-E192FE07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A9A84B6-C0F3-4854-9F05-AEAF22D5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145986168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2413F94-9918-42D5-9DF3-5D29A8A0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0EC73-7F22-4E0B-B1EF-1A75D583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BA889-3CAA-417B-8480-DC3BB12D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2E578-9D4B-4957-B624-16B57AE7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48086-7CD6-4832-8C46-CC9AB397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08 febrero - 14 febrero · La disciplina vence al sorteo.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703DC-67C6-4056-B359-76666950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B5F96-31A7-4487-8F35-8D7FE177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C2120-B5AD-4CAC-85DD-CE702661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73E23-6C3D-47C9-8AF7-5D3383F0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75C30-DAB8-47CE-B922-E4C01E9C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540A2-9EBC-4F3B-B2AC-9A5070B8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C2EF6-DB76-43C1-95F5-257EB02F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ECE6F-1C19-44DE-87A9-CA33C29F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5DB44-8018-4D8D-A8B3-2C44CC92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D8AEF-9985-48FA-8D22-E06B6AE1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BBEF5-5C2D-42DC-8188-8139E01E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90C70-F374-41E9-95C3-4AC18232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030CC-F4E6-4F67-B325-1EAE4951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AB363A-758D-4AD5-A85F-DF6967BA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AD418C-1ABD-447A-A676-2B6BB25B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2301CD-A420-46BA-BF7B-975A797A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E8BF5C-55B4-43B6-84C3-008EA9DF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7CA9A9-199A-4E1B-8B13-54F37840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87DB4-094F-4711-AE9A-20A3CF4C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70DD0D-2A76-4FCA-80B8-4A5F5AB6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B9F951-FDEB-42CB-8E32-97C9187E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8A58B-31B0-4EE9-9365-AF9C4DD8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CB78DF-6936-47F1-94E6-97CA8A1C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2446B7-B0D4-4D14-95A2-D51247FA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87FC47-0544-4366-91EB-B8D72532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6D84F4-EF3D-42BE-8ADA-3F7F1654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363D36-C34C-42F1-AED2-36DFC78F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5FB933-E7B2-407D-A6F9-16CE26CF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6D1E0A-FE55-4179-8116-2069BE8E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39352E-C398-4133-90E1-4E86AD81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3E34CB-3626-4640-9E68-F21A52D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03D2D2-7B7B-458D-8C50-270D325B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F09F86-7761-43A5-BD75-3F449E50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359370-55BD-4071-86CA-BD8572B9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52092C-FA3E-4977-9DB0-08E49CB1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F45509-D6D1-45DE-9CA3-11C02EF5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2880BD-9315-4CCF-96AB-8C3D12C9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0FABE2-1320-4BEF-A245-678D6B5F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7BD2A8-3BB8-4DEB-A50D-B5EE8326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FD577E-C717-4CC5-8F3D-844E2609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3D364D-D630-43DA-9CAC-2A8AF87F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43F758-B332-44FA-82D9-56CF50DE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049847-B05F-4C8C-85A7-D01798E5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4A8A06-92FE-4175-B9A8-E8D7DBDC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5C880D-3541-4D51-B885-19AA9840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BB003B-302A-4490-B430-228B7EF3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DBF4E1-5CC7-45AE-B325-90A6493E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55EDF8-4889-41B3-A52B-95DCD4A8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F0EDE1-D5A7-42EB-917B-8CFF7296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88A5D6-32B4-47AB-8459-F3544A9C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8AA276-A13D-444A-A5E1-FC9D9A06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0134BC-9475-4342-A7DC-440D92AE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15332CF-17A6-415B-BEFD-9772BF0C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6F1CD1-C1E4-4145-B597-4BD02107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EFA771-5CC4-419C-85E5-60ADA479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90EE5E-4A96-4895-B2F7-61C0EE71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7962BB-95F3-4A52-A163-E0C41BD9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A6C59B-3D2E-4DC9-97EC-69F72084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244FCFD-3F79-41B8-9185-69510B86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9CC008-CB6C-4AA5-BD4B-1116057B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AB3F1A-C074-4B6A-A5CB-5D38F2BB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3EA8D3C-CA80-4661-8CCD-6FDE9D07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3176C34-11BD-40B5-B2F5-06D47D44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B685126-DED0-45BC-9307-6C00BE85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607F739-8CCF-44EE-9FA5-35D12A69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E4DBF42-950C-4311-93C1-3D2D5EAA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D6BA734-9702-4285-B79D-FB0DAD14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BC06131-D691-4BB7-AE45-1E168183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BF98838-7FCE-43B9-9126-725F91BE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448742A-02C7-4DD4-8AFB-4E21F7D5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261BD8F-8F7A-4711-A52B-CD08D927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D74664B-2670-473D-8E6A-D92EDDC7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0E28B67-AAE7-4116-9439-3D55CD81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36F89A0-6DCF-4AA8-BF30-EDBC782A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A2AB8CB-4AC2-45B5-8D10-9D615CCA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F3A1E7-11E7-490D-8846-65B46F07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F84D563-7419-46B7-80FA-D018F1EC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E749034-6F88-4F97-B32F-51664A00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DA46E86-2632-48C2-8DA8-92E62100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0C7F0F3-1EBA-4ED1-8FC6-6AF76636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4749DD6-1F39-435D-8C11-7BD36D44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4105195-93A7-4DBA-A3C6-7142AFBF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985EDC7-0FB5-4C2C-927F-04B1C4BC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ECC91CF-50B6-4170-9CF6-49C11992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2F5B12F-E841-4D8C-BB69-52A8DF1A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9550054-48D0-4BC3-832D-7CCFD671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866F81B-B3B7-43AA-A660-3EE99A99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F228A97-FA4C-40D1-823A-0906B5B0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212EC89-A6B6-420C-A885-723E97AB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0194972-0F01-4A41-B6F3-0234118C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B7CB261-C647-4B46-8A1F-F9168525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1A3DFB6-0B55-47EA-9919-AD3C817C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A7B9B0AF-2C6E-481B-8F6F-06E61AB2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0D33FE0-AA6C-4E8E-8F59-4F34AABF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207A041-9AD4-43B8-9905-A8614E34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E613AB3-D404-446F-AB52-64707868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C8C307A-E753-498C-97D0-39C983AA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CE07547-0641-4E3D-9EF5-F97B4EFE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892FB61C-9917-4690-8C56-E03B84EF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EE5E335-CF23-4D98-8EB3-70A4429E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C595016-7602-4B4F-B79B-E720D159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5D19627-A28F-4223-B02E-26C27783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93E0B99-E450-4BBE-9CC3-3EAC939D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FF8A9E3-1BBA-49AB-B0C6-84A41A61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9171753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B79329A-4500-4A01-984A-C057AA3E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79FFF-ADB6-4F52-88B1-3689F8F5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98E5E-1B33-402D-982F-39F6CC0F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99034-DD9F-487E-A3C5-D60CC1D3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24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FB858-5DB5-460C-8F4E-E3F72F80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D16D3-3086-4163-B194-05556E51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EE963-3AF6-440D-BAC2-29C1307F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AAB8D-A1FB-4492-898B-DEB0846C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3BBCC-FE95-4CBA-BCF6-18CEAEB8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5B2F0-F6FE-4B1B-9680-F302855E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2CAF3-7CAF-4D31-8BBC-A7E4E8D7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475304-D8A1-4BCA-8C87-EA039E1E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A3B02-97A9-4D09-AC03-B412F7D9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984A8-1C24-4FD5-BB86-071D11DD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90E10-B6D1-4D93-9C0F-C5BCCC90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C9774F-F33D-4E09-A55A-6D148409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37C5A-C512-45D6-8391-E14D9566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8B4FF8-EB7A-407D-BE32-B79F870F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2D3C4-FB8C-478E-AF60-E09F9BE3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1EADB7-ABA8-4703-9F4D-0AC78DCC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9AD82-DE9A-43B6-9B91-C98918A6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8C6C41-C881-4C6C-AC89-09F44EE1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BF80D-A8D6-4C4A-AE9A-D1E4DA72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DA6C1-0684-4F93-B6D9-2B74BE50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8C4168-1F42-4EE5-8A3A-9BC56952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F96BEF-1C21-45F3-BE49-825323C4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FEE2D4-A797-47EC-AD6A-4BBFB318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B15FB7-45AF-47EA-92C7-3B5583FE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C3CF01-DAA8-4071-BA86-84C0638A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3BA966-F1D3-4840-9436-11F73DB0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645309-55B6-478B-BACB-25254D85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83BB62-4060-4FAA-8BED-2A984D30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E58086-FCE6-48F8-81E4-D6DDD2B8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E55A1C-F606-4E42-B87E-79E3A716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24182E03-512F-4593-AF9D-7ECE8578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70F0D0-D8D3-42D1-AFBD-94C4BCC6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38CD28-70BA-44E3-999B-5B5210E6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D510F6-73AF-4B46-84CE-66F07916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ED5A26-4E7D-4860-B021-EE3A2709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517C38-70BF-4C19-A098-DF48E68E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9371D1-1152-4C3F-9713-548A2049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B1268672-A007-491C-8B90-973D3609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B229B0-81D9-492E-ACBA-B9BD7F13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53B7DD-7E8D-4705-91D1-8688FBDC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53CF21C-FA52-40BA-843E-041F4D1E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2F5BB1-BCC4-4076-B8D9-C08DE32E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EA89261-E1FA-4816-9A0E-8A4FABDA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54B4B7-0919-4BC5-8A9E-470F38F4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9BD17DC0-DBE9-4C4B-8CB3-D933B34F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DE666F-114A-493B-AA47-3372874E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1ED3FF-4C5D-431F-A960-81381604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93D7F0-09E1-4261-834A-CDEEE41C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B297A0-226A-4CBD-AF8D-41CA75CB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995D93-C7FD-4AC6-ABA6-7CEF1177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26C865-C07A-4486-BC9C-2A2E59E3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43B425-25D1-4334-BBDF-45C8F7BA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BE2ED2-A097-4166-8173-EF6D0338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616430-864B-4D53-B1C1-B33A8835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24B0DF-EC49-4E5B-A4E2-DDB498F3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3628031-D7CE-4543-B1AC-1145F24B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7CA215B-054D-455A-A490-5FD201AF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F74FCF-1D05-409A-91F4-8E991A55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272072-D42D-453A-ACD6-D75B633B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07C66C6-4ED5-4D43-8D8D-4D9A8DBD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4D887CA-002B-4246-A24B-33C4CBB5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A56B96-AA71-4DA0-9F13-221E92E5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24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6B3AF92-C83B-4213-B1B2-FF97CC58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087C3B3-80B5-499A-9124-DCA982B9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744E2CC-A6C8-4177-8D58-C71EC1F1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713900248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2F6C925-BF3F-4342-84D5-58CFD22B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7C7C5-79DC-4BCD-BEF1-BCE94F9F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EC8F5-3660-4070-BE84-014EF94D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40FDA-46E7-4356-81D9-395FA9E4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5BA14-3B5B-45B9-A708-A4944989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 febrero - 21 febrero · La esencia de las matemáticas es la libertad. — Georg Cantor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75655-B5BB-4AAE-A04F-E66C9974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3F085-152F-4607-963C-DB203720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762F9-C64C-48B2-BDA8-14284826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BB35F-18D3-44B2-96B4-BDF2DAAB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7CF34-2125-4D46-85B6-EC9D9E91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63D72-802E-4F39-B2FC-144AFF90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2D7D2-6F1A-4B98-AA5A-7D6F6C26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F1135-FA62-4408-8035-0DABA008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5DBDD-772D-42BB-A1FC-BA694513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E99848-9263-4D9C-80EC-F314E2D8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05519-ADA0-4F71-91FE-BB936CB8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B4785-1565-47CB-85A1-5A149F6F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E4191-89FB-444A-BAE1-37D5CCD3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BC5F9-A179-4376-83B8-455B4DDB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FAC64-8CE3-4AC1-84D3-0A79D8A7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74344-4D5B-432E-AF64-79CEE02F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CA9F0F-59CA-428F-8CB3-039F1926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2627B-05A5-463D-B69E-5357CE9D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11335-4408-4E53-B114-B0EC2068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EB6297-3BF4-45F5-98CC-866ACD1C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F487CA-B8AD-4751-B5A6-05EF433D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4338E4-F7E5-41C2-B93D-BA67576E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AB6006-5970-42B6-BE54-CBCE7AE1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4C6897-69B2-4B50-8AB7-F2FB29D2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693964-2098-4278-A85D-2BFB42E7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4B9C26-083F-4005-8845-641F3CA4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4A9703-C94A-40DE-860F-BCCFBD1C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F5E023-52ED-4E9D-A188-13077DE3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854094-BAF2-4A86-B184-F1998C98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682122-BCB9-42A4-858E-B7CDAD39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D8ED21-AE29-48CF-87B7-4101A6E9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D71F1D-AA88-49C1-9C11-0DC2A178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1AA277-CD88-4BA7-8907-D290D54D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2E6469-3A18-4AB9-811B-35EC8ADC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1C3EB8-7FAA-42F7-BA21-DAE7DA55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F58872-88C0-4F19-83DE-8481830E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DA999A-2EC2-4183-9206-06C782EF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8284A1-B07A-4940-9DFD-2D2B8496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9A9F2E-7A65-456E-B184-E1614F28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6B8C25-F8E4-4D33-A8FC-3571A81A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450A08-8ED4-420F-9D7A-A911FA00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D0F6EF-240B-4256-B433-8A2FE391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A107859-4416-424D-AF4B-A9E93E8B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177FE2-4637-45E0-9396-84CD6217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2EB518-D6C7-4CBD-BC53-67667940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9B67A5-1A3E-47FD-A480-516ED4B6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25A082-3B6B-46CE-A4E7-93F47C8B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6FBB0D-D746-40F9-96FE-E50BD589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F34B8B-4331-438A-87B1-BB810831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B98AAE-51BD-4FFB-8E0C-7C7A153D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2BA798-5CB4-4ECC-AC5A-4CAD32EA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D4E7BB7-3C68-4DBC-A38E-27DAE986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853D2E-440A-4358-A717-BAE4EBFF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A1DB66-98EF-49BE-A493-70933142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0F45268-7D7E-41FC-9EAD-3AA04743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8B75D24-A681-4669-9A14-10FAF90D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470B44-5A87-439D-9217-46FD7DA6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5CD3562-2211-46BD-AAB1-C13C78AA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79DA298-6421-4A61-AE47-379E09D4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71AC352-B6C0-4988-B48D-EB018AE3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2A36066-C020-4B6B-82BB-8C0A0004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A40BBE8-6AD7-4841-8D60-7A8670EF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E083FC3-698E-493F-B065-BDD13823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5A2714F-1B57-4ADD-95D4-AA9FC942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5FF1B8B-C80E-45E9-B9D8-8C6BAF76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11503C-67C3-4812-8209-49BD01DD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C2B61BD-E958-41C3-BA99-341BC875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C9F1A79-1426-4ED9-AD5F-13A0FCAF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E74BB29-CD2B-4FA9-BF51-A01F7FF4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3C1411F-93D9-4E32-9AEA-35E485BC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8B940E0-DB9B-4FC3-B504-343E07C6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9A7CE71-5DF1-4222-BAFB-E8B04A81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CC5909E-F444-409E-BF42-2B22051A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5915D22-5B46-4A06-96A6-40D7D03B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9441908-7F03-4C02-B251-BDB41C59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08BE39B-A116-4E63-8A1C-50401050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5BC7843-D216-4753-B5C1-D664E526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C4CFF0A-294A-4E5E-B63D-E159EFAA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C7452FD-D542-473E-9C41-5433498E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88FBE5E-C543-4ED2-9477-415E927E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35EE229-0596-4F39-9E10-021F2B19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305C700-01EA-4F5C-964C-E010EAD9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2D728BF-6BE7-4D68-BD1F-4BB22692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5F1A2C2-3553-4D56-BD69-33019918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7CE5939-BFB4-450F-8240-9CFDE681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B60B9CF-DAD6-451B-88CF-D0CF180E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2F0BC0D-EB1E-4EB7-8CCA-F1CD28B4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F14150C-90B3-478B-B67F-EAB0B7F1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3CDB04F-40FE-4376-A4AF-07BA6EAA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26CEA7C-80FD-4F1A-9139-21BEAD6C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58D697D-2B96-44B7-99E8-18284469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4B2AEBE-3FEB-480E-99A6-55D88DB0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5141D517-7208-4DA0-BDB9-A80E1E73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F3712B5-6D3D-4FC7-B10B-FF394053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758F173-1DCD-4074-B993-2472DF64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C08AB81-9F4A-4CBD-BDD3-0F38B14D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EE93ABA-7D5C-4FEF-AFCD-49CA7230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81BB755-AAF0-425B-8CCF-57CF8D8B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0D54221D-CCB6-41E7-A3E3-6D06F0B3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319C813-FD81-4FDF-80C4-3FE7723E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2AEEEEA-2146-4A7A-88CE-5379CC95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BF299F1-4C3C-4A8C-90D2-139EE480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E09F4AB-4ECB-41D9-8B68-C3414A58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929E728-CAAB-4A5F-BF87-B79B4FAD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9689617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51296F0-8F76-40B9-97DF-9E0B0CCC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8A022-20D4-469E-B0A4-3BAB8A2A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37B7F-9BD1-490D-BF1B-BC74219D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7C20E-228B-4845-B380-DD5255DB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25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8AB48-8EBD-4E09-96F5-1B99EF0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B29CB-FDC3-4B2F-8C21-7AA41681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3792E-ECF0-4DC7-91B1-CD04DC4B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0003F-019F-43B7-9550-E9F3DC11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176D7-361D-459A-B111-27B8195B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92206-BDF9-408B-A1F9-5642D22F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143D6-5B27-41B9-9425-6622D805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A465F-954A-4FD7-88E6-4B734057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F00ED-3D92-46C9-BA1F-29A4D35B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3F6E2-1053-4857-ABF2-FA91D2E0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3E453-D590-4917-A88A-F687B34E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13E61-021C-4352-B351-B7532D96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F2DCB-F2D6-436A-9477-BF976156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E0D866-D15E-4A39-8D73-F31A2E22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7C5D7-B389-449B-A4D9-1AFC325F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44F46-9F86-4128-9D46-DB216AF5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8FBB0-6901-40E3-AB2E-7A1D7FF2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F85C3C-2E6C-4FD7-B3A4-7EA1FFF5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06D54-B294-443F-B142-2492036A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9298B0-FE9B-4B5B-82B4-40C6AA84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02E715-E5C9-4366-842F-AB1810B9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2D0D71-C79C-4E54-A38C-B42B5949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FFF819-0A6E-40CB-97D7-5CEFCF8C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46706A-7942-4B28-BCC1-83627CFD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90F5E1-793B-4CD7-BFAE-327494A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3FCAD6-D247-49CB-A9BF-409073CE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06762F-CC68-4608-8C99-237264BE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FABE8D-63BC-4800-93D0-5F566681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A1BF7A-A3F7-43D4-A75A-470E714A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91C040-65CB-4A0A-9D80-894CCA7D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C4E8CAC9-2EB9-4D28-B12C-0BF62A1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B688D7-A1C2-48F2-9E96-1149BB81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2D04F6-67DA-4C5D-8989-4C1988FB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777931-4AAA-47B8-B81D-C7C88E2C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FF1CCE8-4D98-4AE3-A303-87968CC5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C98260-B6C8-4ED3-B04B-F9415EF2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8C389F-B836-4414-A7F7-9C0E8C91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EBF79E91-F438-42EF-B3F4-612CC36A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DBF49C-3CA0-4D5D-B869-8FAAC4C0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DB9BAE-4C71-4833-B964-25DF05F9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EEF65A-D0E1-4C24-A27A-E1F168D0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DFF9CF-42A2-4BF3-A143-B4BB3069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7E6D4F-D894-4AE0-B47B-1D6CD08A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C271F2-3EFD-4683-8C58-3E9D7079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D7AD85D2-B603-4333-BB32-79C0ED86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A57C08-DE38-4893-9247-BE9172DE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93703B-6DB7-4F13-B237-E3CB9B5B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F3988A5-824F-4C35-AACE-B80EB23F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B1C763-2EE9-46CB-BDDD-4AAFB4E7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A811DA-B92A-4974-A760-69731504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EE5288-F5FB-48C7-810E-428728D2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144259-01ED-4E67-A300-22EDE77A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984FFD-1EC3-4A1C-B5AF-1B67BF50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20C43A-8C12-4E40-939B-9B38488E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D46EFFD-C802-4B06-A543-F1650CC8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B22847-3E3A-4D8A-9AB1-4F4CF3F4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30100D6-E4D9-401B-B7CD-54DFCE3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7C903E-9FE2-473C-A4B2-430FBFF0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A837534-6ECF-4177-BE9C-7B5D38B0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701494D-5462-446C-B417-8400F872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404260-D4F2-4224-BAE3-6A42A093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B6FB862-0490-422F-9F73-59D9AA98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25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7AF874-43CE-4BA2-ACF6-E7EE0C85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A4AABA6-53A1-41E1-A3B7-FDF4AD64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15E8FD-CA96-4374-AE9B-84471058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92</a:t>
            </a:r>
          </a:p>
        </p:txBody>
      </p:sp>
    </p:spTree>
    <p:extLst>
      <p:ext uri="{BB962C8B-B14F-4D97-AF65-F5344CB8AC3E}">
        <p14:creationId xmlns:p14="http://schemas.microsoft.com/office/powerpoint/2010/main" val="1419427621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02790627-84D5-49FC-9441-5FCA0DD6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FEA6E-A91B-437F-A6B5-4184E818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14133-A272-4931-8B6D-31352D64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AC9B9-3FD5-4795-AE86-3EA902FA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E6541-1656-4716-9C66-A2A4725C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 febrero - 28 febrero · Dios creó los números enteros; todo lo demás es obra humana. — Leopold Kronecker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84A9C-FA74-4FC1-8A7E-D7A16A09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1967A-3806-47D6-9B91-9325F878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B120F-8391-4D3B-BB79-A678195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77B17-F3B4-4EB5-B604-C4781465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0B5C5-3263-4790-832C-958F7BA7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6349E-44AC-4AD7-AEB1-F706959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AEBDF-58BD-4281-92B7-19C5878D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8F5543-38A2-4242-BFF8-973C2BEE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49892-733C-49A6-A1E8-509E68E7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923BD-B4B6-4581-B88F-12932A70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1E76A-9718-438F-9642-8426ECCD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866E1-B3A2-4962-A9FE-153BD252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4655F-4300-430A-B5AE-8BB453AF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904575-4B51-4697-B65F-C0B2E8EB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4D511-221A-4DC6-890C-38441D1F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C8486-C0AE-4AF5-9699-7E55DB0F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27FDCD-C9B0-4818-B325-A64A5EA5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29C1E-8C2C-4738-9D94-383A25D8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303F8-B629-4328-BD0A-13C34CCC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9CD26F-018D-41A3-A5C1-8E10D434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E86530-1F12-4565-8620-3E4E0CA8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30604E-6EAC-497B-93B5-6189A1BC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22D39-0C12-4A18-9B66-4EFD7100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9B8405-5F32-46F8-8126-1171FFD2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5A72CC-20F1-42A1-84F2-698B6C1D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905909-62EB-4C6D-A200-34E62E4B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99DAA-FF63-438D-88F6-A6DE4193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B0403A-1DF1-45D8-B955-F47C4797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48C3C9-AF9E-4F92-BE12-C4A510A1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125B7A-44B7-44E4-AD84-375AD5ED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5C6B8A-79B0-4CBB-BF8B-03B8F526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51D30B-82F3-4E76-8228-9CA25450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3CC287-1864-4A61-991D-2F3A30DB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26DA1E-F4EB-40A3-8B5F-6095BC26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9C6D75-8462-4FE7-BEA1-AA25AA17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EABD2E-2181-42BF-BB5B-129A8200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428F4A-CCCD-40FD-986A-02C4FD84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1FD226-C7F8-4CBC-842E-33A5DEDF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C2A2E2-756F-44A7-BF1F-3EBA3598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83D43-D353-4B80-95F6-F80D2F8F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3F4A80-120B-4A84-BAAC-00969E0F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83327C-7A9E-46EB-947E-CD33BC6E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E542CB-0CA9-4960-B589-F2BB3FEB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CD8FCB-2F44-47CC-9EC2-0E871459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BB142B-C666-4C48-909B-91053BC8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E5B161-93D6-4938-A5D0-E1F8ADD3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C13B76-B422-4930-ACB6-535B5A73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6D1C80-3748-4B70-966A-32F7B36B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EB9520-23A8-4C1C-AD24-51000BDF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742FCC-BEE1-4DB9-BAC2-0F278E58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4E983EA-B052-49DD-B5BF-FAEADD3B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DABEF7-408D-44EF-B9F0-EA99448A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C09D8AC-7BCB-486D-B726-5B561281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1A9A62-D79C-417C-8FD4-743D8305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D1101F-0856-4535-9599-4A014B27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DF694C-87ED-4B17-BCEE-A10A2F79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1F2FB6-876A-4CCA-A50E-40731534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74D176B-40E3-40C2-9F7B-07DBB731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5D57752-F0CC-4D23-827A-56667508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1BA28B-8C63-4035-8221-9E9814C6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0C4EB6C-41E1-4107-9264-49089D37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574B05-3643-4F17-928E-11C8A3F9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58D6DA1-EEE8-45C9-95AB-EC9E60D5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C39149-B9FA-43C6-B255-625EE0DC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452021E-8455-4DEB-8F26-4E421D24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6FF7AF5-4C0F-49A2-A6C0-B9F2571E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CD2547-A251-4DE8-AF15-484673F1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CA3459C-6D06-44F8-8668-2B095328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FA61451-AC83-433E-B1C1-8E19BEB3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885A27-32F8-44E1-B562-33B62953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0E034D-A185-452D-84CD-81114A44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5838B2-1E7D-4C21-AC75-06F2F716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9008110-FAA2-4EFA-A39D-88BC7D45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A4A4215-4BB9-4B10-B61A-0628D54C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6389D18-906E-4CE4-9BFA-9DACFBB8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BF9BFD6-C78A-4C0D-8893-29A90067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702F895-020E-40CD-AACB-F3F9FDBF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1B2A7AB-B73F-41EB-8F69-F7E204AD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3988E01-2810-48CE-AFEC-BCD91309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E977D0A-57D1-489D-A155-4F963D11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C945264-297D-4483-89C0-EF67ED5A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DDBE866-8269-4A77-9EE7-9F5A3AAB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34050A9-E687-4C26-8E1D-72F287D4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83AD3D5-7BC1-4953-9FDD-B9773402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0F095EB-6DD9-4EFC-A2C8-12C1F9A1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DE55BDE-4519-45AE-8431-F05103D0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249ACC0-8113-47DB-AB77-3DFCCEC1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2420DCA-3D37-4EBE-8676-59C64B10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098E181-714D-45BB-87C4-2B7D4DC8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3715BC9-BF60-4176-963B-B5ABA24C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C59184D-397C-48C0-AC96-66F65C5E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D37ECFF-8D76-4A02-A012-3A71DAB3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5C597706-FB12-4FDC-BFB2-45AABC50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449AE70-2614-4800-966C-0F1D8C40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7D3DF58-6EFB-4B4F-8283-AC0A4574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DF1B01D-EFA0-41BB-92B6-B82EFA00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0ECBF89-01D6-48BF-AC9A-D728EDC4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CED5593-F80D-4BFA-AA03-4B608192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32F53A3D-61A6-4B4F-B58F-D2906E7D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FD17C28-8209-4ABB-A03B-9EC69B6F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3D48A58-D2D9-409A-93FF-4B3CCADF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B541F65-07CA-4A5E-8D27-91FF2117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F6A90E8-D9F4-41AF-AD33-9C9A191F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3A00BDF-1207-4B92-939A-37FA4C2F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9021597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6EDEF050-7AA8-40F4-8C27-7F9A649B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58DFF-8385-4FDE-9794-B04ABE83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658CD-E33B-4205-9553-A9044C8B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1DBF2-5E39-4F1B-AC7E-32944279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26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B5831-26C3-414E-AEDE-DB64F261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1E519-E336-415A-BB10-36C4C7C4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04BA2-C453-4EBD-A607-A4CB76A1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6EE8D-28C4-4106-AC02-223C02BC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4F356-4C4F-4165-9EC0-BF8DF621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1F5DA-7359-43C1-9142-2B790C36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2FFA8-710B-497C-8532-F8A706C5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BFE20-07ED-4392-8CAF-F72C4E8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4D789-1CA1-4209-A021-187D1A96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1725C-D432-439C-A6B2-BFC7AFC5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C6C3C-1C58-4E0F-835B-FA779F37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37295-FA8D-4BC0-987B-3BBC01EF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8EA27-09E1-46D9-9827-1EA0F0C9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4AE1C1-F57C-4D36-A5C4-4CA59307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E93D3-0293-49A5-80DB-1A80EA1C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7C5C98-0708-4FE7-A5C3-B0514D62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C36119-8013-4ED1-82AD-8658317A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77B14-5CF2-4FF2-A728-94CC5FB2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F15E1-73B0-4876-918F-83F79188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1098D-76AC-4E38-BB1A-6C701406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2F5970-8D00-4314-AA44-3B62EFD2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523C1A-B300-49FA-A2C3-56B43AB6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A144F3-D306-48CC-A149-F6A403ED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347AE9-F3A8-4523-BACB-10BAD164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3AAEF7-51B9-498D-B94C-569A68FD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C9EA9A-1923-4A0D-B512-480145F0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C840D2-D22F-4AA8-96FA-378FD983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8C1F39-16F1-4403-AAE3-C39788B1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70514C-F8B9-45CE-8CD7-0C954144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0371D5-F856-48DE-A5A5-DC4E6C76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2FCE9953-A57B-4F8D-8285-CA756FFB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F73C12-5949-4857-B310-D064DA37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D0CB26-FC21-41A5-938D-CCDFFB94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296074-25DE-4EFA-8714-6816AC4F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5AEB1D-F921-4CE2-9507-0F4ACDE8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06874E-3568-413F-8497-BD0B2A31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887607-6341-40C8-AACA-1EFB16BC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61BCE704-C160-4E32-96D5-6F6F4D79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CB418A-080E-4853-A2D0-D17E62DF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09AEC1-1644-419F-86FF-8A8D1A21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65E7CC-779A-4BE1-8AC7-E5635E32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937B05-54D7-47E0-BD9C-B7FBEAC1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8B1937-8DF5-4C50-9EB6-242CDE6E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4CFDBF-3D94-48A4-A0F7-6F8F135A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0198814B-F737-4258-BCF4-E0346AEC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DFCE7D-27F3-47FC-B4F1-6A203A03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7963A5-15B5-4AF1-A60A-8BE9E99D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2537C4-75CB-4358-A7D1-890345A9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81F958-FA7F-44E0-B2BF-01049B4F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476058-DF6E-4B87-BFD0-77E8F8B7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B5C5DF-F2EC-43CD-9859-0DD9A119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ECBD08-C1D0-423B-A400-38FE9E3D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F485ECB-3696-4333-83C8-2B55A59E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555137-87E8-4BEE-8E22-CDC7A645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16EA7D-9EE4-44A8-A3DD-A649F5A5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630BB43-E9C2-40A6-926F-7215B785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AA641E-0113-4515-95B8-448D0F3E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5E4825-48FA-42D0-A670-745D6DC6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DB908FC-2656-49F0-9989-C97BF851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DD0FC2-3638-4AB9-802A-2075D3B0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4640EA9-2F83-4E8F-B802-52EC6255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0D040A3-FD66-420F-9DAD-40D3C3E5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26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2CB9594-472B-4018-AA50-8DF04570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6D0C78-05AA-4F56-8397-3B3AE9B6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CD63378-C351-4379-89ED-D4630DB7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94</a:t>
            </a:r>
          </a:p>
        </p:txBody>
      </p:sp>
    </p:spTree>
    <p:extLst>
      <p:ext uri="{BB962C8B-B14F-4D97-AF65-F5344CB8AC3E}">
        <p14:creationId xmlns:p14="http://schemas.microsoft.com/office/powerpoint/2010/main" val="1409121251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C2112E3-5872-4F9F-84B5-37DFFA25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E7278-B75A-45E9-833C-11CAB9A3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D25E2-4035-489E-B83B-3FAB4556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39ADE-CC51-46A6-A437-D9C4E73E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13681-56F3-4FA5-B48D-48196D00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01 marzo - 07 marzo · No hay camino real para la geometría. — Euclides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F776C-C62D-4BDB-8863-16DCDE32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13AD3-CEF8-4396-9A84-1CD2CAE4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CA8DB-B7DC-4A1B-B553-5239A01F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DC273-F63B-48C7-98C6-D3653B8F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0F42D-C268-457C-A1C8-7F9ED75F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74B1F-C8EC-4FDA-B0D7-7DFD64E8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31AF6-EA85-4F04-9A5A-70B0D198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8C8D0-1F64-4830-9CDE-6C02A37A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202B6-E8FB-4432-A9D3-2006C258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1A5FE-B98A-44DF-BB94-8CF289A1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245A2-C403-4224-8052-3B4B6FB6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DCCF3-FA39-448C-9F32-68D87DA0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7B4AD-0FE1-4FDF-9BDC-8CFCC1F6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2CE1D-5572-439F-A66E-CA41F486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81550-813F-4B14-9243-3E9E23DA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79F42B-F46A-4BED-8099-7832C29F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48580-67CA-41AE-9340-90DD2199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FE7EE2-F30B-403D-AC7F-BCB4F04F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D900F3-A275-47DC-9EF8-4527C890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9634A3-A061-4710-BCA8-AC4A421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03B47F-A21F-4BD5-BE49-71FD43DF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068BFC-C8E0-41F1-A614-C4B1F9A0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663223-A052-40F1-8960-32A25339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A5AF85-C414-4A04-9667-6F32D02A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455FC2-B881-4C5F-9D33-BDEF8465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1E9D1B-7D93-4421-9188-678E7A00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E4F4AE-656C-4989-A9FF-D8AF3511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F90B88-7B5A-4DD4-A32C-6C00920D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1BC0E1-0B08-438A-82BC-E4E3F45A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AE5709-6E04-4DE3-9FF2-3F05D8E0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B691C0-ECE4-4027-AA02-EA1C079D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2256AA-C9E7-4490-9DC9-1B9F2404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26E175-6728-4C29-BB94-B41C8DC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A361E4-8869-496C-8FBA-FCFF7861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5DD9A3-E010-46D5-88A8-3ABD9E9B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E0D509-BD27-4024-AA58-DBF5C51E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0969E6-7E06-4E39-827E-6ABE9A4B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34C91C-286E-4C77-8FD0-37C61D75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DC02D6-7C92-418C-9604-FDD80928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888A2E-35C4-4208-B1B4-83E50C65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499EA3-3F44-4440-9C8A-05470783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7D047A-2E14-485C-A07D-37556DBB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670D22-3EC7-463E-8193-360E4703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5CCD5B-7ECB-456E-A884-336A064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CE4E68-F514-4B4A-8CDA-73384DCD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6FCD32-AA71-4380-AC7F-88C34893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3BDCC9-4B38-4E3B-8261-BD503661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31923E-378B-4832-9B80-44236BE9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F64836-78A4-46AD-964F-429FFE4F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96EDE45-4BBC-4482-80F6-5D20F8DB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C45356-FD24-4841-A857-4A6272AE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3FABC3-AB48-47FC-A05D-F0F3F009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0CC757-39E2-4634-9E19-0EEB57ED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E11248-C839-4C11-B7B9-BBB87D5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D424FD-418C-4625-8D69-87083FD7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78C93A2-1FE3-48C0-9706-1FC4E721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47CAA9-6841-437A-B625-D91927A1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60D8C38-5EB0-406F-B0A6-46F925A1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613C15A-7253-46FD-9CC8-5F11F9F3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F07A21E-5107-4613-B4D5-D15360A4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4D2CC39-121A-44F4-9AA9-37ADD9D1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B676E31-18FC-4CBC-BD04-D1F6983D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CF4130-C94D-4E2F-9279-21A4642E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FD34027-EE5C-4A19-A174-6FBC2F5F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8BF915C-F515-476D-86A7-4D5A4455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6DAE46E-4567-4FF8-96C8-263ACBDF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D2D302E-016D-4B87-A25E-84B9E6A6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1E5CC3B-C499-48FA-B626-8024F037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45D2CEC-0D3F-4540-B646-313BDEF2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DEE02CE-71ED-4A53-AE72-EFA49311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770B2E3-4497-425C-ABBD-FF0CAA4E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C4D4E7A-E9FE-4AB5-B0CC-F376FD7E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F1104BC-D755-435A-92FF-41BCE4D5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5FCC67F-9782-45BC-8F76-BBDF1053F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B1D269A-1A29-45A4-B624-8DAAF28B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A36EE04-FB79-4CC3-AA2F-0D2EEDA2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6EE7B6C-7863-46F2-8D48-261B80AA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7ECDFD6-ACE1-4F00-99F8-BA4D45DA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46AA72D-6928-4781-A3CF-B37127EF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5876388-26C5-412C-86A7-C397E3EB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86654FC-81F6-43AA-AEA6-C9E994C8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C5582E-44A4-4089-8B90-9F363479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F92A334-2D9A-4574-A68F-41E2BC12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477735A-4E32-479D-829A-30C9FCAB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B328D73-BACE-40A8-8742-94496A08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3C47CC1-FED5-4932-B3AF-8C0E9F28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6FF511B-C791-43F2-A76C-B05F1BBA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3EC8047-6410-4050-9C1E-C0DBE1C5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7C3C5A7-9FEA-4183-B0CA-EA12D30D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A83040B-0DD9-434F-AAEE-3B0B8FCF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BAE9B36-522B-45A2-9C2A-14914C71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FF1EF08-304F-4E31-808D-E373C19A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6B340C7D-64AC-4E63-B7D0-83C6791A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7DA0E8C-536C-4A5D-8F96-16F60240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254F325-0701-4419-BDB6-47158A0D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475C680-DDE4-42E9-94EE-F2E95871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F188EB3-108E-49F6-A471-5DCD63EA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0A4FCD7-0A87-49FA-863D-3E09C5F6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03AD9BA4-80D0-4325-9FFF-E5A2A1F1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78C33C0-E645-468C-A3B4-8FCBF11E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35D0F7E-81DB-45A0-8B9D-A478CA6A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332804E-2D59-48C7-B5C3-19CC75D7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A1ADF96-BC8F-43A7-9582-2A0C829C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BBD8CA6-ADF4-42AF-8AB5-446E72E6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9940542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77269D9-7A02-41A7-9900-ED0958D1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29140-658B-4D07-8B94-35699CC8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C120A-8FA0-4929-9B40-7E5BDD11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C4B25-283F-46A5-BD13-8A12D0A8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27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2FE65-BFFC-4541-B0F2-60822C6F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6B382-7634-4D43-B9DB-6D211399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98812-6FC3-4CCD-A86B-8E5A26D6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4FF46-0122-4907-A4B4-1517CAE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35493-F98A-42E9-BBFB-33A296D6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1BDDE-359B-4EDB-9AAA-BBE7BCC2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DAD4C-5458-4182-BBBD-EFACE6D7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37C8C-532D-4C4E-BBE4-F6A6C18A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C8A40-5F6D-4993-8900-7F558B92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306644-F18F-484F-AFD4-0E8EF355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C7519-CC67-441A-AD37-1F4293F4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3C018-15E9-49B1-8C51-6D91EB46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0AE823-0F25-4F78-B617-9C6EF82F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6AEA1-42A9-43C9-975E-DD6D26C2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87E6EC-4E8F-4277-A12D-33AA9CA2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540849-836D-4542-8B88-51E87749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44F6C0-DC8C-4BC1-ADE9-190AA5CE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D6EB20-4929-4B91-9AC7-89653325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D93CEB-F787-4AC0-A4C4-87D79531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B2E67D-074A-4CB3-986B-AED84E7F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9E1392-960C-4DF8-BD33-CADD6D58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3A66A7-1C28-4B32-83AA-4038B120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CEB95E-2D2F-4AB3-81F3-74B7B1E0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530D2F-F92A-45C4-9AFE-94A02811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934BDC-FCCB-46B1-B5B9-BD5F96DC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6A36DC-9D62-46E8-9E3C-22B63DED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246565-CDAF-4746-BD7E-A67FAF66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36932F-D4C8-48A2-9B1B-E27EF5BB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549E4B-F340-4FE4-BDE1-930DDEEB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800F33-F147-4C68-A616-30CC2E90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BEE84F5B-B6EA-4EB8-9506-228676BB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60994A-9291-4DF1-B885-FF298CB0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DA4521-C194-4D25-B367-C3B72C8F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5CD01B-61D7-4A4C-B2F3-BA5DDEA5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4DD77C-B91E-4AAC-A087-BA412097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1A23AC-9457-457D-8CED-F24DBECF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96F25A-28FD-4EDD-A06E-B8712BF1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2E245A24-B204-475C-8229-2BDF2F34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7157D5-8F79-47C9-8071-7D1AC982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707E3F-A2A5-4CB8-85A1-43600486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1A0B77-2F76-4653-A50F-F1ACE177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B0F654-1BE7-469E-A7C9-F70A61AE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4E899EE-203C-49B7-838C-1D9B4507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B3A97A-3F3B-4A4D-AFC0-2C62509F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C22A8C5A-1B0A-4486-A2B7-8FF252F4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46F6BF-A22A-4528-B85C-89084CB0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8BB5B2-FB01-4984-AF01-BE20BD2E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5FC6E6-9D1D-4272-8374-901BB0B6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3668FF-AF78-45A0-B378-77DAF4D3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DE2782-5B36-4401-B7E5-892E14A6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250028-AC44-4A8E-9CBF-0BCCCA5C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CFBE12-4C74-4370-8475-08A64E70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D26B20-44EF-41D0-8E90-9742D8E9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23036E-0064-4332-87AE-5009589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0763D00-A67B-4FB9-8AC7-CAE514BB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4C87BC-42F0-4691-97DF-239763B1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484EE4-A177-4D59-BA02-6C1C61E6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35F1DDB-F609-44BE-9820-16407726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163CA3-38ED-4E15-8C9D-26B1E833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CF62E0-CCDE-4945-ADF4-D05351E8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626A2F-718E-444A-BFF5-630B8D9F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E7AC874-40BB-4784-BB38-AE305B9A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27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1B2E201-1F05-4B17-926F-C0542BF9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1EF7FDB-0050-4115-8D81-F9A11155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CDB4935-2433-40CF-AE11-FE3D9DD7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1750901634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FAABFD1-3A11-43CA-A743-AEFF1AB0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9466C-A27B-4A81-8A63-BA29D5F9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50638-9776-4611-814C-D7EE85C8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58BB5-7FDF-414F-8CCC-4A12DEF9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51457-05D4-4EC4-BEA4-9223F89C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08 marzo - 14 marzo · Medir lo que es medible y hacer medible lo que no lo es.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D8EF5-5636-4564-89A7-C94E61E8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D1FD2-F961-4CDC-A823-09A8E72E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62F76-855C-4D3A-9059-76347E80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D3B40-6E07-41F6-85B6-49ECCFE6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51C3D-DCBA-42DD-858C-E65963A8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AA3EB-F388-4B04-900A-E946FEF5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1949D-9264-4E9A-8C4E-B289AF14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F8DFF-04D2-4027-8A45-F786CFEE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42959-DC19-464C-91C1-014AB17F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24731-7E17-4078-93DF-81C6ECA8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9F7B7-A359-4EAC-9F37-2355BE3F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51E76-AA2A-43AB-88FE-558CD71E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A1CEE-2FE3-4AD6-B20E-628FFC7F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BD0516-7236-4BE9-9526-36453A32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F7142-EBA8-4C27-9580-1731E629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A7834-E910-4E3E-9DB6-C2081ACF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C2721-6B28-4419-8A18-8FE06D74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FB0E5-CD79-45B3-8094-41B5EC12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FE14F-98AE-4A16-9BEF-E9BDCF14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CBD3C3-5885-448C-B8A3-C02C75FE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B9CFC6-9DE5-4C05-8884-135167E2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A2C01F-22B1-4A0D-A8F2-8A782966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CA9DF5-CBC0-4CC8-A20E-937F71E2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9B0E73-8512-4CFE-B550-56DF1314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E5986B-CF0C-4357-BDCF-56433221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E56065-AB67-49EC-B1A9-0AFC2B73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28CDA1-CE7D-41C6-887B-C00C2529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24EE64-8696-4A3B-9CCC-169DFEBF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73C97C-FAF7-4E53-88C7-01680A08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3BEFEF-D755-40E9-B0C9-FA74B8DC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69F987-F494-4C4E-B837-C5B44E69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1EAEF5-1922-447C-A436-41329A73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C59CA7-09B2-481A-91C0-8E15F5B3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AF9A05-8102-4604-9576-B7AAA25B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87765E-D884-4371-9F73-42EE06DF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29286D-DCCD-41E7-9C76-17ED9893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0E0B3D-17B1-45BE-8DAA-36C28687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09035C-47F5-4134-8361-6C9C487B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9E1C0F-83E6-4B4D-9341-579D8349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EA5641-0167-4B64-9A86-51CABC80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0E054B-206C-4FB0-9F5F-BF019A74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458620-D015-4547-AA95-6DDEAA64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DBD546-A8B6-4DD0-949F-3D30EBA1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133277-F943-4794-B93A-29734619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5788C0-283C-4E55-A684-DD6E5D38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C97F69-608F-47FE-BF51-A00B96AD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C74D2B-3CE5-4587-A848-8127320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E3C392-1DBD-4563-A30F-A3567CE2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231EFC-28CD-456A-943F-D138CB42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5BBEA8-63B6-4744-8EFD-C2F84CD8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6C445B-0641-482F-BBAE-240229AB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FD895E-C3CE-4607-8758-88ABA327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4E52DA-2EED-48E9-855A-AB886DAD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8875E1-8976-4F5B-B913-528633D9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359C82D-BD9E-41A2-BCCB-347D06FB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AC388AF-AF95-478B-A702-E8094D44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6F10F2-A006-4674-81CC-B2F3860D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DCB5C58-502D-490C-8FDC-A9767405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C7A9FD-4662-4F4B-9C14-50D6ED78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0D85907-0C46-411D-8598-54A5434C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BE9A9E4-57C6-47E1-8AE2-14293043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F957260-27E2-4EBF-9467-7606F7B8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0D8C5BB-48C8-4E6F-99D8-22DD0C5E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E413642-1E59-46CA-91A8-8AC25345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31AB320-FAD4-4626-B2B8-0E5C85B2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E8C4BA-07A7-4FF5-B817-4E7067EE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653A1C-89E3-4C96-874D-B47BA10F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F3F23BC-22BE-4EE0-A4E3-ADD67747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712F163-0722-4FCF-AE2C-4F29B7E9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E2207E1-21CB-435B-8931-C146D550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20C862F-F687-4129-99CD-0F18E2D9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0175C47-4388-46B1-BF01-A02FDD1B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73AE1D2-D09C-4B2F-9764-3EE8EF04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B2A9D4C-CC5F-41BE-BCED-9C5282B5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FACA34A-A7C2-4BED-BA01-8333093E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BA463A1-093A-4F4B-B6C3-1ED818F8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F5CB0B6-35A3-4149-B33B-A2357275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EAD228A-D36A-42CF-AE84-C1109A5C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F6F1536-59D9-45FA-85E2-8000E1A5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C08767D-8FC1-4325-B755-67443700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AFAD0DB-0E2F-429E-9E38-BB3FA000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2F3111D-4E12-4DF9-B250-CB173E7D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D0A0764-9DEA-44E3-B2A7-05105D16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16D9ADC-4C05-47D6-8559-A4A85B9B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315C65C-04CE-41E9-A522-1015CC8F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3C66512-4D13-41E8-8F6C-41B16869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7729D10-4968-41CF-8873-DCC62C77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91E9D03-C0E5-4427-951E-50FE5150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DD8C868-7127-429A-A513-33F49DEA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E0563A3-9406-4795-B5E0-A209446B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B083E48-1B0A-47E4-BD90-07A56F16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8FA50C3-B6D7-432F-A63F-8D3FB0D4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7201AD31-A3D8-4719-B159-697F6DF0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BEA77C5-7BAD-4B73-BFE5-B6FFABE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33135E9-45F0-4FF2-87A3-7139EB41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C6412C1-2942-4EE7-A225-F3E5AD89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398E643-285F-4482-9A6A-3B4849BD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4553037-16BB-44DD-A972-3743338A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C39E2141-A83E-4E10-851E-FFD7FE8E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30CB628-0218-4B87-A259-F5B6F7CF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19D31EF-7042-44F1-97B6-3C1A7823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B2F3F51-5F4B-4596-AEE5-50D3B189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03CB8FD-C0A7-4310-A696-4CE1D0AB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51D1C0C-192C-4D7E-B0DA-E84FF242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1822039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E66DB72-7023-4433-A3BB-D69225E8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5C777-F87D-4428-97CD-36D0BF0B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773E6-295E-4163-ACEA-96C6BACB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38605-7B55-4484-B2E0-570503D4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28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0B3CB-C15C-4883-9E74-8A6A1991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0997A-1440-4C14-8D08-1E772039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D6273-436C-447B-B4A2-111DBCC9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CB65E-B136-4B18-8B24-DADEAE4F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DBFBB-354B-43D2-9420-9E266E4A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68521-EAC6-4347-91F5-43269449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7F09D-4AE6-47BE-94AE-9CFFEA65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8AEC6-0391-4D43-8478-39F0AF9D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6FC43-1783-4801-BBBC-0CB36E33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D85F2-BD0A-47DB-80D5-6C65D6C6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1109D-5C90-4F08-8376-09A27DF0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E17FB-2E89-4D33-871B-5E555FC3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108CE-6F6A-4C86-8BE7-6F4E1803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E2EB0-B99F-4193-9266-84460840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91F10-4999-4C83-81A8-1E78A85E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F435C-E2A7-4BE6-9130-5E857BF4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E836A-EE87-44E7-98C5-439ECD96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3073FC-14D9-400E-B770-CC411963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A9DD3-76D0-4938-A6AF-A20D8C30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EE8849-F795-4860-8FDE-75CD2BAE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0D5329-F33F-4B64-86E5-B66BD9E2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BE8DEF-77AA-4E77-9E6D-B87D9F70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F6D2BD-D15A-4723-86C7-D7D1C1DD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29B315-DB63-4066-9910-8CDA6CD6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679166-FC49-4F53-90F3-6B1E4A34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E062B8-93EB-4260-901F-26568D85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B7E9C4-5F01-4516-8817-E8DE2D09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CBD764-4FB7-4762-8858-D700AF67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A8C458-9B32-43BC-94F7-0A9B5142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15B8EA-CBD1-41F3-98AB-793D4C0A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E48B6DBC-AA2E-4C81-A5EF-3B233F6D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B2CE87-D422-4527-806F-CC1A83D6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8D77CF-CB41-48AB-823C-52734032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ADC1A3-6342-4EF9-8495-ECEA9D38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B59E63-5346-45C0-BC8E-8F589D85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9C59DA-023D-4D55-B9E8-44E53473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340D16-F166-4E4A-B5E9-DD52A4C0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D4BF1F6E-3982-4EF0-8326-DB397506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961531-B0EB-47BB-8A04-FD93A2B8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95C8AD-0470-4682-9659-FD47D7FB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F45FFB-DFBE-4CFB-9A6F-0CDCB61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A3B3E4-A523-4571-99A6-2A199703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A6D95D-E5C3-41EC-9E23-145046A9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46F4B1-F68E-4514-B845-77272CB9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01923FCD-40E4-4A60-B5A5-FF8ACD69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461CBA-CD24-4773-B4B4-C72423C3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3B5D40E-9C56-486B-97C8-C8C17B23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D66A15-83CE-49DF-BDA2-3A2C1202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A021A5-7DD6-4E21-A532-D14A52E5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51185A-95FB-48EF-9A75-F2F74F45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4955F6-8C3B-4C00-BDF8-56BFC589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B2F91F4-0870-4556-BDD4-2E6696F7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9D685C-7A75-4153-9DC5-53EF0A9E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C2FE3E-EAB8-4027-9D27-3040E9A3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FEC9B0-1E46-40DC-AED4-A6FF678B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9D1DE5-9FCE-4882-85B7-D367745F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82F994-687B-4DB9-991F-0CAE6C8A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8F1E9CB-99EC-4D14-856E-1538CF0A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64F441D-B3A2-4EC2-8789-32977028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9513657-C914-491D-9495-7DEF9D14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F013F4-BEBF-4C56-8879-E8ECAD8C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41F983-6D95-4E8C-B90A-08FCC33B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28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70E4480-0B26-4861-A358-671069BE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0A885A7-A827-4E3C-9685-3F064271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6A5A72F-63DE-4736-B3E8-BEC7D4BA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1883684161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53208ADD-AB90-40A6-9A63-99D8487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110B5-E6CC-40BC-9232-765522DF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27BFF-8720-41BB-990A-DA2AA91D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99673-9A05-4327-8D88-2CE78AEA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1C509-EA30-48B0-ACE3-98A0E162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15 marzo - 21 marzo · La imaginación es más importante que el conocimiento. — Albert Einstein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EA3E0-8D02-4207-B1BA-1E2E1B99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936D9-1D84-4B0C-B69B-B5946BC8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EF9EF-B1EB-4478-A882-ABF78B10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53762-5D4B-41D8-87C9-C437063F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62AF6-3D74-4CF6-92A8-8327FF7D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C184C-7436-4208-945A-3DDCD44F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FC1A4-1F6A-4DA2-A6C7-1EC32C12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2DFFF-C85F-4B8E-AC0D-048E9F67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2A1B9-EDE2-4A22-B512-051D6DBC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67E17-978C-4557-ACC7-2C52EB27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89C40-045D-4E01-969B-2790362C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E05D6-A7C4-409E-A8A1-794C4519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F4E424-413C-4D6D-A3A6-0DF20463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93702-FB5D-4C6B-9589-3CC892CA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4D363B-1119-48B7-88B0-C77C876B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A7264-BD11-4CCC-8764-553682F0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0A4B7-7D3F-4F5D-BE92-F2D249CC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3DE872-324A-4316-88AD-772C2307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7CC3B2-59F1-441E-9FFB-A0878F68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D98E38-F127-402F-999B-ACD1F287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B788BE-2DFA-4504-85F2-6F3BB5DB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D88370-5777-42AF-A578-1C818843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80C2B3-38DA-44FE-BCBF-BA7014CC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4A6B9B-E7E1-4B12-A902-82EAB846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DE943B-A2A3-409E-82B7-E7BF7E0C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7536BC-71A4-4BF8-BF66-D9EB5298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8C751A-3D1A-4C0B-BFC1-DAE08DD4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C60F44-CFA6-4EDD-9DB5-B6DE5B84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5C981A-3EB1-4B24-ADED-09B535F3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B1FDB7-48AC-46DC-A8CB-AE1FC8FF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79A238-C9ED-4BCB-B2B4-3C87CBA0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E3A66B-21AA-45B8-BFF9-F1E73F7A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C6B644-BB0F-46AF-939B-F019EF36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AF3938-0E3F-48B4-8990-C7366C6A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EF9117-682F-49B2-B0AE-1FEB00AF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01AB39-F0B2-4B5F-AE1B-BB11EBEA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5F152B-7F8D-4E45-A013-88424ECA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664F87-037A-4955-ADC6-26F9BE00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7C556A-DF4F-4325-B3FE-9D9C0441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1DF5D2-ACCA-4149-8C00-8423A6C5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1B44DB-39AF-475C-924F-6FAC97CF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130AD8-3E22-4BE8-B018-CB7BB3DB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ECC057-9FA2-4B6E-B75D-3FD5E8E2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20A804-8A01-42A7-A41D-8F63B8A3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6D681F-7D78-4B49-BB86-DD841E14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85F920-4E6B-47DF-8876-DF317521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0A21EA-72D4-4F0B-B82C-21320298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ADC5D3-F5EA-43D5-BF18-CB3C6896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211120-570A-45F9-AF72-E4EFB8A9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D4E913-9E53-4245-AAA0-0B27F45C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B90FDC-3541-4F1A-8C90-A44DE0F2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76349B-2777-4A4D-AAE9-A03900F3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3B3CC1-9F2C-4647-8299-81840656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911BFA-7DFC-46BF-86AA-59446BAD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19A0AB0-5CC2-4A10-B953-BC06B015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416E5DB-A669-4CC2-AC68-45255EE1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3C56D85-FB43-4C91-917D-258385B3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0D4860-A98A-4653-BCC5-3B0B858B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B398EA8-14B6-421D-B6B3-864C2259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EF69B2E-BEC1-4771-9486-889E9FFF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1BA95B7-6DE2-49EE-8D92-E841D298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102BB9-2AA3-43C3-AB5B-778587CF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626493B-EB7D-4550-8897-B265ABE5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36D5413-1658-4C72-9835-3E0E05BE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C8FE32E-74B0-4343-B43F-B438E2F6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B203F95-0750-47CF-962C-1DF5551A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75ACA53-7F36-4CD5-BEAF-11DAC47D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436786-2AA3-48D1-97D9-7F71B521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F6AA7AD-1477-4F29-AA40-37D7005B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BE6C886-D0AA-40EF-94E9-E3AB2C7D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DB92685-0ADC-443C-BD34-62AF65FA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B17AFA9-C8DD-470C-8852-F1799A9F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972F1D1-2906-44C9-B3A0-A89F6DBE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49A177F-A238-41A3-9312-EDA8FB71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2FEA2F9-0661-4166-886B-B922112B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22A2E84-C19B-436F-9487-9887150F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A743C94-150A-4216-9C94-DBE6D901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E84016E-FD3D-4964-A70F-2ACC4499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7B1A622-A16E-4636-9B39-132C8EC2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D1303C1-4A6C-46B7-864B-D99E0B9C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122401A-BB82-4090-812A-F2CFF41F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D4025AD-33B9-4C41-9656-6849F96F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02E3843-8D93-406F-808D-2D802DD8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84D5E0B-D769-4069-A125-38476ADB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5D7ABBC-8A49-487F-948F-7BB9358B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0DB840C-DD8D-4346-A35D-0DB19A6D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94FFE29-4788-4BA3-838A-E9BE9F63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D534E28-62F0-477D-9960-27E6458F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9838066-5501-4F45-A8A7-BC860F87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5E93E75-0AC4-4083-A9F5-D926461A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E9BC3DA-3D0D-4226-9BB8-3924E799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51755D5-6168-4DAB-8D18-BD265869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5CA22F57-A7A2-4EDE-A8DD-7FDA06DA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C9C0ECD-FCD7-4C67-B079-9667730D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1151BC6-7F50-443A-BCA8-54B0FBD7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AD8AF5E-3FCB-4CDF-A585-4DBD338A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FB6C125-6C46-4AC8-B57E-008BB152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EA2A9C9-C549-4108-9969-998A81D4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E481D765-D939-4748-B202-801E5C19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9770DBE-FDE2-418E-B92F-BDB960E4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1BB4E90-9010-41EF-AD7C-948ED8DF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72C0520-C5AD-4E6E-A45A-985C63A8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0A5CC33-404D-4602-94D7-639AC9D7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8D9DAB6-BFCC-43AF-813E-C4F3389E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9568663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7D77DEA-2099-4699-9A96-7C4DD6B2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95B97-4783-4B6C-8CDA-7FBB594D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1E7F5-7127-41DC-9CE8-44C60EAA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8F1E2-33C7-4CB2-AAAC-8643158B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29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BAE42-018D-4D1E-97E7-1CF6E098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43D45-0040-44CE-9689-CC511EF2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76D5B-40D6-4FDC-8522-66113ACE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ADD06-41E4-47AC-B890-5B3FBA76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52DA6-9F58-42E4-8B13-057A8B53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6D152-3B32-44FE-884B-50D7D19E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D9FCB-D934-45EA-9CB6-091393D2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CE4BD-1C93-4FC9-90C1-CFE3F2A6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C27F6-4DE2-4281-9FB2-C7EB43C5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C710C-BDE1-4EA4-9618-25C4FD89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BFC96-DABE-4285-8F4D-8651B661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6D7539-D3E5-47B2-A484-FBA70261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B749C8-32E3-46FA-99FC-3D06C452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867F8-3F82-4940-878B-FFE01D8E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C44CF8-4758-4509-9946-37C8D9C8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D9845D-C544-4987-98D6-013AEA3E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CE7E6-2D1C-4DE8-8C40-0DE74310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447B4-771A-4D78-9BF5-0041D450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61AB15-62F8-41C2-8231-89DD3F0A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B359F2-39B3-4936-88DD-C81775B5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3B84DE-CCBE-46B5-8BA6-D9AC168C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AD11AD-E496-4C13-847B-71617B22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773BF9-2A80-4069-95E8-C425C096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C861A7-A163-4672-9FF1-C19BFE44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5750A1-728D-4375-98EB-B43572D1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C2DABD-84B8-4147-91DE-6B751324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9509AB-3CBC-4D48-A7F8-3B3A29AE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B78288-4139-4951-9F7A-4B7EABA2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E93533-CFBE-48D4-9218-850F7C0B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0E7188-BA01-44A3-8CEE-2BF686C9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F12D7288-8FD0-4CE5-8679-632F0152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99EB6C-B331-43AF-BED5-569321BF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D20592-FAF6-419C-ACA2-3B00F7FF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24DEF5-CF65-40B9-BF97-3563CCE3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812F59-C8FE-41A5-999F-D1DBED60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3E4801-9507-4D89-A0CC-3FB99473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DC81E8-AAC0-48B5-905D-2843B884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9AE64463-9E03-45F4-A044-A9B86296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3FE281-9796-4DB0-85BF-49AB8DE8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9CBBE7-FDB3-4B17-9642-B6D5865C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4D0118-A4B0-43EF-9919-D03C6797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AD829A-0E46-4AC1-8798-89BCFDE4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9A0204-8959-41DD-87A6-D1D07E5E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CB177B-88B2-4061-AB07-AD57BB19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699B1263-53B2-40C3-AAF5-5459A191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B4E018-D6C5-4062-B629-DD91E0A7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EE204B-D3EB-4EBA-A0AD-D949F0F6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91EF4E-C5E0-42E5-B57C-3AF1986D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43462F-857D-45B4-9A8C-4D4FB9DA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2E6B49-21C8-4CD8-9A3C-47F8CC4C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D954CB-7D86-478E-9CE7-056A9F4B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1E1414-6A5C-4DC8-9A7C-960C08AF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7B26D5-21D6-4B18-A9BD-D2C9608D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0C179D-403A-4C29-9CF6-F0BDA2B9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B0A26D6-836C-4E5E-BDA3-C5327A34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FE3AB3-5E36-4FE0-B4E1-BFD29427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9C3319-77FB-40D9-BA89-BF861FCF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A9FE27-957F-4C18-BF4D-E5A2F279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2FF391A-49BD-498F-91DD-F4B2CF04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12CD7B3-67CE-474C-9918-78798DEB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A8AD3EF-ED88-45F2-87BF-C4E5F08C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F0E3BE-6535-4EBF-90B7-EBC3C21C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29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EEEB12-339A-4881-8C92-5A1FC29A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F00473-4A4D-41BE-BCC9-109BF297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C407DAF-3AB4-4D8C-B42B-94995C7D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507044438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813D6C4-805A-4313-A180-FF9426AE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CD59D-1BF7-4B86-BD0E-8C363CE5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F6923-0B0D-4F58-9274-747FFBE8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53A7B-F21B-41E1-891F-7761A045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ACB8F-7EA1-4C64-91A6-31B7B8F8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22 marzo - 28 marzo · Las matemáticas son el alfabeto con que Dios escribió el universo.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CBE5C-C382-4010-ACFA-610490D8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E51A1-E1DC-4CD4-88B1-F3B218C9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A0385-536E-4083-BEDE-346A8729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3174D-83D8-4673-A608-365D2B94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3AC31-9F36-4C23-A3E1-CD945F4E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82431-EC9D-444D-B693-D2489563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C193B-3A6A-486A-B72A-C30C147D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19AFF-2614-4588-9202-599459C1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9B797-97A0-4C31-A702-C2AE677C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C87E2-3418-44C1-8850-4350E545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6DAD7C-4BBB-4DC3-B920-B979F507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C71BB-E35B-43EE-A914-B4149EA2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7D9D7-2895-4A2D-AE35-5C3997BA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C8DA39-1DE2-4FC8-AF9A-FE92584B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59DCD0-BF81-45EF-81EF-E700F2B7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0AAF0-EED6-4072-80C4-E3E9A0B4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107BD2-D843-41B0-BF51-E6C92C57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93DB13-6B59-479A-B2D0-4C37A375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BCA570-ADE3-4EA8-894C-C52C40DE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A5D2DF-F3E9-41AB-AE60-B4E4E1C2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A0F9A3-62B1-47BE-8542-535698DD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7BB7E4-22D3-407C-90DC-B64D3342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D10024-087E-4980-99D9-BB5D4C18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94ACB8-B50B-4338-92B1-52AFE4C0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928047-4B30-4571-A3EB-E4B22C83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5C802F-49FB-4E06-ACE0-134ACC6F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97EFF7-0A49-4B2A-B4A6-5D82C436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4E7684-1D47-4315-80E6-A8687CF9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1EAF1E-CD65-417A-BDD3-6EA2A42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22E5BE-7C36-4292-99BE-D629DCE8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BD2127-BB7C-4910-8E22-7621C55D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095229-BC66-40EF-B280-E002C58B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5E17BF-8CCF-4F8B-B6E7-3098C728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B9EF2D-0443-4737-AB6B-3A1B3647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A66957-9616-437B-A3D2-95F22F15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ECACC8-2B6B-4F67-8379-50BBA860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969401-730B-4BE6-AFC7-1B50DCDE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75C73B-EA38-429A-A885-592982E9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A36F70-9333-4242-ADCC-7F15E748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F8BA4F-401A-453D-9891-ADFB66D8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80A081-FD95-44A5-8009-BEBC2AA1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59ADD2-76F3-4C74-AC04-C8E2EADF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67B8BA-74A8-4DBB-8FD9-F0A1FCE2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C56395-2A5E-451B-A7D1-F3074719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BD059D-49AA-4496-B8F9-DACD2141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CFC565-A30C-438D-B1B1-0AF8EEA0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75ED66-4276-4A35-99FE-73B6B09E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B179EF-047C-45A8-A10C-85E70BB8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DA3571-B4BF-410C-8941-2245AEB6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509561-4FD9-4BE7-A6B5-FBEF8C86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68A85D-13FD-410C-86B2-561AA2FE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C649D8-FFB2-4C4F-B154-EBCBE0FD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BDEA30-6BC5-4711-9B6E-1B6A1668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380772-13D4-4F9A-AB9D-4AAA0235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4C38FA-B999-481F-80E4-0BCDBA30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B4FE91-BC41-489F-A644-20B45928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5DF600-B805-4398-9F68-3542CB2C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6DAAA0-73DD-4D0F-A2CB-308AC789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08E961-E656-456C-B636-309DD2E1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7F238C-F426-4232-8B34-452F89ED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E37E45-1142-429B-82A9-9E5DB2FA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926FF4F-FBE9-4EE6-9E72-FE6BE475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0E7713F-3B9F-426F-9523-A0E160EA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7280696-9957-4EAE-A892-13BEE09A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70A13F1-CA95-4A7A-A52A-268A1616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60022DB-A095-4EDB-A799-1C5DB6EE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E458EC2-A092-487E-BEAD-A29D5098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5EAFE9F-4CE3-45ED-948D-9CABB95E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BD9E77E-0678-4C95-91E4-457D6DBE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1532A08-3091-48E7-AF16-775A9512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863FC2A-57CC-486B-9CB5-CF9B5A24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9E08C99-C2FA-47DD-9F75-120BB30D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306D93D-5463-4EC0-9CD6-F13EC3E1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079B2F7-A4C5-4A7A-8B49-E3D52FBD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D9A140C-32D5-4CF0-8737-677AED19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8822CA3-B1AE-48FC-B87A-A9B9AE6D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F058A30-BED1-4760-9903-F1A11260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638B92B-1952-4723-B00D-9A11D737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2D18F6-244A-4ACC-81CB-9ED9C48D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E47AA3E-550E-4552-A24F-82A02C59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6749397-1A00-4999-962C-87D37665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7EAA114-51C0-42BE-821A-DBD6AD82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BFBE264-721E-449F-8EEE-34422A0E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FC45E59-228D-4763-B13E-A5DFC73E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5CE9397-9C3C-4D5B-B03E-2DCCF1D2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06B4312-7282-46B6-AEC6-8937147C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48E752C-C619-4C91-8813-468E2542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AAD15E1-DDF5-423A-8175-8442013E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43637C3-9080-414D-939E-FA1A69F1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3CC9AE4-5048-4DA8-9F65-CE6C6BAD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92214BD-192C-44B8-B042-0F955F20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C13FD5E-44E1-4326-9A64-F0FAE7DB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CFAD8811-6427-458B-B9E8-7C8E6CAB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F78C2F0-7B96-4931-9502-990F03F8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1763327-9940-4FC0-82B6-E2BCD153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9F02773-3CBA-4729-BB41-45D605D0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E96631A-8E97-46E5-B645-85948DC2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DF266EE-415B-4C0B-8D13-56AE496B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CF2C27DF-4D00-441F-82BC-B3AB8204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06D5E77-D675-49F7-B3AC-E07C9FD9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0181E64-84B7-4D7A-A852-CEEC8785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4EB538D-E15E-441C-BE8E-2CDE1F4F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F96E5B1-28C6-4744-91E5-52D38421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7B3FEF3-B1E9-47F0-9DD6-67E11684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3993285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A5AB185-CF8E-4523-AED7-AEA5660D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CC0AE-9F89-4D23-A2D1-585AABEB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463E4-8318-40BE-AD69-2E8DE0BB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1CF79-ACF8-477D-832C-D8FC835E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30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5F290-2CE8-4A78-AFEA-4EEE31BD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51D0C-1200-4469-A8A5-7BCA54AB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55072-D3F4-46E6-BF14-DE6F988B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A8D50-49C2-4028-B577-7113AB01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A0639-BF09-41B9-B0E2-6B1566C6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8251B-3943-434B-940C-94258FB3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DACC3-4FE7-4313-9AE1-E88E0389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89543-A62D-4980-9580-DCD4A97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2B08C-D23F-4062-BA81-BD86BF0F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FBFBC-111F-4BC6-8735-D113262C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22F1A-453E-43C8-B691-F063C91A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D1FEE-09AE-41C5-9EDA-8F02724D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898BF-9C46-484E-9314-7ED1C918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60AAE-1D9D-456D-84D4-450AF710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19845-0A35-4202-A400-9DC69301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388551-C6E6-459A-B3B5-F36C25AF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DCCCA-F303-46CE-8F74-D40CFD5E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1A186-1006-4397-BD40-465E0A11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A5E475-7FF3-4B89-BADB-8C291A5D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6CA02-6624-4DE6-9DF5-4EDC7678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A7EF21-C311-403A-B080-773F6E2B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8BC7C1-3E9A-4C55-8830-DA65CD23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8B1FDB-2625-4A81-9B7D-CEC478EF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FF3892-A2D6-4953-BEA8-F9A32E21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C40413-397D-4A34-8096-90413CAA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8F2BF5-0D29-4B2D-9BAE-670F6A6C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46B625-AC2A-4507-A1D6-81C141C5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0E44DE-9339-4908-9CB9-F4385366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8F6940-E052-4B89-9223-C77CE8C3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3A14A5-370E-4366-A08D-BE225106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6227BE7F-F344-437B-BABF-8D08BFA0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098158-A8BA-4A52-A12D-D055BDA3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D10116-9552-4FF0-B105-91DD8A00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216752-65BB-48DB-AD75-12FB0C6F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A0682B-A2C2-4CB2-8B0F-0D16B83F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30B9A8-84C6-4DCC-9B62-6AC397A0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70DB1D-F0FB-45E1-84BC-00662050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5C0F13A5-D6D4-4695-ACFF-E52FB265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904F16-9092-4304-85EE-4D35FF8B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A730D0-8EC0-4195-9F1F-E7B19217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9A4D34-B5A5-4D76-9AFC-062BE458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041642-DEBD-4A16-B0DA-74A15009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B330FD-8134-4CFD-B7E2-9FDDC860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582FA4C-B251-4285-A5C2-F8C843D1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A7510738-CAE8-4BEE-B396-952263F6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247CD2-BD5C-40D0-942E-63BD5339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8A2850-BAA2-43DA-80A8-85BA7899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E34F8E-2DFD-4103-BDB1-69D23DF4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B04E87-6414-46E4-9E7F-A4DD0483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6247C0-8A05-4616-8CC9-61CE7850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43F644-95DE-40E9-B8FC-393504EF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0627E9-AD6D-410E-B779-125097BA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B25D73-F55E-48FC-9206-D4991104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73E578-BDD3-4EF0-96A1-41120BEC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B5AE72-E5E2-48BA-8F52-10485BFB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A9B9E0-091C-4F7C-9383-0D4A4648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3251209-EC27-4C79-9D62-CE78B30C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BED9E2-16F6-4DA8-AE91-3CC2FA96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4FB6B8D-AAFF-459A-9E23-C7BB681E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BA3234-5EFD-4D40-A427-5A449E16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17C285-4A03-4766-83E0-94FEC820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AE5C45B-E686-46F0-92F6-E57CB36E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30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18FE08-7824-4237-8F14-9B1C2F83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253AE71-490E-4775-9CCB-0D8187CF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A39B3BE-5655-4A79-A816-13F38D0C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13336013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0C8E6D8-2BCE-4830-8BD6-49E10B35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80EF2-E702-4336-801A-8B46B2A4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A19D4-E0B6-4C05-AA5C-5B33EE38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100D4-D958-440C-B0FD-349C8DEE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143B3-C00C-45D3-A746-FE4208C8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29 marzo - 04 abril · La claridad es el principio de toda enseñanza.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7F94D-C5BC-4DE6-B0E8-2E40FF6A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D3C8D-2D71-4E4B-AA36-58B49A29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3A1CDE-8934-46C9-9CEF-17E76BC2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6ADC0-D11F-4243-87B8-F1783179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88249-55EF-445E-92C8-ED9CBD5D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33F56-2E3F-45C3-B008-00806C7E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F71E5-65D9-4E5E-9641-65532C75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0DC39-1D6A-40A7-A5A6-3C3F8BB3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24A61-E008-41CE-9CCB-27B3220E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ED7C8-23E5-466B-8421-01255BFA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51CF16-D7C2-464D-A1CE-766FB3F1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FB33D-31D8-48B6-A828-A74D1EBE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C0990-71B9-44B1-A084-1BBADA7E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58B60-8690-4468-8DCD-8CDA66B4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9CD9A-2908-424D-9F76-3ABF3C64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15817-8BE5-4FC7-A655-8F6DBB06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EBA51A-F0FB-4E77-8125-A07927E2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A90784-BCA7-4887-8424-E2D98654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45ECF-6FC9-4831-9F6F-5481D672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A92F86-8057-4232-92FE-205CCF8E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6A1BB8-5E7C-4B81-A061-2F69ACF1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4D7763-CCD0-4F5A-B730-62813EC6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44C9CC-498A-4868-98B5-A8049FEE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00D13B-FDD8-4936-99A5-F1C14F51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A64848-2B4D-4D09-AD77-3BD29E1B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67F078-1EBC-4E44-940D-075CCAA4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640DF9-CAC0-4BEA-8D88-14741222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37B165-7C92-4C15-8953-296C6CCB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ECDB5B-F2E2-454E-AF10-B8570A76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CD201D-6E9B-4EDC-98B4-B95628D9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5B9EC3-CB01-40DF-AEE5-3183CDD2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16F96D-17A6-42DA-8DFC-9923BAA5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B1CFAB-E8C0-4673-9A26-0626353C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5D9F6B-5BEB-4678-895C-2DC35B88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569117-9C15-402F-A15C-A1AA8435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502F06-2472-4A70-8792-B073E72F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D55924-206A-48C0-8262-4A4C5166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812223-EA6C-4BEB-8C9F-408C5661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E08617-33F4-4E0D-9697-F68CDA8E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B38C74-EAB0-45C8-AD21-51F49CA8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9DD263-89BE-449E-B6D7-57E908E8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D77291-E434-4817-A3C8-271114C8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EA20D1-5DA7-49F3-90F7-DC23E559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98B320-7256-450D-BD74-1ECDF7FB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F34818-A639-4F14-8C3A-A9BBAE6C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0EEEA7-9E98-4BD3-B127-C4450674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319B3B-D62E-4A7B-8941-09CBD19E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8EDBB4-CC76-4270-90F9-53330846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6329EA-9357-49CA-949A-4160F9AD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8998E3-B4CD-40F9-9854-81426DD5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B9F18F-C1D1-47F6-A281-391A446D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1DFD46-A77D-4599-A275-9D859CA4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0EDD3EC-9769-4756-96D4-68A8280F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68FA17-CDB8-45FC-8346-9C77566F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BBFACFE-8EAF-446A-86D9-11D96476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51FB0C0-1831-4DE3-BFE5-67B5AD93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14EE72E-E491-4905-AED9-4B1E93DF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5E49328-3D62-4FC7-9E27-E745AD9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F2F6ADA-439E-4495-85E1-0131C231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212EF53-4ED3-4BAE-ABA7-F3BFF537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5262180-ED7E-4D82-B31C-5A9E0176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990E1C-2453-4085-B54A-12232026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47580F-7C13-4361-A9A9-310E8088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8C2F8B6-BC43-4B23-8F4B-6472E4B9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6317CBD-CE79-40CE-A2E7-D47F57B0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DE09C3B-0010-4F09-85C5-1E3F6A2B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3A375E5-06C7-492F-B953-8B34C8A5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4637877-5DBB-49DD-A5C3-7A44A94C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4B07A81-3863-4D0A-BB99-F1F89B19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383A3C6-710D-41A8-ACAB-69E25A2B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53F69A9-5B18-41FE-AA03-A14950C6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88902C2-DA98-4E84-B485-0A6D1276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94E006D-DAF2-40AD-BFFB-F262A511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EDFA9C7-6724-4128-B5A8-6D5EF9E7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062E171-E5C4-4C27-819A-88C7D699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217168E-DBD9-4DE3-B68A-C6F6B197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B4FBA39-A151-47C0-9C7E-78637C3B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1658755-8B98-4DEA-94D8-5DD0539F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A453DA0-EF08-4380-8817-A84EDF78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329AA42-6A90-48D7-B9CF-6FFE8FCE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417EC5E-BE12-4ED1-8B6D-DDCD70EC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36C56D3-7770-4A13-A4EB-8B991A90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4557CB6-DAFB-491D-B7E8-2CBAAD02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FF6B744-CE84-48C5-8BB9-D3CDEF18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ABD8E87-9A7F-467B-AEB3-C0032B05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B424525-218C-4D21-9A1C-5041FDE3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F1E06EA-9084-4345-9DEA-40C315A7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6036738-9102-41C9-8B67-8B17341C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D9D5C04-1B9B-49D8-A555-96605A52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9079691-D71D-478D-9F7F-8378FE44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722FFCD-DD0F-4651-8CFB-FCAAA5A9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1656B37-36E3-447A-95D7-877C9120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701803E3-93B5-40BB-9641-A52CF99F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E66A35B-2144-45C6-9AA8-7C04ADE9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C6FEB4E-56BF-43C2-815A-E8BACB17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E96F62A-E604-4C42-A2EE-FFFC485D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2CEC802-4CF9-4E54-B5C9-AD95EF25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367E486-413A-4C3F-91F4-D9E1E452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365469E7-66A5-41A2-B8E2-B91B2529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D47F5D2-0FB4-4C32-98BB-A26F5BF3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FCD2411-4419-482D-AC94-769BB49A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DC438A6-5A49-46E8-B944-18758830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8979AF7-B04B-4834-82C5-0988C049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83A9D31-5288-4F8D-A751-8D785B6F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005177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456DA83-C6FC-45CA-8C60-02114783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76B46-319D-48E9-AE33-32E0835D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D1511-53D2-40B0-9E4B-F71E8CA0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F5213-8147-4F60-B5E7-7AD78123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31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BD767-2D3B-426C-A6EF-830C1F7C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2FC3A-8C5C-4646-A525-E30B1DD0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2F5FC-DF15-4AC3-AAD4-C5E1C9F2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E62D8-9ECE-4592-A218-7FC10142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24BA6-6676-42BD-9B51-962FEF30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A317C-DB11-4238-A314-3D035B72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EDB42-7D12-4EAF-A0A7-007A1EE2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B8861-FC65-4146-9647-503FBEA7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E8BEC-D0FA-406A-8A45-C509052B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C4ECC-D298-46CD-AC8D-047669F9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AFD1F-1223-4ABF-8F21-54D025AE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30221-3DE5-4DAA-8333-D8E8CF45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030AE-2EE8-487B-840A-B066EB4D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C6889-4990-4866-9C1A-9523B1C7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695F4A-D507-4F8A-B040-7B3EE4A1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84F97E-5683-4408-9DB0-EBCF593B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8AA19B-DDFC-4DFB-A879-DB03C6E3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2FFE13-F0AE-4409-9CC3-D464CC12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F4D8AD-0C42-48EC-82CB-2B8A90A5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F74A15-D617-4A9E-B8D8-DDE99159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93508B-80A2-4161-B1FD-491B93EE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F5D6DA-B2EE-44D4-A58F-5467FAA5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7CFDDC-FD86-4ACF-B50F-9897E20A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3BB1BC-F1BC-4065-B0A3-9DD31C5C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CD4438-2549-4592-99B5-26577392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9F79FF-9120-4F19-B3BB-4412B69F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B45A8F-577F-44B2-AE14-4C98EB01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18DF0C-B4A3-4047-BF35-5FD5A9F7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61A59E-9A2F-40B5-BD4E-5ED2F4CA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7541C4-ADE6-42C3-8738-3E642CEE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7F10DE07-FA95-4AAF-A2F6-0E5F1BF9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52A6A6-9FBC-413C-908C-40C6E289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6CF23A-9395-4DD7-A064-E2641876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DC519B-3563-4F50-94A4-E40BB263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8BA40E-26B9-4B4A-8AB8-D95B167E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5D14F2-A84A-4B02-A07F-D870AA42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214F77-F9BF-450B-A7AF-41B44C49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6ADB6276-8124-4D38-9A07-3394750E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350228-507E-4E9C-84C9-B574F29B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5AEF1C-5CAB-4E7D-B18C-1DF22171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5F6908-499B-48EF-ACFE-272325A1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91F06D-E958-48B6-AB62-A5F23BEF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D90321-16C2-45D7-8E06-8A9EF8DD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723848-90CB-4F6F-8CAB-AD79FF7F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F76D5FFE-192A-4C04-9D9E-D59677DE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A486E5-D6A3-4252-B669-6E357AC2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DD7E5B-2EB3-43C7-B227-AB7BBF98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5CEE5F-8DD6-4805-AE26-E8B0EE95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C7F321-9174-4DF5-82D8-E548FD08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5AE4F4-E56F-402E-B70C-F7A4E835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755710-D985-4AE0-B889-FB0CC2B9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CBE7D49-32F9-4647-9562-BB104B51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ADF7D8-7BB0-44C5-A494-915B8310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1C0EFB5-A721-4E21-AF2C-31A91D93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DC1BE0C-35AE-4FBD-AF24-81518358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11C5E7-4D9B-4AC8-92CA-5FC7A889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F46096-52B0-4967-BDD9-3FD2C5B2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3851DCF-85BD-4E7D-98E4-B1E816A6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7F0E2B-A554-4F2C-90E2-89B806F8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BD787DA-0DE0-4A9A-AA68-4D8B5F4D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7506B75-B3E0-4802-A2EA-B82DEF6C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73C22B-B6A0-4D9D-9E32-D95691AD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31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0918FC-94F1-4AFF-9DA6-99BEDD8F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9E14B22-6509-4E09-915E-107612D2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1892FC-C8F6-4573-804F-BF1876E4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104</a:t>
            </a:r>
          </a:p>
        </p:txBody>
      </p:sp>
    </p:spTree>
    <p:extLst>
      <p:ext uri="{BB962C8B-B14F-4D97-AF65-F5344CB8AC3E}">
        <p14:creationId xmlns:p14="http://schemas.microsoft.com/office/powerpoint/2010/main" val="1484042168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2A6094C-4BD8-4094-BFDB-86F0A0AC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87614-848F-485B-B06D-4BC6F09C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C1CCE-ADC3-4EB5-994E-AE79DAD3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4A22C-3369-4B1B-B55A-5EEA3BDB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98FC9-C6F7-44C7-9CF9-F8050A73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05 abril - 11 abril · Un problema bien planteado ya está medio resuelto. — Tradición matemática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2746A-FD7F-463A-A2DF-4867B6FF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31275-948D-49F4-9CE2-9554A372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65503-2D7B-4007-A6EF-468807A2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9A8E1-BDBF-40D3-84B2-DE9BBBCC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F78BF-E083-4537-917D-D19F2404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DAFD0-AC13-4595-B1B2-634591AA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6C662-289D-4BE1-9E2D-DAC9259A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E7E35-4935-4CFE-B201-DC18CB2D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CBEB42-E6CD-485D-86AC-B6DDF1F0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9BBBD-FB50-46A8-8F23-3F4BEC7F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00960-2A6C-42C9-8B61-D1D67B95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88179-1096-419D-B118-281FFD9C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6FD9E-553C-457D-8FB6-74D8470A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14FB8-7A2E-4730-81A8-3BD96A4F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45D9A-B0EA-48E8-A5D0-5E7BE542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F53005-2D05-4654-88CA-25DADE38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73F4F-2980-4471-9FA4-AB4B6E8C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8F7BED-DB42-4149-842F-E6F00A8C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E814C0-5378-47F6-A3EC-A18F65C8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DCB936-5D9C-47CE-85A3-6775D68F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C1395-E3B3-4143-8170-B3081D42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30A699-4886-4717-9392-98B4AE34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18418A-6165-449A-A460-71B8B210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E4EC6B-1B6C-4DE9-ADA1-89609BED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26847E-7656-4DEE-8A3E-83C8AFBA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3513AA-153C-4AB0-8ACC-3AEAA52E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738961-A21D-4607-BC7A-8B9BDFB8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BEC893-B885-443A-9CEB-6FF0B3BE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1C77A2-208F-4AAA-813B-B0B967E9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46BF2F-BE15-46F3-AB00-66FC94BA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D41E76-358C-441E-AC5D-4969E861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525A68-4C15-4685-B510-ADDA91A9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B09014-A53C-4E29-8E10-9FB3B4B9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B60210-13F4-4EB3-A1BB-2B718C7B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45BBBF-E794-4A68-9864-E11C3B16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6BF272-EAB5-4C68-A84B-55BE3FFD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60A449-18A3-4A02-BE5F-B9091FC2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001370-4808-4B81-8B06-704E5CDD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122F7B-D39D-451C-B6A5-0267D18F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761356-610B-456E-A446-8EF33678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4A131C-1D26-4333-AB2F-2F01ADB1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CB145A-F2BA-44B1-9B14-53B78041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BF01AB-3BC8-48CC-982D-6C42BE76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CCCD9B-55CF-496B-83C8-DC5E16BA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9EDB0F-A777-4591-B026-740FAC75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13CE94-AC02-4D50-B028-5D0E4F10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A8B96C-1180-4112-B4D1-5148856A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03E565-0A8A-48CE-B005-8B606003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5FF0E8-1FCC-466A-A566-12985155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A314D5-CAC8-4295-8C03-6D23B132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3ED1A3-CF98-4F70-A7AE-544305D0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D10BA0-9CBD-4478-8F51-6E7CA907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93BEE6-7087-4F27-A502-237A32A3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0DB73D-A65F-4B29-903D-90AFF487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5CE4F7-A910-4DB6-92AF-01867F39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0F4217-3BF3-49B1-96C0-89135EA5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CECF5BF-E0E0-4A76-B0B2-A43AC10A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37E4D2-1DBB-4EEC-AFA1-E65ECF49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706EB42-21E7-4634-B4D9-1FCA910D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5598012-9E9B-449F-9BD9-961B1327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7C6D58-1417-49E8-A1FF-6733574F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1689AA4-63DC-4BAC-AEFF-1C12C131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5BE69A6-52B9-484D-98A3-1BC33611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F68384-D4E4-4190-9F74-BD459A03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2CEE6CD-F907-4237-B460-8A3FA31B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7C8BBC8-8427-4F9A-B4D2-85C694FB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ABFCF2B-59B5-4B26-9A10-7D6B396F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968253C-47A1-450B-A9F1-F31BC709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F583D6E-28E6-40C5-BA7C-1464D555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9470DBC-1176-422C-90F8-7152A1EC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5B26E7C-5032-4D8F-A59B-8C54F0C2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D1CDE61-D860-4FB0-8F1B-C5AE4C21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2F1E0C5-79DD-4A8F-A978-B49B13AF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5D3B0C5-7832-4EA5-BFE6-0164F5FD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DC179F3-412D-4E01-A151-FBF853CE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B611BD-967D-4EA1-874A-37E437AC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6FAFB09-F275-498F-9C1F-87C6FDE3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3B0C4B6-D25A-469B-B440-5600B60F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2982364-F3B0-455C-B83C-5EA6578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3E74808-5565-4973-9257-747A4CB2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CBDA1AB-6310-4E5F-8E7D-BBEF73A8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0770182-3B9D-4649-BC2D-77FEDE63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073B04A-9B7D-4511-9E71-40BEA1A4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56A2ECF-BD16-406F-B345-B5BFD8ED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B46AA20-46DD-47FF-9EC5-525FE770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A848284-30D9-4C72-9E9E-D065AB68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6F9AB84-DE52-47EE-B641-0852E683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AC75DE8-BD3B-45AF-A825-ED1B5E20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EF39637-33EF-44BE-B337-1FDC9D2C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878E28C-A4B2-4357-A85D-E070B301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DD9D042-D104-491A-B636-12D04192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1F8D033-6A76-4672-90F2-CAD662C9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DF4CDEDF-6BD4-47CC-910F-CF44E8DC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1DA39CA-11C4-4839-B28B-C86AE9B2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3F4C006-4834-45FC-BD06-A74B04F3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5775B3A-EEC7-4394-A739-56BFBE99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87E3092-2584-4FFC-9932-807981AD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F51455B-6A8E-48CF-B3A9-350F3DB6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0A9CA9B5-5225-485B-B5A6-C3890E16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7B45CA7-5E6E-4C6F-AE6D-422B899D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81B600E-1264-41C9-B86D-AC6CDEC1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580A0AA-15EC-4DC0-AE99-ABB3816E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0E36BA7-257C-4BAF-9A74-EE7C1A3B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F8F8BEB-6AD8-430B-9F34-C842A370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6674726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9CCEFF0-7006-43D2-B7B2-739467D6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EC12B-771F-495F-98A0-CA9746A1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E3638-8A24-4854-B8E5-44972154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2454C-8573-4B56-9947-0977E146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32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0E619-2C36-445B-898B-7B02B232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B7679-9951-41A1-9838-809EFD37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21A2F8-8460-4E99-BFB6-0341BEEF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B4F21-505B-40B9-839C-4069A91E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D8399-FC40-4B0A-9188-BC6B64E7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0FC63-2430-438D-8E16-6563E1C9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BA8C3-EB5C-4CEE-9E4A-6FEABE59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A2AB1-8F65-42A4-BDA7-A7A522D3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88206-B953-4BB9-8A09-5DF4B32D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3FFEE-DEA4-4412-84CD-BA551D89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2E55E-4F83-403D-A6E6-55CBA9E5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37D71-4A21-4A59-8B55-A0688108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6F1E9-90C4-483E-8892-DAF82705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EF739-CF80-4B9D-B955-CED4814A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5BA1C-2448-4413-8E17-1CA1032B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52166-93CA-495B-91C6-E7A79795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1C6F2-F266-47CC-8B39-280A44B7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310C4F-259D-405B-9B10-27CA7BF1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134F5-F456-4BBD-9B79-2437CE46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5A3983-01FC-47A5-8E20-3E191EE0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17F170-4AF1-4F4A-A9C8-2C65FB7D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2B697C-BD4A-4451-819D-DD7B88AC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8E6F12-611F-49C6-A804-B4DFE3B2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8EF201-D39E-4820-BFEC-9EAD5B18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C1DEBD-303B-4AB4-A437-44131156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BA57B8-1266-4F6A-8936-3C2DFEB7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B08355-0009-40D0-B65A-0B78E8AD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9FABBC-0798-462F-879C-4DB2C00D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51A195-24BD-411C-A1F6-FAA20149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6C8AE5-0603-4269-91FE-514F0C50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BC9D85A1-4B49-4C68-B510-21C66649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E1A352-03AD-4169-9918-0572D2E6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0BABD3-7523-42E9-86F6-7756DF65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1E6228-5686-43B6-9CEF-495082B1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A66AC3-E0C1-4D77-8DD9-8C3C158F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A2685C-7910-45FF-86ED-B607A703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BA5F88-94D5-44C4-ACDF-8305F309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0871D298-9228-4BB3-9CE6-0110E885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9BC4A9-31EB-4525-85A4-F336B5C2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78C70B-BAA3-4AF0-B408-127CC00A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424B03-E041-4299-92F0-F3EA5057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650DB0-FCE8-4638-A1AC-BA4DC80C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DA7180-2478-4E09-9735-0C225E6E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C5C8E0-2D40-44A3-8EF6-05C20ADF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34B20600-952D-4EE5-9C42-A79F8AA1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EE8B22-DACB-43E5-85AB-66EDE4E2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E14324-50AB-4A28-98CB-95679BC5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F40A9A-91D1-4907-A17A-D05C79B2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36C5A2-B727-444A-A863-FC4D6EC4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015FA9-A183-401E-92A3-E5BF0DA0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1DE080-8050-4D3B-BC3A-52CDAB29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D1C26FB-D4E1-4FD4-9E7D-3EB42445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AFB49F-22B0-44E5-8ED7-D05E6543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BC599F-6CE6-4064-AF03-CB6E0683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1AAC545-EC04-48BE-9F97-21FC3537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307304-217F-479E-BAEC-F880FA3B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5F536F-E54D-4C30-B58B-E79AC897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924E12-4DE7-41C9-AE61-C1F2C55A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631B9D-CF3B-4223-ADE6-C18D0038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65FCAD-143F-456A-A7A7-58D5ECC7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072B96-5850-49AE-9324-2D4C9368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4408F4-A23E-4B40-96EB-54073547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32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81997AF-6243-439A-9F75-0250CCBA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14FE40-FCCA-4F8D-96CD-4BE023FB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74D1EDD-DC1F-46D5-9A8E-AC1CC4D5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106</a:t>
            </a:r>
          </a:p>
        </p:txBody>
      </p:sp>
    </p:spTree>
    <p:extLst>
      <p:ext uri="{BB962C8B-B14F-4D97-AF65-F5344CB8AC3E}">
        <p14:creationId xmlns:p14="http://schemas.microsoft.com/office/powerpoint/2010/main" val="418468894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9AE004C-86F5-455C-8C2A-2A1868F0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02E18-4F4C-461D-8472-4114A476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842FB-677F-4F5E-BBA9-9E053995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D4A25-1B46-4A2E-A48E-E4724538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AEEAE-3C0B-4A0B-8F05-6C6B0FFE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 abril - 18 abril · Equivocarse también es calcular.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8D1F4-3D98-4C89-A49E-9120C979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DB68B-E0FF-40C9-BDD5-CB15944A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93CE8-235B-4FA5-A27D-89CF8AC8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878DC-3366-4A51-A901-D1651192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1C3C4-AF5F-4BF8-AFE6-051E09A3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3492E-32A2-401B-8D31-1869B339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CF88C-DE58-4C09-961F-60B296B3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3986A-A9AE-45E1-8BD5-7BAFB3E5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454AB-8200-40A1-9297-27FD736D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32407-7BD5-47BA-B266-CD7FAEE3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A0E73-8E9F-4B8C-8903-5F59B388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BB363-7B5D-497B-BAEF-1DE359FB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5B795-0B81-48FA-8699-EA552C3E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66FA3-53D8-492B-B6F8-5D342A9B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62544-F6F5-4D4A-842C-5308B808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1E567-F5EE-4C8A-A060-E029771F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D9A258-120F-41FE-82A3-018B3BF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D3B7CB-17A2-4BE6-8073-B89F88E2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F03257-7CB4-4A84-9180-F633B46F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A25BD7-2C7E-44DA-A6A0-FC3FF711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8BB72E-F08E-4116-9713-7FA90D09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448A6C-A8AC-4498-8607-27001A07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ABD43D-C0B9-4416-983B-E6F0934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9D0D01-2547-47D9-9301-4CED990C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D7C2C3-F463-446F-9C12-C97B88BD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889E6F-16BE-4D84-A5D2-526062C7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866815-51A2-4D93-B256-6BB008FC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35B3D3-D01F-456B-BDB9-343B2A7B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EDF085-B4CF-4588-8910-DE4E7B01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1EBD71-8D42-4441-8AF9-0B33CBBA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36738D-C398-4AA9-8308-E274C9F3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F7CC64-A7A9-4D7E-BC8D-86931532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E77FD4-8FDF-445A-A201-B51D980E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7C77EA-88FB-4B90-8EFC-A8F4CA5A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080AA3-5567-4A8C-91FD-7770982F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E193F7-C516-4392-87BD-BA589EBD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F6C66F-DBFF-4E31-9ECC-6BA652C2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8D5BDF-8EC0-4C00-B09E-B12F8CF0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067592-9AFD-42E6-9434-A16F80EF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6D0A8B-EB97-452E-99EB-983AF1AA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861118-DC0E-43B1-AD38-8A476842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44A052-9D47-4ED1-82A4-61C47A5A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EE3D56-C3B9-448B-9AD9-C3D91FDE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05A47A-7274-4EE0-B342-758368A8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87B2F2-C10B-477A-AE93-4E7ED63B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E85610-8255-4FDD-B40A-E85D8AD0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F8EA79-E861-423A-843C-7D84564C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03B569-4557-43EA-A8B1-4DF14239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72167F-7EEA-44DD-B5CA-DEC0AD40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3C66AD-BF9F-4ACF-94AA-8F1A9315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717E370-6834-4129-B421-FAFDB0F7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372DAE-FD57-4BF2-9905-9AD686A3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416D88-A637-424B-A502-D15FE823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7F70BF-1CD2-44A0-A665-81B79551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B2A4D1A-5B06-4CDA-8942-93DE7341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E7A9089-CE5F-445A-AEC2-501F03B5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BB59E2-73B3-4DCA-819C-0D65200B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219E8E2-9139-4730-9AFE-BD6FB18D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FBCE9B1-EE79-463C-A726-9BA582DF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1DC37E5-2A9B-4AEE-9FA0-468F3EA8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A0E923-FC47-43FC-B677-2836F7D8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ED23A53-CA06-4E43-BC96-4D9D5A98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34767C-DD3F-4171-A532-1EB1AADF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B73285D-8B46-4906-A45A-4B4E8FF2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1B1EDE5-A828-4391-B25F-A1E3BC96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1A1C294-59EB-4D72-B107-8EF1E47E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34ECDCE-770A-4308-A83C-DF7ACEB3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FB920AF-3A04-476A-A066-FF5E66A8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06F226F-4171-46B6-B60E-C3F296A7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7FC606F-CA42-4879-82D4-0BE2D215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82FC59D-1611-4385-8435-6B70E97E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7925A24-BE79-43E2-B9AA-5A690E03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727994A-0E96-4FE2-9D8C-E3B572A4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7A24E52-A68F-4DB1-9834-0E0443BA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6DA9028-6E6F-4AF2-A38B-3EEE7168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00FC715-04BC-4FBE-8A74-F67B44D5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D8FA99E-C190-4695-AF20-EE1534FF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8408887-CEE8-469A-B1E6-DA67ED55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F12DD2A-5436-4137-8641-E690132B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FEDD43C-472E-4DD7-85EE-3F6B8A1B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220F842-BC77-4DB7-B5E4-E4210B4A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7013D6B-7422-44F5-A948-1958583E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26F5DB6-6C8A-4A1B-A733-9C304B98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F575545-F6DC-41E9-994D-CDC24735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894AC06-26DC-46C9-99C1-33801EE2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5239F5F-22FF-4D90-AD0C-17411B08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5B5AE39-C51D-4B82-92B2-9D8D3AE9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F28F5E3-9475-4F2C-9EE0-90C14FD6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1ECC81A-7F5A-4733-AF0D-57E08E9B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9F2CE8C-21F2-40BF-A2B0-8886BC30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47A3D0E-8FC4-4469-8F9E-6D1E6345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6252CA6-7D76-44B7-A459-7E24EAB0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02B1C641-1110-4AAF-A144-E33E978D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A068581-545D-45A3-9FB6-8312735F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65FB069-5DF2-4E05-BE08-CAC82918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F1E7EA1-691B-49E5-8A1F-98EA3BF3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6B6545C-AE7D-4782-A012-153ACB3E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D8A153E-AE15-4B95-8E99-0592C5B2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17E3685F-9236-48F0-BA91-FE99D7AD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68A762F-33C1-4FE3-A0F3-820FA13F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8183905-A8D2-4533-87DF-51F2B009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4F204FD-E4DE-4ABC-81D9-43C7CAB6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FB834CA-2FBE-42AB-8688-B8EE0C07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1E7FEF8-4469-4694-8A96-B202E4BC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20689553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7447F8D-2CF0-4C5F-803A-FAD78E33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44D7F-DBEB-4EE6-9C4C-D9C43357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B6FEA-CB7E-4D55-B13F-6E673665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20DFD-A8FA-4EA2-832B-C29E2824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33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785E7-2C49-4D9A-9EEE-5EAAB0D9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C4CAD-51FA-40D8-BA82-64343317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3BD94-AB7E-490E-8610-3E8C29C8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B4A68-B965-4C32-B0E3-39AAB477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B512D-2066-40B2-85CD-9CB14F87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0CFA0-E219-4C68-AD00-C6C1D057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57F44-4193-4702-B563-3E94C239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AFA59-3BC2-41B3-8A41-E4757C47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FFB83-325A-4403-8927-16765890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B986E-7A91-4D4B-B5EE-8325912B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A90BB2-B101-4AAF-85DA-7DE03972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55E79-E682-42F6-B2BF-949C8531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4D7DE-4D0A-4D88-A9F6-AA6B3E6D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608C1-A1A3-48E6-BB9D-49D210F6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FCF85B-D329-4521-8A9A-09A01BE9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DDC5EC-5DA2-4411-82E9-52715B15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96927-53E2-4261-A085-6A098EC0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38445E-2788-46A2-9F1D-D104B08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BF79C4-928C-4B78-B0B4-DD3EE611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B8B277-ADF5-48CE-A42D-443DD99C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87439C-410C-41E7-973A-242524D1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03A4E0-DA6B-4013-8541-40288E2B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1FB83F-DEC5-4105-B6BC-FCEE3D0B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4CC9E6-3EDD-4FB2-BA34-5BCFEC1C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DFBC75-85F7-4B6C-A4CF-FBF491F5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8A9D3E-E9BC-4599-9FDE-235973BC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2B4740-739D-4D00-9ADE-D95D062E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C6BC21-8CB1-4CBC-A965-317EF5D2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9C4D0B-223F-49DD-BE0A-797A4729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6A05F0-4CE0-41AA-A117-504CE160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BB2FFAA0-E3B8-4770-83F5-660A24A9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FB88C6-8744-4E91-B9D7-1FA413B1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4F7FA9-7188-46EB-AB1A-2FEA2C8B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D343A9-32D8-4411-A737-5769681D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18391B-D24C-4C72-AB3A-911CD819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341C4B-C52A-4047-A314-4FA27AE2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7C8B18-DBF3-4BEC-8D7C-95E9A25C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246D6A3A-A875-46D5-B21B-2D309C7D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44A7DF-B4D3-44BF-9D2A-3E96B216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27D281-22F6-4465-B498-61210896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C23E47-86EC-4E5F-B3F1-DC8FF79D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7A7E91-81F0-4733-A3C4-C177E963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96F52C-00C9-4B7A-8A8F-5E7261F9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26E4D9-3DC0-42B6-A50E-AAF07909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EA46E99A-C83E-485E-A28D-306420F3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7084E0-6900-4CA7-BBA5-6DCB7872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C38AE6-44A8-464E-A3C0-1C87A2B3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BAF528-DCE6-4B0E-A99C-9CA18B3D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17E947D-E355-4C22-AD8E-BB971229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14DFFB-02AA-4110-9B7A-4A940FEE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F3C03C-111D-42A4-A612-9D1F942E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362E4C-0589-4619-B90A-5B364C2B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D75E9F-0D14-48E3-A730-6FA2C716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6E2B89-BFCA-49DC-8F16-57493E6A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27A187-B2CF-498E-A270-48430AF9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CC1A2B-9EF0-49D6-8DE1-1D9D9431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3F8CC6-FBDC-41C8-8C81-4285C040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DFF3490-0E03-47CB-BED2-CBACA21C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6FC0DB-20CD-464D-94C3-8A2A5BF9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C2A58B5-864E-46E9-9377-F5971C72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9A33CC-5EA0-4A7D-A289-F2DD5468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F44375F-2DB5-42D4-BFA1-71BBE7D7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33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8439D58-9AE6-4DD6-8145-42D87CFE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73BA4C3-99D4-4BE8-9368-858677E8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C955826-ACC8-411C-AF18-D841844A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1487235006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5A1A5BA-B4AC-47B2-A2BA-0BDD1694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037A1-7CB9-4BD5-A862-5B7A4B38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832E2-6427-43C0-97C8-33F60C88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41C3A-0FE0-4634-BD28-470B4E75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5BBCD-D7A6-45A1-AAFD-AB6ECFF0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 abril - 25 abril · La belleza se reconoce en una demostración limpia.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2543F-4DDE-4CDD-ABB6-B961DCCB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D8573-A484-4ED8-9800-27347B2F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9E59B-6D51-48CF-A66C-76F5DD6B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65266-7E89-4FF6-8608-DCE1339E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8AD78-3AF0-4829-9C26-03B7ED7F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FDB06-02B4-4274-B3E3-DCB06F32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435F2-A3F6-40D2-BC45-C2154789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CF987-3018-4F24-B689-6301AA91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BA49B-3990-4FD5-A7AE-A26DA78F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DA81E-8FA2-4677-8E93-0BA6FE32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0070B-7AA6-4DA2-BBC3-CE532DDB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BDCDFA-E450-4609-BA4C-E87CE7D9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52C16-7AF4-41BF-BBDF-0AE69F75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959D6-56E6-486B-BF4F-CC2C376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0C0D1-E211-4CAB-B1BA-60698D85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D28FB0-83B9-4272-9BB2-9A6B871F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FC9C3-2550-48FB-8499-26F1875D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64FC5-ED06-4D54-A277-7692382B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1ABC6D-57C8-4CBE-BC44-7CBD7E94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FF85B2-E849-4A85-BB46-4F5017EF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652658-5F39-4B3A-B282-09AEC66C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97AEE4-500C-4163-A22E-07332618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11956F-66DB-4577-9083-A8FE580D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3F1991-11D6-4C52-B90C-57D03CDC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3D7941-2E25-4F3E-94D5-8745D054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B39B5D-F2B6-4AA9-857D-456497AA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066C43-9381-482E-9396-3AF54A45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FFF531-A3B4-428C-8BFC-9898CE63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DADD86-57C7-4EF3-8A69-1AA09646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337DD9-7BA3-4DCF-A9D0-0616FA61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BCDF89-76B1-4F8E-9D62-4B91D404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CBA982-09BE-4737-B1F4-ECEE5206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B57BDE-F7D7-4445-9D4B-AF36EFFE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EEAE34-8C0D-41ED-9064-42356145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5F0B7E-C2B5-47CA-8DA5-ACE2D6F3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1DC155-CB3E-4D57-9C5B-A7A6904F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C570CB-6279-485B-8C7A-7176DD95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8C64F2-D129-4368-8A1C-A7056C35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9F8848-0B49-40EA-AA60-6E91A80D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FD18BF-7DD2-4706-AC2B-468CCE07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2670C4-A12F-4B8D-AA50-2C571507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D16089-8E1C-479A-B619-959112BC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C97867-C6AA-417E-BF4B-C6BD51EB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754DFB-8F7C-4D4D-98B0-7D1CF71B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43F7C5-8160-4D9F-A8D2-2099032A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9AC618-F2F6-45F0-B437-8874BEA0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EA36B8-FDEC-409F-92D9-234E8F82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2EAE8A-7976-40ED-8910-E48E610F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E14938-1881-4FF4-8082-C4F57CA4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1E8D4D-335F-4185-BFBD-D0DAA6F5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17B3F7-5EA3-4CF0-B8BB-CBF048BA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4A5699-9F76-43EA-8C52-424213B8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248BAD-0249-4790-A654-1F16D338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88D080-00AD-46A1-A1E1-C4A604F9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ED54F2-1EE6-4F36-A8C7-395098CC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F4CAD35-7CDB-4EA7-8301-1296B1BF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5C386E-E98B-4EEB-BDF0-C92DEF08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CA8D57B-33A8-44F2-A747-D4A4CA0B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7833101-2246-48A9-9D86-8AD52C7E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739D150-DE6D-4D00-9460-4D9FA042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DBFD7E1-29DC-47B7-AE34-4986D661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3DFDDBE-F4C3-4FBF-9746-B10401BD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3BD546-A517-4141-A6C7-3D4AA267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840AAC6-CC27-4E94-B0D4-F57613B2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290D5C-9C26-47F6-8226-452E382E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1288ABA-5DAA-461B-9EB5-2A65656C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7140EE1-97EF-4D55-B415-20FD12B4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67F7A7-6E88-4D8A-A76B-98300372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3395724-2FF8-4046-AAC3-CAED1551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316ECDC-DFA1-445B-8BBB-2238F01E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CFD1924-CF14-48E7-8EDA-0351D4C4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1EEBB9E-3585-480B-9620-0F45B8BD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35C62B0-16E1-4738-BDCD-905CDC70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4704B01-49FE-4DD0-8EC8-F9D2E54A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24EE5FE-BFA5-4EC3-A424-25D7C7CC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F7EDA27-3C12-44E3-9496-DAC3EB68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C2A1F4-F5DF-4DED-842C-B894DAC3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DCD7993-0ED1-4B4F-A9BA-42A48F09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7B9AF86-A889-4CCB-B831-F900BCF1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3249782-D09F-4EC6-BFEC-4B1DF5B0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BF4FF74-932D-446D-9004-720E012E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D29BA9D-9AD6-456A-94C3-F3FC62A5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0636F34-F2E4-4462-8B94-BE6458EC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FD4B0EA-CC9F-4E08-89E4-FC95D26C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0710D9F-85AB-4FC8-A29B-EC32637C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8725067-CFD3-46C7-B621-70941079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D695B06-74FD-4FA7-909A-537BA34E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1DD731C-81EF-4A09-9009-388AE827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6ABF7E3-E5BF-4ABF-8DD8-D0C8447D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2B1768B-6E51-4E1F-9B0C-923D5CAF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F9B322A-E516-45FD-ABEE-0764BB55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190C57A-4EC5-4702-8D21-C44813A3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2B67E8EA-6013-4A18-93FC-68932B08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356917F-4D7D-4889-8BD7-9A261E8C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AE6CA7A-2F08-4D91-A129-4A0A172E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A1C18B0-4205-4002-B725-9E4E1093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8D1A26C-2ED5-4A64-B01C-927BFF4A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162F815-738C-45A2-8614-0F8723F2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3060BF82-E65F-491D-9BF5-6FAAE01E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68C9B2A-96C9-41D3-8EA3-EC1802C4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DC4F424-0159-4AC7-991D-C8376514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509BD07-B4E7-4D75-9BBC-4CEA10B6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ABC2E1B-A915-403C-A43E-C126188F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7CBEE51-D087-4A8D-A47A-55789FC6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2396118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6DFD623-93D8-4F2F-877C-F8BBBB2F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F31F1-BDF3-497D-846D-5651E7C9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1522F-9900-4FD0-A0ED-EE3FD80E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83164-C1F9-4D93-AB29-3C279CB0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34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9BB96-4AAA-41B7-AB8C-992DAE9C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D7269-1BC9-4878-8F4B-E3A74A3E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7A3FD-72BB-4DE1-8924-7E0A57C9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CB5D6-9B62-4BD0-A4E1-8CDF3472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CF7E8-0071-4C85-B880-3B0DFB46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B2CE0-E905-469B-8261-E5C5D4BD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B4EA4-5C6C-4F28-ADBD-547E46F9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0EDFA-05E8-46E2-BF9E-C4076310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A15EA-FDCD-4D5A-9DA1-D7D1F69A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4E46C-BB9F-4413-B515-337113F2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29A04-DFB8-48BB-8345-FA9CA1CF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A2A703-5233-425F-B7B8-60A54FCF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C3729-CF37-49D4-89A8-ECA63CB3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3B746-4884-4EEA-A9C3-4D11E1D4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0852D1-2B87-4D54-AF15-780C0096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86D952-CE03-4D4F-8808-B0CDE44A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4218C-7DA9-45BF-B05B-7BED890A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5F0466-A131-4C2C-872F-4035A353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6F3E31-C4D3-416C-B297-C05975E8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52476D-DC4E-4DD4-83EA-E44066FD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783A31-F64C-4A09-9935-11036F8C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80EBC7-124F-4193-B422-F9AA6BFC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EC2E5C-B83E-4C3B-880F-C09CB56F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5EE98A-14BF-4F67-9FE0-43E95BD6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226DE7-3815-4FFF-9B81-1817CE57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B0DEC7-8E64-4C69-90AF-6AA8953E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AAD069-A242-4E7A-B77D-CD30837C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EB8427-6213-4662-B8C1-D4CD844E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874FC4-AFDB-4545-8956-05CE1B8E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D5AC68-C996-419C-A749-D9A2D9FD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A5837327-5C5E-4FCC-91C6-C486879F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A8E2BE-D897-414E-ADB4-B1383DBA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39776F-F2C1-47B5-BFC7-4E5A62C7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FBC537-A6D1-432F-884D-C215B6EF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225CF8-522C-43BA-A8F1-10FF5E04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2AF6E4-27BC-4F3B-9173-A4BD619B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6C2A76-74AA-42DE-B479-E91A2FD6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DBAF826E-26D9-472B-A5DA-C1F12C1C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3AB6AB-E895-4F81-B6B1-9BDA306E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F9A109-9977-434A-9FC3-EDD2890F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78EF56-0115-4706-B853-C7676ABE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D23C21-10A3-4497-B93E-74409FE3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31C5F0-9BFC-4702-949E-F4AB1D9E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AF42F7-A837-4E92-AF9F-EFEABE31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D9D0330B-BB7C-4D9B-97F1-1E8BE7FA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AB6026-E543-4C04-87F9-61D257F8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F3E07D-F48F-460F-9B7A-4CECEF5E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012096-723C-45EB-8F2C-0B4499F3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C343B9-309E-4403-8A30-473596E8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A2236B-7DC4-4D96-940E-CE5D8578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54B181-9AD8-499A-8FE5-03E59D9D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B08B7D-EEBA-4CEA-A137-F8A0E525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315575-9ABC-479F-8D7F-FE39CAA2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66B55D-DD02-4D81-BA54-9BB86FEB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CFD11C-74EC-40E1-BC7B-14DB0ABA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E55B15-87D8-4A59-88CE-6B1A7BE8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539594-9AEF-45D1-ADE3-DFA4275A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C03C3E-202D-4BF8-B4A0-F361E9FE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9BCF7D-F626-4DDF-9026-8E379CF4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D397F3E-1E3D-464C-8DDB-D5B157D2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604748-2599-4675-8D7C-91BAEA13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1E43A82-E8E1-475D-B539-4014A8B9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34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909A6FA-40F1-424F-B1CF-E052F584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B05215C-CC4D-4544-B703-B7E27B4E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15920BB-8332-4167-8F10-45B7713E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1006853648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9AD76C1-D4F2-4C5F-8352-B54E2120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6B1ED-C5AE-456C-9683-2B51BDFC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0359D-CC50-4523-AC47-E8CBEFBA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F28B9-B681-411F-9C5D-F92A0223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5D2D1-2914-496B-B772-CCA3A28C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26 abril - 02 mayo · Lo que no se repasa, se evapora.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5DCA5-611C-4E5C-AA9D-A0D1F4CD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657C5-7ECC-4CC3-8034-1C6ACC0F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1E6DE-91BF-4A3E-AFE3-A34D04C7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6B952-5BBC-404E-AB27-733C80FE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01F8B-7780-40DB-A3A1-F22CA487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4236B-62D0-4DF0-A09F-B6E47FF6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C9D37-F4E3-417A-819D-CA4A421E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7B7E4-050D-421C-AB03-36CC22CB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26845-7CD4-4F53-9F6F-A6331A2D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E2856B-F9A5-4FB3-AD81-86D07BB5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F049F-E8CD-4BFF-B080-3BD27B82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CB2FC-B21F-4C31-96D8-723AD655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C4021-D968-4B2A-A55D-185025A8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39527-EF59-43AB-85F0-1CA8655B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48C55-CC4A-4A05-84D9-85AB1976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23A94-D4F0-47D5-9352-F7E39812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6C5BD9-4F24-41F1-9D98-DC6D49D9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081896-7827-4E88-880A-F5CEE498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6DC263-09C6-4F6A-A3F7-42CB50BD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549031-878D-4F82-B04D-EC587649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1A0054-E6D3-4BF3-9025-199BC640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14B353-1F55-4E84-B21D-74F0AEDE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354862-6012-440F-B3F3-FE6E7D88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774A7C-C7CC-4F3F-BDEC-E998053E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80CE11-5C6A-4927-9764-C96311AB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9AD42F-0E77-462C-9C72-9C0C6D32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6E5EF4-E194-472A-8A0E-20B080F4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2062D0-2166-4AF5-82C3-CE384D79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538A2C-C430-4A38-9110-03D99DE1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E98052-28C7-4B40-BD64-07CAA383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3CE72E-A3B0-4430-BCDD-5811E605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32E3C1-4705-4315-8C71-71F21F10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D9B47F-E565-4844-A9A3-A119272C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02C389-BDEB-4F20-B261-370C2F00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9A03E4-A1CD-496E-8F27-98480484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07106E-D181-459F-8EF6-93543499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8886DE-F747-4F5F-8B75-007ED571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57F869-9A99-425A-AA92-C249FEF6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8F455A-D39C-4C33-96DB-3CA551CD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6CD7C3-7967-4CE0-BA46-D832B0F8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CFB4F2-D259-4F32-BA81-65E1E76B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1292AB-FE42-4C6E-964D-D803F74B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AACCBC-158B-4DEB-ADE6-4F363717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DF8AC6-3852-4E06-A3A6-931F5769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E98077-8CCC-4F04-9790-6BDAFE4D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99EB41-8BC5-42AC-9BC5-98EDB8AB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1D8C98-94D7-466F-8C0A-F4DAB0A9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AA8E53-EAFA-49B0-90DB-B44B3A7D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B1DA2E-99B1-4EF0-8C5C-92C6B7B4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D5A830-02C3-406F-947F-FF68D7C1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F66E99B-096B-4D75-8CA1-FF684304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ADB0B1-BA29-4996-AE74-9B62E862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DC9C04-AD55-4602-AE33-4FB10833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D2213C-34E0-417B-8D67-C0D5C5E2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4589D5-9D23-49D4-BFA7-B7B3CFA3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639A6C-280C-430C-A314-9E749955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664CA80-9921-4643-8CDE-7A1908E8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370C049-BD87-4BF4-AD29-EB9C18EF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953D58-CA97-49A8-B31A-C0A77FC3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FB5CD41-1AA7-49F5-B81E-BD6361AA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0DAF950-BA00-48B9-A41C-A82CE624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4CF18B-DBDC-4B29-8614-3110881F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B123F9-41F1-4D3E-8038-28E0F34F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2A8FBD-3F4B-4EC2-BD95-070D80D1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2C69BBC-CCFD-472C-B9D5-C2182B00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C9A89CD-115E-4F6E-8E98-6FCC3E74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31231DE-5D79-41FE-8097-63E5D08D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D16275E-8C1B-4DF6-8A60-5A3FA233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1542322-5872-476C-B4CE-AC6FC10A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1AE4541-5411-4922-8240-38406242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86F7CF8-5829-4BC0-85FD-D10D4CEF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2DC364D-50C2-4F65-B718-7EBAF0ED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1DA78D0-579B-4BF7-AC42-433B113F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AC0B287-2BC5-4529-8814-D1E3A31E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613797-7B78-4BDD-928C-2DE70764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4A96080-0DC3-4AB4-A8A4-A05D24A0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AAD7DFC-7926-4CED-9F74-B6035029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B49C780-9E7A-40E0-BD13-3C795F36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D34C662-1786-4104-AFB1-D852AAE2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33A89E6-06AC-4835-AFF3-D4DB7661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D79DC17-C4BD-47DC-ADDA-5E0206D2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AE6D539-61E6-4A4D-86E6-C4E107CD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24E27D2-F851-4AFD-8020-D75F8A9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6A3392B-1DCE-41B7-8B6D-40D23EEA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BE11EB2-B470-4544-82C9-A1F9993B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A2C3580-2A8C-4D97-BE9B-8165574D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D092228-2820-416F-B695-88D4400F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C0CD8C4-5A39-4AF0-B90F-77ACF956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63F947B-54E6-4040-8338-5470B32E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1A04D56-8AB0-4D70-8AA7-F1A8915A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6DD9C9E-E341-4F73-9622-60235B72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4E2C65B-4174-47A2-8176-C4817ED6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F1DEDD6C-B9AC-4C98-AC3F-FEAEB892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51D0CCD-43C9-4F2E-BACC-765DE31A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AD6B2DD-1F32-461C-8D90-09292148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7B41808-27C8-44BD-80A2-5CAF61DD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15DC50E-4BB0-48C8-861D-CAD8B6D5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0C28E86-EC5D-4826-B5A1-3C86E912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4B2B21C4-0BFE-4097-867B-592103A4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98BD488-45D7-4CF5-9F5D-6677A781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3F4B65F-6F98-4316-9045-F07E779D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12A818B-8606-411A-BB95-AD4FBCCF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972FBFB-6DFA-413A-9CB9-E9989E4C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FA05C40-4B05-44D0-9AA7-98B3C6A0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6722934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770833F-8CAD-4030-8C9F-FDFE340F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3391C-DF70-47B8-A3A3-C499F676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E4185-F6EC-4B7C-9CF2-79F81C59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9492A-E9EC-40BE-B334-8BB80819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35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F9D5D-70F1-4922-B56F-51F173F3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71D27-26F6-4258-908B-C2FCDF9A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382B8-6A04-42C5-BFA4-86356380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0707C-849A-4FC5-8219-2E9D2F8D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CBA7A-8E4C-4B89-94EB-26052176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7514D-8DEE-418A-8E7D-DB762397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87297-CF83-4D12-8FC4-3320E044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12D1F-FABB-4A2D-8BE0-0A9294F9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EDF11-9310-40A4-BEBE-60BBF86F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D6745-1D79-401E-A511-9C006572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F09782-7357-4C2B-BCBB-3541B97B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96C2D-EE6F-4F5D-B74E-30030E9A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BEE539-1171-4A0B-BD93-FA0D588B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1BDF4-2AE1-4DCC-A660-C5B2788D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590AD-6DB8-4073-A6C1-05628C6A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A2DCA-C2A4-48D9-8B80-4650608D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E81C9-94C4-4D29-81F6-7764A204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5944C-7A9D-4B7D-83AA-EC3246E8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E1B639-CEB1-44EB-8BCD-4BB29161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07F6A4-7410-496B-9A5C-BC06E96B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AA4EDA-9069-42CD-A511-B2A1A5BC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C20932-61AD-4812-AC55-EAF4200C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ED7EF7-D534-4D06-8092-3A1B3E9D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7F91CF-F82C-452A-A4D3-CF3AAB45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102DB1-DFA6-4B43-86AC-58721867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10316C-19F6-41E6-9C93-9618B620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1AF0B2-7531-4162-B1FE-4C04C555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F0786B-1FD2-476E-A599-A589CE79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84C1D3-A5EF-43EB-BE0A-120A2265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7D9858-3787-4FDF-9264-C2371594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15C43FBE-58DA-4E7C-99C4-096B7BEB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534B8A-2091-4A7A-93EA-C7BCE334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9E8614-F095-4E33-851F-2C46ACE7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3CE2E5-1C4F-42BB-AFFF-0589D7BD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0AD0B7-0786-4097-916E-737C70F2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E6695C-5087-463B-B372-696C95F2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F1933C-1EB1-4010-898F-FA570850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0BB4C8D3-8929-4380-B867-979CA08D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498577-4F59-4C5D-B506-2F243128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D73031-ED9E-423F-8A56-AC32BB78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F91042-D997-4E19-A9D3-ED248A5D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8FCBA7-0F11-4AF1-AFC7-A06D6510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5DED8D-E51F-4546-A135-AB7414DE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AF3544-5CC6-4BE6-914F-B9F3FE4F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04288022-E5BA-4DA1-8614-AF1759AC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C31808-E1D2-42D9-846F-1E7A1E78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9A2C62-5637-4C5A-8E08-B4A214B7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DB6B94-9723-469D-A5C9-B1BD44DB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3758D2-5837-464A-AB79-AC4EB728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8442FC-B6C3-4904-9BDE-6EB7E83E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BE0E80-42F1-430F-A707-40971832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5F717B-B3AE-4F1C-AF35-F472484F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817388-E41F-44B8-A2FA-EBDC274E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169D0B-5FAB-4D80-955A-D06F2ACC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B036A9-060F-45D7-95C2-0550F854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57E34EC-AE55-416C-B387-AD2C1A13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5D4123A-F7E6-4F25-BEF8-A9E66028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69D41FC-4D5C-42F6-9A5E-8858FC90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7536DF0-FCD7-432F-99F2-74D58F0E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27F84FD-CEAC-4E14-BED5-6F3E3F1D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738507-0A6F-4097-B7DA-809866C3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25144BA-8534-46A7-83A4-A09CD395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35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C727CEF-F594-42DC-A73E-4B0D1877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B2827BA-1284-4887-8FA9-30AB178F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DD6D1E1-C58C-4284-8D27-D42ED2D1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112</a:t>
            </a:r>
          </a:p>
        </p:txBody>
      </p:sp>
    </p:spTree>
    <p:extLst>
      <p:ext uri="{BB962C8B-B14F-4D97-AF65-F5344CB8AC3E}">
        <p14:creationId xmlns:p14="http://schemas.microsoft.com/office/powerpoint/2010/main" val="485320086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65D0B4EF-BCC3-4736-9836-2427B116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72B47-1DE6-4D32-BAB3-0A77C711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B39BB-679A-43B5-A23F-7B68858D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21915-73DF-4BAC-BCFD-2492415C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793B4-4E54-410F-B40C-817456BA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03 mayo - 09 mayo · La disciplina vence al sorteo.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2E77A-8AFB-478D-9285-1331E52A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6C958-5E28-456D-8692-A52B780E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2E6F3-BC3B-40CC-AA39-2837B9FF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E4E07-5CCD-4D0C-83FA-24B0A132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AC60C-DF78-4804-8B89-148FF38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EE7CB9-9BB9-4254-99CD-9A71F4F6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074B8-0DFD-42DB-944F-090D45BF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981F0-77E4-43B4-A7F2-AB2BE2AD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CCB78-5752-430E-9565-D4771AE7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59977-B6E3-46F1-B576-5812B38A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E0F55-00DD-4630-A6E1-FC963D16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AE3E8-D5BF-4E7B-865E-895924A5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897F6-E0E6-438A-86F4-8F13FB6A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9D1628-70AB-4F8A-8246-E2088951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921D3-1D95-4B80-89A1-7376FB5E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BBB65C-2216-4525-AC63-29C4B1D7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E35A4-5A3B-4A27-B15A-275212CF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C7FDD2-9B44-4E74-9DC7-9680F7DB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775441-E098-453D-BEED-516CC2AA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56C69-57E0-4E9F-A690-5473779D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E7F706-62EF-4C67-AAE1-90514912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2E25CD-1E46-462D-AF74-883A08DC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16C9AE-3E8B-4220-9016-6672BDB9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4A14B9-BF0E-4FFC-8203-C76B1567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7D1AA5-AFB3-46CC-99BC-A440349F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29E10D-E194-4EA3-B086-6BF21537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D30852-4E90-48EE-8DE6-357C6A47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FE2FAF-0432-44F9-A9D2-951A8F22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C83BA2-681D-4F6A-B607-ECEE1375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ACBCE7-9A67-458C-ADBE-0AD816DC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C717B5-53E3-4C1A-807E-8FBEA763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3429A0-5148-4410-A389-563BC37A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934B5F-7A9B-4453-81FF-58D60A08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A401A9-A86D-4B84-A84B-C854043F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1AECA9-35D7-4C4C-9235-8AC7F866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FCABC8-A55E-434E-B8EE-9F8727C8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D03FAC-2F18-4D5E-9AFC-E2511BF7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01BE36-15E3-4CC0-A01C-D0B2B0DA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06F9AB-61F8-4A6F-B198-4D01D792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508B10-46B4-4179-9CE1-C513189B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F30DF4-9343-4C08-92D4-AFB9444D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312BB7-A6AA-4F41-A394-30235F1D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E19D20-A97B-4870-A244-C9178810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31125D-8375-4202-A9F8-A37225BC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9A59AD-2475-4CD6-BA92-AF2E6473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3CAF8F-2604-46AE-8BB9-561AC91C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1AD621-D1D8-4302-A007-1A897DFC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99A0E3-3690-4F0E-99F7-9E4DBA4F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0765C3-77DD-4FF5-B91C-B81943D9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4B1F7E-E969-492F-A2F1-160C442F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9062B6E-ED46-4813-9608-FAAED54D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18512A-B7D7-4EE6-97BA-CC0E2A96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5F45A9-B1C3-44F7-8C08-5067A46E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34F9A0-FC42-436F-A870-CFB19EEB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1DCD34-D0F9-4D54-A0EE-1E0F56F9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0D6ACBA-B626-4F03-B077-F4500706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7EAC77-8A06-41F1-94EE-12707C90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899453F-ED2D-433D-B305-2F8F4263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6D4AEA-CAB8-4D70-B530-5B84B591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A6962B-DD61-4D7E-9BF5-FF8DF4F2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2E0DC03-E76B-4BE1-81AC-009F1309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ABEE0E4-DFE3-49CA-86B8-4336366D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A783C23-583C-4ADF-9253-B58AEF98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7A221EA-D66C-42F1-ACB7-253134A0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DA7A190-E8FA-463D-A1EF-942E6063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F326CDA-0A33-4DC2-B561-D08E6CD1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AD94A2-61C3-4B0F-A35A-C74307A5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1E7C09B-3A31-46F1-B01F-3F3F7550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950896-D739-4520-B20B-73A9610A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F0A9A8A-C5CB-4EEC-9652-5D1FA1CA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B4CC2A5-11AD-4D4C-A096-A4A11295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8998B72-0FFB-4AA2-862E-658ECC97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8F44A50-90F7-4024-B8D6-E792724E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3CE5872-DC54-4164-BA3F-7CAE3532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C5A13B5-2C5E-476E-9636-1323A091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5E0EE94-CC76-43BE-B00E-9594E220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9B7FCAC-464A-4FEE-BC84-505DEE92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D6ABFE8-A934-41B4-98C2-B979F6A9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BDFA428-AD12-44B2-9C62-EF72571F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DB3830A-833E-4155-B263-3CF48DF2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2273670-A03D-4CAB-BE91-D49124B8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A81C640-4CF3-466B-8E15-B4AE4D9E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ADAD5D6-EE95-4238-BF66-4F8D2C00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FEC5B09-385B-407C-96B3-44291D93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789D1C5-E3A9-45CE-9623-B2D80DA6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15ACD89-6CE1-4F23-BC01-0B63618F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EAF2F60-46D2-43AF-97DF-E21F39AC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C833B02-45B3-45DC-9EF8-D46FD666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BEEFAA6-A53C-47B4-828A-EC82F0C1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CE306E5-CA55-4C46-A7EC-7F27688F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2C9DE82-D177-4182-B1E2-EB43B01C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45B7B0B-D6E9-47BC-B023-4D7B3D3D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A076B1F2-2A31-4DE2-A158-C6E20E77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4151500-959C-479B-9522-4C586B67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8EB6E25-EBD4-497E-8F19-D42D3653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1AD22AF-843F-463C-848D-F3AF1853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6022C08-78EE-4ABB-AF91-95384BBB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891C217-F74A-4E6E-9ED8-DBAFC4E7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EE7816BC-6C93-4C7E-9309-D24FFF5B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F95A2B1-9EC4-46FE-A1BE-7BBB7DA2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EC4D173-C4C5-474C-97C1-504E0004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710017F-184B-41A4-850B-AD14A89B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78AA62D-4941-4907-B420-253C3D29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2CD599A-CE7B-4F94-B871-78D1648F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077417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83E5D12-9DD0-4D35-97B5-9AA3D26A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DF0DD-AF8A-436E-AEA5-BCE0F3AF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DEE76-F2CF-4CEA-85A0-24CB5F50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2029B-ABD9-40C6-A1D1-D6CA79D1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36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C56BC-934F-4A45-877F-DA8CBBC1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C74B4-377F-4496-BE77-6FC9DFAC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11706-75E0-45AC-8F30-BE2E2FD4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7D189-5BF0-43F2-9332-2DBDF2A3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05D1D-A269-45DB-AABF-92D4B03F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79391-B144-4FD5-B26F-210930D0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D97FD-F0CB-4C3B-BA34-5507A3C6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CB46D-EDC8-4C89-AB04-F62D750D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9F457-0DC2-4961-A024-F00A8460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57891-D6AB-46DE-874F-B0BB452D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7EB13-D9CA-4A23-9A31-52A77BF4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758B5-A225-46CC-A1E5-A1356EE6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3B904-ADD0-4CF7-BE21-10F9C4D6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8D6B4-AC95-44F8-8475-6302440B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727DB-F476-45EA-B1BE-AEC444D3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B32C5-3A25-4BF7-9A23-7BB3DB53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DED78-6181-42B6-88BE-F71CEF52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28A6CF-65D3-4C31-B994-57275F55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736391-87B6-46C0-BC85-3C8E832C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6EC1BE-B3B1-4F91-940B-E1032E3F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761E4-8690-4CEF-8B71-7B4931E5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21142B-F102-4C05-8A29-ABA6B971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EDCE7B-0A36-49F3-A2A0-49D08D77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5194FD-873A-48ED-A8D5-FD1A406D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BE3AA5-3C09-451A-8C4D-A34D8EA1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6B5D47-3413-408E-A54B-48F450DF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6CC73-77D3-4323-938B-BB71080F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3A5D91-7202-4314-B55A-96BE84D3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E48E1C-FB7D-4BAD-805A-7553E667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68B6B3-DE39-46EC-A025-C2A59D43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D8BB1327-E4C1-49BD-8443-44F47279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1D1DDA-00CB-4FE5-8D30-D47436B5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64FDAB-56B9-4AC0-98F5-DC7C2DF5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08B6AF-4391-4969-9BF9-C4F4E67C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3E7720-F253-4067-A854-2DDE8C24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EC8BE8-EAF8-419D-BA75-DCFBB925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8740F0-7CD9-4A1A-9128-EF80C95D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B937B07E-50A8-450A-ABFC-E1ADF9E0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72D62C-28F8-46EC-82ED-CAA3B33F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A2F559-E0E7-42A7-9706-D514AE03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D59FEB-826A-4375-9B6D-B6072EF1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417073-DB51-483C-996D-A5C0F5E4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396026-8A36-419E-A78A-A06D27DD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776540-E5FC-49E7-972B-4BF91224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2D4F4C88-E06F-495F-A1D6-3A0515B0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43E3EB-F594-4ED1-A8BE-284FFF03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CE174E-3A0F-43BC-9E55-C4291D34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1B3AF1-D729-4EC8-AEBD-664CD12C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14E9EA-13BE-4285-BABD-02463431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DF8D1B-E88B-4BDF-ACE4-B27118E0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EAD8D7-C390-4423-88B1-0A96623E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A4E39E-5F9F-46C2-A139-2B3AF9E4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69E830-3482-4B45-9D5D-BCA243C1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7EF826-D8F5-41AD-BEB3-A2309E97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2F4F68-856C-4EE2-9EF3-0CAC7E36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B95929-F95F-4B07-A21E-53537CCF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14247E-9BBD-42D8-85F0-BE88EC8D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0B91F6-1DFF-4C2D-B49B-C17B8728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3E2CA2-0A6E-42DA-B201-30D611D0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71076A7-676E-4D4F-9B6D-75F5C5E6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C8FF4D1-6E61-4DA7-A67E-E81997E0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34A934A-BAFB-4DC7-91CF-2D0132D9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36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71776D-16F6-4673-AE18-9D3618A3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D520492-E341-41A0-A911-E40CE6AC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9F31FB-3AC2-4854-97B3-E5E5F5DB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114</a:t>
            </a:r>
          </a:p>
        </p:txBody>
      </p:sp>
    </p:spTree>
    <p:extLst>
      <p:ext uri="{BB962C8B-B14F-4D97-AF65-F5344CB8AC3E}">
        <p14:creationId xmlns:p14="http://schemas.microsoft.com/office/powerpoint/2010/main" val="872929110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42B64AB-8351-4A43-9773-268FBF07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01D3C-30E8-455E-A134-34A3F8B1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E4FE2-4DEB-442A-A705-44CA2A21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413D5-9702-4D7B-96FD-745CC4D2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F5B1A-3515-49FD-9D81-607CD760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10 mayo - 16 mayo · La esencia de las matemáticas es la libertad. — Georg Cantor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BF09C-8C5D-40A5-94D2-C3B019AC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9CF13-A9B9-48B2-BF7D-C7DF77DE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75F53-E639-4439-AB4D-60765557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B9A231-E0CE-449B-B473-FC1CB020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F4CB6-2E5D-4042-9825-84849FD7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691FE-7BE7-4044-AD95-E77BDA83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037A0-7D86-468A-950A-E00DB8CC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BD36C-C0BB-4F09-B4BF-ADC2B7A2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8FA25-050B-4F91-8D70-D815A410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319CE-307F-4FDD-868E-B062C0CF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7CF68-BB1E-41B8-8E0B-538EB9E7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1FC1F-631A-41EF-9700-03F9D984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EE70A-9923-4AD0-A59C-5CC761D6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5EA1A6-BE7E-4754-849D-B102851D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DBEF3-364B-49A2-BCF6-B50936A2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46FA7-3876-4D3A-8B4D-5F98DEA2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D52FF-469B-4564-B466-59DF508B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BFD73-9E08-4BC2-9014-5E3896FD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A05189-BB35-484F-A29E-C6E9A141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E60E8B-3AB7-4A06-8242-2C1CB64D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F959FD-8208-4E33-994B-7B219181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EF8A34-3F3C-4567-991C-052B02B6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D040AA-2FFD-4CA3-A6EC-41FA2F1C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2143C4-F759-45B5-8C4E-B78119B5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7B4793-FB4E-4389-9CE0-7243164B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D625BD-567A-4FE0-8D28-10CA5098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3E2905-E1F4-4B76-8687-82A3A5C9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CD5BCC-3124-4243-A1C9-E6B450D6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1F97D1-F83A-4C90-8196-2153EED6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7DE112-9AD6-4A76-8CE8-DCAD7ABA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14573E-4848-4C08-88BF-BC26079A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9EDA23-A11C-4A93-8AC7-9F1484F0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33D70B-1ECA-4CD8-BD59-9CBC34E5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E21710-BF44-40A9-92C9-7397D8C0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CB284D-594D-4E31-99A6-E618DFF5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2381CE-EA23-4BA5-B220-23D332F7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A5D257-7006-447C-92E9-4C34C8E8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F3DE57-8D46-4183-9AB9-178839DF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33B248-22B3-4BD2-964B-6B6C0386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7F802C-14F5-42CB-8AC2-A14392C9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1E57BB-F9EE-4BBF-B046-0F0FD912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9B3AFF-B99D-4A12-B82F-4A9B7BBB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4E7550-87CB-4F91-8EF1-971B85A7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E18719-E301-47A8-B4FC-0E59DB63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AD2C04-61B9-4DB1-B11D-740D9F6D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251F16-E60E-4ED6-A73D-80BDB8AD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0D826A-8B85-4A8F-88A1-624464D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851A57-3FD7-4D1C-AFD5-5F554473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3B69ECF-718F-417B-8324-0B319B0E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CD09D2-72B1-4E8B-8803-A13A7FB0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5F3C6F-81AC-4C7F-9F9E-06164DE9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6944348-FA49-4F4E-B92A-A59A72F2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A185CB-D0C9-4A27-8FBC-428744C4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A7EA5BF-6986-4908-8ECE-85F6B27B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7F222F-803E-4581-A413-08D45886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DB15DF-8741-408F-8D10-F68EFD38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2A17AC-7FDE-419E-B95A-31C5AD83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919C05-4DF7-4A8C-AA48-0E35301D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196611A-331C-48C4-8CC1-752F8451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DAB927-803C-45DD-97B7-1AEC4903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E730684-6000-4EE7-9419-92A92185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6A2A90C-E05E-4ABB-9E4D-04618D55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CB410E9-62A7-4AE2-BF27-25E15D59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D78E27-8397-4DED-B1F0-F8755062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C6F39F5-18F0-48CF-A0DB-D4424110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886B12D-FDBC-4603-B7C8-8152BE4C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B95BB48-5482-4C06-8EDE-AD7116F0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62DBED1-EA23-495D-9115-1962F485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E568B26-083F-488B-8D40-EECD4AAA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3B35A63-2542-4CDD-970D-4A0DD415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7952C57-6D6B-4E17-86BA-79FD9277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A8E87F0-53E8-41F2-BB92-9A2D514B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5C02C6C-DE89-441C-9799-6F9EA31A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8EDCAD6-296A-40DC-BC55-2A36350D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112A27C-24D3-4EB7-9AF2-103CF094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67679B7-E05B-4A49-B566-78FAC6DD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8848F5F-FF76-4650-8817-1E3F47F4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894AF83-AEB6-4B7F-B25D-E35858CD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81484CA-29A5-471B-8F46-AA7F23D9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CC8E118-1E0E-4CCA-ABE0-CEEB55C2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CACD73-3BFF-4594-8092-97CE4204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2650651-DF07-41DE-8DEB-CCC9BD03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BD96C2E-B54F-4F4E-8049-D41AE570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192A0ED-7483-45B4-80DF-0271FA6C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E26EED8-40E6-4146-9F46-B484813B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22C50FD-1D6B-4A3D-B57F-177C25F7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DF3C021-D164-402D-BE17-0A74BDE1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AC7D8A4-BD9A-4C35-8F47-F19D009B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EC5A929-211E-4CD0-A467-27CCC606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F611D80-40F5-4355-A873-CEF221C2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6E4CBF3-84B5-41E7-B1BD-99B28BB0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7A91385-E2FC-4B14-AE83-EF28BE99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CCB70722-E517-47EE-8C5A-7C9C15F7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30796C2-7F48-440C-AC2A-4F1A4590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EE22457-0E06-420C-A206-355C5DFA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EADF5BF-81ED-43E0-846C-0161E1E4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9B0FE5F-FFC4-4B38-8430-E3AC272E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8543F9C-6A45-4FB1-9F72-1FEB2DD7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B535501C-5387-4EE4-9C00-8476CBB8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D96631D-976E-4D0A-B8D2-098A3E62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1DF70DC-FE6F-4727-874A-FF219479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B6EC07A-24A0-42A9-96B5-2448A17E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AC6A224-D37C-428B-9FBC-DEB926A4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BA573AF-2352-489B-838A-7C75BE0E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36561055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7595AE3-2CFF-4EE7-8C48-1374546F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78AA1-8369-4CF4-AE80-70F34946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83584-33B9-4619-825E-E03F2DC1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5A6DB-FFB9-4F79-B32E-C2A5C3F5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37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5E75D-DF38-470C-A322-C24F4F92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21A64-D122-4230-A64E-19916FD5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AD69D-2FE6-4940-BD68-DEE3D8E4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54224-137C-4BC9-BE19-55E29EC7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0B744-0A61-4B84-8037-0AEE7BEB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711D0-9CE0-4042-AF47-E74DE474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24E8C-ABE4-4CF6-AA65-A48F744D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CDF86-9CAB-487F-A3E2-88DF79CA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51037-EC5A-49F4-B7DA-50A149B2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87A4D-0644-44F7-A15C-1B400890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1806D-CB81-48C9-8E99-837857BE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05512-7D3A-4EE5-9D5E-D3D1C6F7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B94C2-6EDE-450E-9388-A9C51CD6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3C55BA-2F0B-4A24-BE50-DDE52CB6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B531D-5389-45A8-82E5-698D43C7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25FCA1-8E61-4492-A4AC-783B48E7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B1AF8-6CDC-4147-9682-6BFB018C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1DEAD2-8D70-4BD9-AAC6-7F47EF98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45E3D-3822-44DE-9DF8-5B40790C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FAE3D5-AFE5-4194-B810-D2F1C7B5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66EF27-753E-4C04-84C2-F2985201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2C8CA8-CDF4-4B8D-91EA-0302A545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019DCC-D578-4DF2-9C38-230DF10F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51A6B9-FCC9-4A10-929E-F4645CD9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39AA3C-9953-4C50-BF59-39006128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93104A-A070-4E71-B6E0-A1B58D5D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A1E70D-8607-4FC5-B75C-7B30717E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DDF970-A8A7-4A8E-9415-A7DA2C94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19B0C8-4B9F-45AC-A883-29136672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4C46B9-A1C3-4003-A382-2469C4A2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33C22DD8-FA6B-4A91-9E06-4907639A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23E07D-A0C2-4378-8D00-5203E24B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E13766-F3AD-471C-BA65-CDAB6307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324D57-92EE-4DBA-AD0B-B6479E41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A61064-C05C-4E63-A196-E754AC40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7B999B-0341-4E37-B8E7-FD15B696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495B6F-FB15-446A-B8FF-026D23A7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0FF44AE5-B4D4-4923-BCD9-909FEEF3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0F356B-152B-4FA3-8901-51A0351C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0EAE1B-6AD0-4642-B99E-2C8A772E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9EA54F-EDE9-4641-B08A-BD3466C6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2B6EBC-3982-43E9-8DFC-D4322322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4B1A6E-1985-491A-8E51-07688C1F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B5E424-367B-4794-8FBB-D79B567E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7B4C81FD-649A-4127-A7CB-54B2B496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F2A5CE-D4D7-4335-AE5B-94B9F072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8B0066-EF7D-44A7-BF02-ACF3DA56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BF7E47D-A1A6-40E0-9F01-C6CC2228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EEDB81-436B-490A-8B32-053EDB69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810D8F-9D4F-44C6-B29E-B0C25C6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5D7CDE-84FE-467F-B44E-1D450EA4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48A093-1EB1-4765-9B1F-048E2849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8DE1BD-1704-4626-AD4C-FC1E25E5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BE487B3-6B83-4776-8B1C-9BC22CAC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C5BCDB-E044-498A-9132-D1E92693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D87128-9241-4095-A668-2CCE1015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3195F69-0F7C-4A15-883F-ADFEE950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9B1A95-36F5-4BD4-8E92-513F2053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CA28AEA-468F-466D-9846-411FDD87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8BED652-4930-46B4-AEC1-0F42F766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09849F9-A568-4ADB-B40B-31DC864F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755934F-A53E-48CA-9ED4-EB74B3B0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37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BD0DAC8-50F3-48BC-B975-5F137124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F948F24-3642-42DE-8B7A-72B64507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0E5AD67-0A40-4267-9049-8595C668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116</a:t>
            </a:r>
          </a:p>
        </p:txBody>
      </p:sp>
    </p:spTree>
    <p:extLst>
      <p:ext uri="{BB962C8B-B14F-4D97-AF65-F5344CB8AC3E}">
        <p14:creationId xmlns:p14="http://schemas.microsoft.com/office/powerpoint/2010/main" val="2105015900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B247FC95-8957-417C-B423-29109D18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126A8-6E1C-4843-A531-EB866974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3D93A-77ED-4962-A767-F8B7A8ED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EC8C0-85B8-4A1B-B5B9-4E9B9972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2BDB3-552D-43CC-9D20-BFF5E5D4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17 mayo - 23 mayo · Dios creó los números enteros; todo lo demás es obra humana. — Leopold Kronecker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9EB34-8247-4EB5-8B22-7702EC99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969AE-B694-4298-8C76-05680D5D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3C1E8-D9DD-4745-A070-2C058911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A71C0-3574-4CF2-A031-B170BFEA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54791-CB76-4956-8204-17A1E6F4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0703B-CC63-4BF6-9817-F924DD27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CCDBE-3FD1-4576-8978-5AD2FF11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52E5B-F224-46F0-9C90-7047086B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39949-705A-45F6-B21A-D4774339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EA909-F66C-456C-BA37-F918501E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A869BC-68B8-43E6-AD29-D5A68B13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66EED-4FCE-42AC-9319-768FFA9B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A638F-257F-4A61-8C80-2C66E14D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1E604-9926-4973-B1D0-8DD3A7A9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A3945-A0DC-4D53-A686-ECAC3420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9F69DC-CC31-48A6-9F90-32917630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6F8DB8-5CDF-43A3-9B42-50ED38B6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77A49E-31BB-40B8-9991-F6498F76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70BD9-0C7B-4B88-9C69-526AE458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9B84D9-62A4-43BA-A5C5-5C1FFD38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71CF06-D51D-495C-896F-93FFF429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A965D3-6E83-4CF8-8FE2-C9216E06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DC77FF-9533-45D2-BCE0-13172C4D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949DE0-6092-42B4-AA08-0A2EF306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06B3E6-2A63-4405-8B0E-9C0E256A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595C9E-8A64-45E1-A8AC-9689D5E3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1D950C-AC8B-4AEE-AE45-93C3D20A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324C30-50D5-4A16-A3BC-A31D1C88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2E4951-E3FC-4203-BA5E-2055BC77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F4C14F-051B-4B73-9717-B8F84AB0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2077A7-FD1E-49B9-AA7B-2D3A944D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34DB80-E239-4F08-BC06-20FC610D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CEBB63-8722-45A1-AD15-68E07911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B2E85C-DDD8-4F6D-B164-CBE26032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62E33D-1D82-465C-A9E8-AF05C4F3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84B041-4D30-44CB-B6D3-B16663CC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F4F92A-FCB9-46E5-8876-8DF11B96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729B69-65DF-4AF1-A213-DB22C304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0CAFCF-AC3B-4681-AE0F-1C0779F3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830F75-8B21-405C-A13B-96F52F6B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5C34B9-1F38-44BF-8018-16A23944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85C5AF-FA08-40C8-9AA3-4C3B79A9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E4DBBF-154C-4636-999A-02E601D5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4C26DB-5624-4579-90DF-193704FA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51D42F-6031-4D9F-8A80-FFAD6EEF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C89A91-90F2-47FE-812A-4E72A78E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A21C3EF-955C-4EA9-914A-FA7BC730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A29373-8C44-4D80-B12C-026EA6D2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68D4DA-82B1-46F8-90B8-7D040A5B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105203-1D6A-4C38-9607-F6E2670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A5C69B-73E4-4498-93E4-8E3ABF9C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C1D654E-A7D3-4FA0-91AB-F9AB9895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852186-FE1D-449C-9E64-99219702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66F8CD5-7C45-4976-AC05-7646D0E7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066E8F4-94EB-4D26-B142-CEBFA853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535006-2DC1-4DA6-908D-4FDF1045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4EE03A7-AC5D-4836-B453-672E2D05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20AD946-4EA4-4156-95DF-86C3023C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A31629-FDC9-4324-A0C6-3683A8FE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348FB4-5525-4F59-BF91-D6EDF824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CCCC77-552E-47B1-A6AD-6C877E47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C104AE-F745-4D6C-A334-27840EDB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26F2368-4577-4050-98CF-CA9EE547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F62E838-D6FE-4E27-8CCF-5F0FDE87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2223E47-C18C-4F1C-9B09-D4349478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86E89BF-7421-4996-9913-D3A4ED3F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9E1E021-4609-41D8-AB36-719A74E7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6DDA19F-98C8-404B-AD44-3373CF0F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C00E717-E065-4340-A09B-FDAAB119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EB422B0-8324-4ED2-9BDB-BBDDF85C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87A0F55-42BD-4566-A531-F85A8748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0C5206D-C830-4F33-8B39-DA95125A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DF0AC5C-09ED-4BB9-BDEC-25112EE9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9164C65-AEAF-46C2-ADB0-D19D53CD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F62CDA1-DDEA-4E6C-9747-D4561D5F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1BA9A65-9127-4DDA-8207-46AE95C8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4BA0351-8AAD-4680-9C71-855D9064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64AF199-50CF-4680-BDAD-8E8F0887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61650D9-7D9C-4010-B9AE-8A4A5D76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12D472D-F700-47EC-B243-B7CE49A2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E5E4315-BFD0-4693-8C45-650B7C45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736D4BE-BC40-4246-B66D-F0C507BC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5BFF6DD-3E8D-41C1-A654-C9EF50C1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A34AF08-519A-4C8A-98F5-F84287AF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9EC7158-7024-47CA-AF28-C52D0965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2A00BAA-95F1-41D1-92E8-B1F6748A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EF5F146-FC81-4377-89FD-0DFA0E56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E0EED93-DE1C-437E-B2E0-C5B57FB6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2AFB661-2A6B-4AF0-B6B4-B781E28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204797C-D5A6-4051-993F-7F6E6140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85A0F6A-CAB6-41A0-8006-F59AB17D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1E314FD-BFAA-429B-B641-9019CE22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847B74EA-5943-410F-80A5-C8BCED79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7117F6D-FEB7-4122-AC89-A3DC406E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172D640-D0CD-4E03-ADD0-28146C67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CED4D65-A26D-4CBF-96D4-937277BE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D0EC39F-7F44-4A08-9958-C4FE6B2F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7E09C3F-F172-4FE6-A02E-E1486DB1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9C6D107F-0605-4F75-9CD8-EC20E933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C606DD1-37B5-4087-B2A8-B388800D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F87C5AE-8FF2-452E-B8EE-74B8F872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F6A4BE3-33BA-4DBC-B493-BAEA5F74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5644BFE-04E9-4876-AF89-EB065D09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426EF93-5960-4618-A5C0-268A47FE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1688345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07450F0-DB17-4EE7-8D5E-5A4D317F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E973F-C441-4E9B-A361-9F751183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1004F-06A8-4DE4-8D2F-3A1303F2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C6B90-EB88-431B-A934-6E71AE83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38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98881-618D-4E05-AD9D-B798D071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A14B7-9FE8-47F6-8277-DBEF44BD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BB0CE-1B32-48B9-A83E-08E5A2DD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7C383-1A90-4251-9009-CA039422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EA40C-7138-4A2C-A152-507C3B53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B63B2-89DE-4E82-9A52-B5D5F911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40002-5758-4550-8DEB-4E75DA0B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2AC7E-7B5D-489A-BED3-CC5B3097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8EE82-A2DD-4307-832A-FDE43393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15D22-D8B1-4566-BEBC-5332B8EE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32CDA-0763-40A0-B0AD-E90A730B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9C4F8-409D-49AC-B2E8-C6435E49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44930-1BB5-4EC9-A841-D0802DF8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7C25A-9530-451B-ACA5-C910B414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46491-E1C6-4F6D-86C7-A1D90E31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7F39E-F354-45EB-BC11-8550C6A4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C4CC52-3A72-4DF8-95DA-96A28C03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923C7A-FD00-4A5D-93B0-D1A20C05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684593-F95D-4682-A236-F2320612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A84DD-CC79-430C-9E3E-57BCE92D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AEE0F-37C4-474A-BB9F-E4372B89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BA9CA2-4EFD-4CAF-9B8F-DB0928F7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DE8255-BD4F-40A4-8B2B-4FBF9751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590FC9-CDD5-4570-BBA5-8563D839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B2FE19-9A50-4A43-9447-040F895E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E1DB66-F31A-4F43-B0CC-134D1A73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04ECBA-DEA1-47BC-827F-4AC865C1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BBB3E9-05EC-4A3D-A946-844183BD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9AF73A-C15B-489F-BE5C-93209AB9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A41E70-1DD2-4B8B-B6EC-A628C5C9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FB15F976-A967-4C73-B33F-44CA9820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F58388-A0EB-4308-A458-6321AA95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D69748-39E7-4252-B9C1-3B79A2A8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F4C8F0-4DA8-4367-9AB7-9DE7B6BB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9A5B8C-AD66-4D50-ADC7-36898AFD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E1D211-59FD-4CC5-BF9C-61C08921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0548A7-8CAF-4FF6-9AD5-AD2AD552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5F555A39-0D15-494E-BEC2-8B7116DA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33387C-B6DC-4B22-B0A3-0A62ABC5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88610B-836D-4BC0-B702-A9983875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98129C-7E56-4083-86EE-4F924CCB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FF4C2B-483C-4AEF-B7D3-48B22E10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5B1D8B-10EF-4EB9-B7C5-A4D0F02D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838E1E-CE04-4B9C-90D5-E7E3FF18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141E6312-A6D4-4393-B168-6BD5AC66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3CF73B-9BE3-45E8-940A-DDF7A2AD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F8EB235-F2F7-4019-B63C-64E31D99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861D88-22CD-4E7C-9AFE-E30E69EB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569D1D-796F-4A10-B34C-9F34A7F8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83214F-D15E-4A14-A60C-427AD955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1ADA4E-7D4D-46BB-9495-8C916F46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0CFA8A-926B-4A72-8C6C-4F404381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C0F8E9-CD9D-4D17-A4E4-FAEB80F8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F10C67-6420-44F8-B7BF-983FFC99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522371-A17C-4395-B6DB-E545FB87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020DA99-0379-4C07-AC1F-7BC8B2B1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CA4CBD-9350-4CAE-A84F-038BC637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5415329-FC7A-4770-9DDB-139BAEF7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B05065-DCB5-43D6-B079-00747BFC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4BD2CF3-CB16-4F1F-80C0-362FF2D3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5D387E1-FCD2-4D47-99B8-898591B7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0C789B3-0E5E-4B44-BC4A-25077033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38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55D7FC9-7F5E-477A-94A3-DE6FD450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586F30A-3670-4090-A830-27FA1427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9CF1104-7CBF-447B-AF99-39F8D818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118</a:t>
            </a:r>
          </a:p>
        </p:txBody>
      </p:sp>
    </p:spTree>
    <p:extLst>
      <p:ext uri="{BB962C8B-B14F-4D97-AF65-F5344CB8AC3E}">
        <p14:creationId xmlns:p14="http://schemas.microsoft.com/office/powerpoint/2010/main" val="251195464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CE9E98A-FDD1-475A-B57A-DAA5B290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7694A-0EF2-4B4F-AFBB-A571AE3E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80E47-5E80-4A24-AAC8-93079922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A2165-8B4E-432E-80AF-62601901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D4B96-FACF-4E73-B91F-39D97838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24 mayo - 30 mayo · No hay camino real para la geometría. — Euclides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55DA3-3B81-4536-8163-073C0653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A50A5-B2D1-4C32-853C-8CE119D1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81F51-D5DF-4E1E-9DA5-72B8722E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D3063-BFD6-40E6-88FB-7463F3A9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E201F-B86B-46DD-B32C-20B9AE0D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D2176-DA64-401E-97D6-F9756375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97560-4BF2-4EF2-84E8-6A0A3A1E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B5A3F-26B2-476D-9B0C-26040941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67FA5-68B2-49AE-AC77-4ED6412B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67F1C-CE46-4CD3-A71B-D54C8BC1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F37D8-EF23-40B0-BCB8-E699BAD0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246FB-5D46-4F5F-88EB-54DC0C95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6E521-3D86-414C-9E8C-A25E1183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E1124-3843-4E3F-8660-4DA4A5E9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B885A2-37EB-42FF-8333-6A525A99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BB71C6-6C56-4ED9-94AF-B4B0E47F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266142-9A89-4AE5-A6E1-222FAC8F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CC5D6-11B1-498F-B5A0-F926BEDC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D20816-5F59-4B3D-B6E9-58043A64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E1811-E845-4F64-8620-0A487B8A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46CCE0-D1BD-4720-8D77-07905437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824072-D13F-487D-84CD-A317BBCA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5C383E-77A2-47B5-A1CF-67B4E305F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777032-54FB-4576-A2AB-996C7A6E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915318-09DD-45E4-8442-327207E0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983A9B-2021-4060-9E0E-3218AD5E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D28BA4-C1E0-4DC0-AC19-74649E4E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13B767-257C-40F1-8064-E1F1209B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4621DF-FEBA-40DB-8842-F7DEDD61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260AD3-D81C-45DF-AAA7-DC9B4A72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465F63-1E33-4289-8FF1-FFE470D3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405D48-1322-4CBE-BB24-ACAF5915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852A3E-26F7-4149-B4F3-28BB3457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940763-75D5-4E38-827C-8D399BF7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A49B06-28A2-449C-AE21-DC839BDB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7224D2-8BEE-4CBF-B1E9-A15AEBE7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1A43DF-B771-42EE-B70A-12FDA09A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B08956-9115-45C3-8271-8D514945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78C26C-7135-43D7-8949-9B8CF629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6B2B14-8683-421F-8301-8EB7B67C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D563CA-978B-4816-8C99-5E6B7C3C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939E92-616F-4C8E-85AF-F860FA57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07B5AD-0C56-4913-8440-32C7D9AD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1F5EEA-F537-481E-A94C-F27B1377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E1CBA6-5F4C-4548-B20F-BE330FC1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E1227A-85CF-44DD-A9D0-A74DBEE2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2D50E5-9FB6-44E6-9EAD-44F5DB57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6EA620-3AC0-4086-899A-9520548B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D876E8B-74B8-4D4A-9362-DA593185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026480F-187C-45F5-A41D-0026FBEF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D3D30F-0DC6-413E-A845-B17F8837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233F9C-4C0F-4561-B46C-C5E5C3F1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3D84B3-53AB-450F-9733-78E6BC76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8F9644-7520-4FCB-A863-04E39B73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0C64B9-2C8B-4186-81D7-B04146E9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4650ED-B240-4788-B83F-5C965D0F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0BE5C35-27B8-4D4D-B384-77087988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F74D3BF-CE26-4AAC-A822-2B969204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C7BAFD0-F60C-430B-93FC-7319338C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B16BDEB-0807-4AB2-B063-9B1D5EFB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35FA4B9-3299-45E2-87B4-D193E3C6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BD05455-DD71-4F22-BFED-D2290F74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076E86-AE16-4BD1-8714-C282085C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3BE2E56-0478-4BBB-A897-6AF32948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DB43B26-E3AE-4831-92EA-D6498376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1848D44-C993-4C03-8ED6-E674CD9A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03ECE33-BC7D-429F-882B-573D6425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0219CA2-8C61-4D42-A23A-64E4405B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C22B0D0-F815-4DB4-AB1F-7B74B72C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CB8A035-F717-40CD-AAA0-F8F6347E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2D81B83-B402-49D9-8A15-8D0C8554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6A18201-470D-4647-9FB5-06918256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EC0EDE0-3971-4DD4-AA2F-015719C7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62BC001-2FA0-45F3-8431-E6BB435E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34747C0-BDE2-44B3-BA83-3576DAD8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5C68B91-5EA7-4419-B573-73468B12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D5683AD-6A67-4E72-B481-43DF2BDB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3334FD3-5199-45E7-B724-4C74B5CF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8A62E7E-B995-4B8A-AA1F-C1ACAAE3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68F6275-2B08-4D1F-881D-DF5371E4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9E1E7C9-C637-4611-9B09-F799C143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DFCC081-BF35-40EF-B66C-341F972F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84FAB8A-5EC7-461D-BE3C-90C72FE8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7E985C2-DBCF-4FD3-B107-5F39E3FF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9A057C9-0C1C-4B21-B3A7-8CA65420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52B0ACD-A2DE-489A-90A4-0092D906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61E636E-FAEC-4D1F-B766-7ED0DA26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22F192A-EDC6-4038-8EBC-E3B890BB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EAFF1A1-29A1-4DF2-8BBF-B4BEE1D4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EA5CD1A-D6E6-41C8-B734-9803501D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C5DC5BA-0163-4470-85F9-25F69B87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84E7371-A7C7-4E92-9244-900560E6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6122C8F5-2368-4C18-97AC-E4D60710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D2FA166-FA19-40A0-9B09-8EDC5E02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876161C-B80B-4D62-B1A9-282498AC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B422490-CF5B-4584-9857-9D04C6EB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1AF2179-B4C7-462A-B284-FEB25F1B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DD778BA-C3DD-46EC-9B03-E0511196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81FED45F-BB1E-4159-A30B-D433A67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C5BFBDA-A4CE-4340-BD67-A884972C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37E13AF-20E4-4DCE-AA7B-0FBB865E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F7317D1-0FD1-40A2-9613-CE0F3CF5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E98933E-7F47-43D4-81F6-C6B635D8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9DB5F50-89C6-423F-B15C-61B9494F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0291530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373ADEE-C69D-4131-A20F-A1F8E223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9E9F9-18D5-4A91-BBCB-8926D644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D0A86-7C8B-4143-B9A1-F3D8C824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81021-A747-471B-A7B7-928D1DFC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39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C74B1-EEEB-49F6-B14B-96C25E11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DDFBA-A96E-4DCD-9B61-0E807A8F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1202E-96F3-4E71-85E4-2E85E02B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079CF-CD97-4BE4-8C4D-1D0741C4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C9DEF-694E-4CEA-974E-393948A1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61AF3-AD17-4FE5-8286-F1B7C0B4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7A1A1-E14E-428E-8690-ACA196BF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22545-8FDC-4D66-A803-3FE17C83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4E88B-AFF7-43DB-B429-2AFCC23A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0526B-F588-4371-8072-24FC32B5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6798D-1B8E-4CBC-992B-D9E7BF9C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5B310-321B-4B80-AFC5-672BB270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EF693-A599-49A9-97D1-20670632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033C6-F516-4C78-A101-ED9915AD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941DAD-F27B-4F77-8228-EE78D1D0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8A870-1EEE-47C1-A70B-D361E3F3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DFA14-6E17-4981-9990-DB32AEE3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E08816-2EC9-4A79-BCB8-BC443A8A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2E2A7-785B-4E62-B111-1E997337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45293-5E5E-4039-B2C4-172CABB3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37FF34-9BC6-47C2-A7C6-98F5C794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64E96D-63BD-4FDF-8B4F-CFA7980D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7379CF-60C9-48AD-82F7-6027F7B1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804588-BAB2-4035-BB94-51464495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033CCB-4172-42DA-8322-1C457A83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EF7546-D43F-4D99-84C3-4CFDAA4A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6BFCD6-4D4E-4D18-9B8D-D6EB91E3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AB66CE-AF4B-4912-B840-9A914D95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152351-A460-49FC-B3A0-FC7F4599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D99993-606D-4D98-8DAC-BE0085E8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62825AF6-2B74-415D-9E79-FD3CE8A1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CC8DF6-4B86-40F9-B8B7-60122722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A77AEB-F9DC-4E8C-87F1-6E24073C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10BFAA-C984-46A0-A390-D492C7E5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F2A963-238D-4C62-9779-FCE523B6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0142FA-8D0D-4DC4-8303-8572E5B0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613446-7CC6-4BE1-B27A-A0C7051E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53E5922F-330B-4957-A274-9C2AB766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21477A-74D0-41C5-98AF-C86F7A57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96C5F9-39A1-438A-841A-86603A8F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C82F92-59D8-4A04-8033-4A175273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9492A5-885F-485B-B63F-820B7B67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3F9FB3-DB68-4B0E-AB96-5CDB6559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F522B9-FB07-4DD3-A4CB-C9D91D30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E4B58A43-8EE5-421B-A47B-BEC883DD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992EAA-5862-4901-A28F-946CBC23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9F20F8-2763-4BC5-B73C-54A0E313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C4838E-B9EB-442F-9C85-D92EE2D9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E7324F-78B3-4426-ABC3-5FFBBAF5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3DE714-E9EE-40E0-BA17-A0C60E6F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6277BB-0F09-4D2C-AD35-ACFDF304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19667F-05D4-4CA8-B1DC-409C436A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545C61-6161-45D3-B6E8-F3AC4D72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8D02E14-DA49-4006-A550-32313522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9055ABD-2101-4299-B312-C77B422D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FFA9371-F026-4EB6-8CBB-EBF49E8A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EC06DE2-D1A8-44DA-994D-E2DE469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ED1D1F5-70C4-4C1D-A23D-E86796D5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77BD096-FF86-4189-A211-4DDE6A83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8169A7D-807D-4C9C-93CF-7FB5889B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3A1B38A-934F-428E-B947-B6BCB811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1805AC-F011-4252-B9F7-F7F79CB0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39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EDB556-CFED-49C7-ADA0-86BD9AE3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1B1998-2943-431F-9B9F-D540E63C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5D6639D-5A12-4A54-8F30-EC2A7A30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1180886504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86A2D6B-E775-462C-B853-1864F71B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25CBE-3854-4FD6-9545-EEC7BB01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D55E6-5E00-4F3F-ACB1-6F30126F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91539-0146-4510-95CD-AEF4E103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B34F8-CEDB-4F54-8111-112F9D97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31 mayo - 06 junio · Medir lo que es medible y hacer medible lo que no lo es.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A00DF-2565-4FB1-80BB-202DB5E4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D0351-0956-4C07-B8F0-F7B5810F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2A629-E0F8-463C-B2AB-B0D883DD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EFE58-70D2-4684-8F0E-32A0D99A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14B3C-01DE-4BB4-A4BA-4F809E37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D44F0-2FA0-484F-9590-00F78820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E75AC-52E4-484B-B056-14057A3E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39BC0-C6D6-4AC7-B881-C020EB14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5E2D5-3B70-4419-8FF0-69219980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D78B8-FB15-4F73-B036-655EC877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6FE791-6EBB-4479-8B9B-BBE5BD2E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0835C-9FA3-443B-8BFC-C44B403C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C789D8-F7C9-4559-996E-2F1BB051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8D2ED-0608-48E1-987C-3CFA2002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912A9-E366-40D4-AD47-3A709166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E4E6D5-30F7-4FE5-99B0-55411C81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E8907-07D0-47DF-82DA-6A781CED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82AEB-F98D-44BE-921F-DA873C28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38D7D4-7A81-4DC3-8FC4-9383124D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B5FFA-2B43-43E3-82AB-9E5D02D0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1C2208-C53A-43E3-8D15-75AA2EEC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0D4ADD-5B4E-48E9-9713-8D290F7D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043CC3-CA81-4C9D-B4B7-FDCE2AE6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BC06F3-1B40-4768-A706-43094C2B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38AE65-EC6C-48B3-B15F-D1C5F3AD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D4E929-E8DC-48C9-A970-2309EFB1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2C0248-A42D-4CCE-9543-54DECCA1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394FD6-234F-4B6D-9074-AD2F6184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2E0219-14F0-4603-A2A1-F05ADD08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1E4641-B960-460A-B3CB-A0757DFC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09AA69-DE1A-428F-A9B6-BB6FA521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FAB659-002E-4341-9AC5-7C97D096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434CD6-7500-4EFF-AF7A-175ABF49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5FA959-47F9-435A-BA8F-F01975B9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443E6E-02DD-4308-8ED8-866465F0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6D8712-C020-455B-BA3C-B4A12065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D33204-39AD-436F-AB2D-76855FCA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B05BAF-C063-4487-9A6A-777E54E8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F9B7D8-DA38-4D54-9E09-B764C273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53D600-A1E3-4F90-B624-D1CF326C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0C4D21-F08C-4BC4-9159-9DF90DA5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6B7337-4962-4461-8F5B-F9CFB177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CF80CD-9088-4412-B561-5813EC30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CAD194-D467-47B2-BAD3-3FE85118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1746B4-2575-4F6D-B15C-4B18F0EF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1F6E29-E7E8-4C0D-9FB7-7DDCDB92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4257CC-6259-4D16-9DD6-6BED9118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B5E227-82F9-435C-AA26-C2C3141B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C83F5D-B83B-4497-973F-3D8E7561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2E079F6-EEFD-464A-BB91-A8D107B2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EA1705-E266-41E3-9BA9-E9997C57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6A64FC-03CB-4A91-8524-BE557AF8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580424-2476-427A-A65C-8C0E71AC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ABDEEF2-352D-46E8-B8CA-F746D7F9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C244AF-1C68-4CFD-A343-2AA7EADF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280DA2-2E34-432B-A694-0A6477F7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172FEC-E97B-4189-AA0B-409918AA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BDBA79F-A8F3-4281-83C7-63B5CDD3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EBC115-3DFD-4574-AC99-0A3322A2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515AD50-DE8D-446F-B55A-79B5EF19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F3D55CF-61B4-4493-8D6B-6C46DBE1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791988E-2CA2-4BE6-9D1A-832C3AC1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F76A96-DFF8-4CA4-84DD-6C19BFB9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A8CBA1-4E09-497A-8026-F070E7ED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92F219D-7552-4070-B168-AC5EF442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9D4ED04-95D5-4B90-B8E2-FF1776F3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702F59-C719-473F-BCB8-90CE9EC8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FED248A-F909-4E61-88D0-8196D28C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BB0B34-DA0D-4C1C-A6D3-82A41AA1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62BA4A5-C051-4719-90C7-F97B6FC3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6511FC-4FC9-4D8D-A867-EC9FD530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B2ABA64-BFC7-44F9-8E0B-AD27F8F1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F287A28-E19B-4087-A5FD-D84C74D5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71A273A-33CB-4E8B-83A1-AFBE8CDB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3C1BE12-0B10-41EE-8A45-CB9ADB54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6C2A0EF-CA9F-4205-8685-132555C9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334A066-3612-4DDF-84AB-B4A1C0C2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E2A50C8-0C1A-46AC-BF68-860D893E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7599A16-DD3A-45C3-A02F-C675626C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CCAA935-026F-41E7-9370-218F9E9B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A6F6A66-0641-4D58-BD8B-E2C23434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FD8574A-FE4D-41E9-9E14-9C253BB9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0BBE225-5DE4-42DF-9DA7-C2FC37C8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D6AE92-DB5E-462B-B04C-3683B6F4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B133894-566E-4FA9-B2AD-29D15EAB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C68AC5E-2FEF-46E0-9002-AC1C084C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E77ACDC-E955-4140-8597-969124C0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9E7DF3D-8E6F-47C4-80EE-919A693D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9EDA718-F159-426F-A8D8-58574540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B21734B-94C1-4704-9D76-4746E164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F95DB83-2D84-4F83-BA79-56AD6A52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7D5B1E0-A667-4805-9B04-AE68AF69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A2C30A63-B946-4F36-81CB-A4F5484B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79E19EB-7A77-44B7-A347-E0C2EDDC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B913AF1-50C9-41A2-8AC0-C0DBCEC3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17C5820-4346-4DF9-A066-23BC7422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D14B6A4-AC47-45C4-A179-52EE854C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C155805-AC90-41F1-B509-9EB10F67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B30F1A44-C3D5-4279-BBFC-81E2000A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B69D046-387C-46FB-B3F2-91254DF7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7A3CC22-F7FA-461D-9CAB-9341FA58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FC0F1A9-CE99-46AA-B69C-1B2DDA02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7BC377B-C7AF-47CA-B32F-4D0B7CA7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C3B3445-DC9E-4583-9B8A-6AD88693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2689985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39645CB7-CB70-4555-A950-34D21355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AEAFF-B3FC-4928-8201-64B04767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64DAC-7A08-4773-B880-79B92E44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C25AD-01E6-419E-B024-AFB080B0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40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E596D-290F-4A7A-A9A3-229D95CD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DD936-3925-47F6-A13F-D9BF256A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30724-A276-402B-892B-7C6B50E5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91115-12EB-4496-8643-3AE55D07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D0ACE-250A-4E3B-9BB3-6B3C3091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2C098-6DAD-4B45-B688-D997D6BB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2049A-55DE-4D39-8235-424CAF66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E7CBD-7633-41ED-B330-4DB00858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6CCE7-28D0-4789-89F3-70F7144E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7491E-A03C-43EA-98E8-5A675175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30911-4B7B-4C35-B7C5-4572BE2B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25993-93A3-43DA-8BAD-4BD0C6E1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E3C7A-1EFC-4F63-A5E9-5C211C6F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F4749-672A-49EC-8C86-BBA48A2F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4E1703-2A3D-4549-A29C-C88E821A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0A395-3D76-4830-B460-F7CB1137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803252-F71D-463F-890B-4D8DED75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F225D8-6865-41F2-A6CB-0DEF1B6D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A783EE-D02A-46F5-A1FA-14EBD4EA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5C1FB4-3D1D-41EC-BEC6-DEAAD2CC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027FFD-A486-41A4-A354-81F17334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A35AE1-E80F-406C-9CF5-D923AE6C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C72ABD-957D-4189-BE22-D0F0E986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93ABFC-4DEE-426B-A520-C03CB8A3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AB94D2-D6BD-493D-9DF7-854091F0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3349F7-7D09-45CD-91E7-B757BCC2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F47E9B-4E04-4A31-B183-A0CF74B0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230F8E-7F74-43D6-B542-E7AB5CD2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FE0AEE-9C0A-486C-A041-672E69DC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E4151E-9C60-4A07-A629-61F819D0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DAAAF69C-5641-4C27-84BD-EF82CEE2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D7114B-B3DC-4A14-A6F1-6CDD4674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3F4E9D-8A9B-4639-9448-A77034F2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948F58-8978-40FB-9D83-06DEA842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57BED9-B4A6-4CAC-BA8B-26C1A4C8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8599ED-5D7A-426E-8B95-3014157B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CC5C85-236B-4C92-BC05-C59F621C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E2824CCA-AA08-4022-A174-A1EA3A82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6F297E-DE13-4B81-A4CE-FB241CF5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CB0E38-38B2-47A9-8492-8E376171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124E818-8941-4928-8586-24E271FD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1F8E7A-2B10-4BD1-A81C-F2D59661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33CA4F-0F5D-4DEE-ADAD-6F3B72BF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FECF40-D375-4CB2-BA8D-BCA797CB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03D487F6-3E5E-4387-BB2B-A020B529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0686DF-D0B5-4823-A40F-ED46F0C0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905904-8AE8-4BBD-BA83-DD6132B5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BACA3B-2BED-4F9B-8DE7-03E700FC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0D160E-3C2A-462C-AC0A-5BA08F45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8CAD91-0446-45A1-B2F8-48EEE1AB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C98285-1840-40AB-93F4-752E931E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A4B3B6-F8A4-4699-8645-7544C49C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E0F69C-4CE6-4DC1-820F-23838BE3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A1EB33-064A-4805-94C1-7C42894A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9506AC-B0BF-4C76-80B3-1C7800E7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2DD4D4-99F9-4B5C-9895-A23D6955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1D9C58-B9A9-49EA-8DD3-E766ABDD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06E58A5-31D3-4D35-9E94-1A638A0D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0A12218-71B1-4412-BB7A-5D1E5EC2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928B7D1-5A36-4A0C-BB49-688A63F5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5A9EFBA-8DFD-4CF0-BAB1-4BACF42B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ED760CA-E698-4625-8A62-041B7320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40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46F3515-06FF-44A4-8227-1024DDE9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1DEE086-9B92-4D23-A853-A1FF6266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C7242EA-833E-4CAE-89A9-CE4CA8A5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122</a:t>
            </a:r>
          </a:p>
        </p:txBody>
      </p:sp>
    </p:spTree>
    <p:extLst>
      <p:ext uri="{BB962C8B-B14F-4D97-AF65-F5344CB8AC3E}">
        <p14:creationId xmlns:p14="http://schemas.microsoft.com/office/powerpoint/2010/main" val="1296255265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89B2459-39A3-45AE-95E7-0DA76DE3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48F65-0396-47B7-9EAE-1AFE8FBF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D9AC8-C2F7-41E8-992D-DED6D457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E285C-1430-4167-B444-E8334ACD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42DAB-41E6-40F1-9BE7-173BF772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07 junio - 13 junio · La imaginación es más importante que el conocimiento. — Albert Einstein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0E9F8-084D-470F-A704-38737D10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E2296-9FEE-4E64-9431-A6173802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AC536-0F80-460C-8AF4-6C0ECED7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787A6-6961-4E61-9842-697968F2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D6363-9315-43C8-A399-BC05198D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CAF09-86B3-4FE5-B2A3-FF998105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9C38F-24AD-4C67-BED3-E68C69CB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B01F9-F033-46E1-8EF5-68948DBB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8E2B52-5181-4555-A920-DF4002CD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08BBF-4243-4D65-9C7C-9F269BCB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C21DB-67BF-4FC2-91C6-42878E1A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52D59-961B-4673-9470-CC3C875A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4DB98-406F-4AE4-88A1-7591F124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AAF95-2D63-4376-9090-F84CB807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22ADA-C8E2-49A0-8E3D-18531002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8E6024-529A-4078-934C-A0E2A299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9BC75-7B10-4B21-B924-1CD8E472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A0874-CE7F-4618-B094-C6AABE0A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419065-9DA5-4CB5-BEEE-99C938EE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90E54F-1476-407D-8BE5-47CAF1BA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25EE67-32B8-40FE-A50E-9FEA2F49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CF6B89-773F-4107-BC69-D70340A4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3A6542-A995-43B3-AE5A-77624ACA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00BD2-F653-4336-A2DF-54AAC481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AADDC9-581D-4BD8-B924-F9C4D508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F892A4-AF87-4704-8785-DC9DBC07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272F55-1951-464B-8E55-8FA8849B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503A92-D0B3-4260-89DF-1A81779D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D8DED7-95B7-4530-B7F8-9A8123DC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86BC8E-0216-4DF4-B5A0-BDF1F381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70C7D6-865C-4ABB-B3C9-DBBC8FDB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17526D-8D10-45F1-B77F-6EA05242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24BD77-E12F-43BD-8BF6-07D1D1FF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E7D972-FCD3-4A4D-95D0-A6B17393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B1E45F-3217-4E35-9A38-1EA39AC9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A09FDD-6F1D-4B9D-BD8B-40EF1CA1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949CBA-02C6-44E4-BE29-E4B165D6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D28418-CDFF-43D6-AF51-E16415FC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F90E94-AC1B-4952-BC26-1016085A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6C4213-9DAD-4683-85C1-AFEC2D38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8F746B-4150-4398-93DE-2BDA7285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DF3B4D-E9C3-4DE5-A33E-DC07F3A1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EE8A45-2222-4CFC-AF46-A41ED7DF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C72EF9-A665-4B5C-B01E-17D2CA41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6F693F-68D1-4808-9B15-6A0E6356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5C9EBD-59A0-4A0E-A057-28D14B57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1F0DB6-69B5-41C7-8999-C782A84B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1B5DC81-7508-4C00-9D10-D049A45C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0631F2-2E0A-44CA-B6DD-D0F9D9A5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5133DE-6F54-4AFE-8DD1-8857F883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9DD506-CD48-47CA-88F1-A5815EAB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B66166-01F7-403F-A496-30EB9BB5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6D5913-9234-49D1-8107-B8349E77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056A166-15C2-4B4C-948F-F9ABA548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DC9866-BF15-420D-A0A2-8C76B354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E09163-15BC-4895-826E-FF2EE8B4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5A7FF2B-C514-46FA-B2C7-76487FA1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2BBB4D-372E-433B-94A6-8BF6614E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955721B-3FBF-4ACA-B3E3-B52C79B6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791EE0-62C5-4DEC-BD5C-3361F761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D33EBFD-4811-4AD2-9C5C-86066031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40886B2-6E50-4AF6-9F60-414B8DB2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711F866-84CA-4E60-8708-28786CB6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D726BD-E59B-41DB-A417-E491F2EE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6970A7-37DF-4BEA-BDB6-B06CEAE3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7C76CA-59C0-4E7D-83FA-3D3AACF2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13831C-95B6-448C-B0DA-A9595D27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4D082D2-4EFF-4AA2-B1D0-499678CC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5446374-A1A5-474F-9A02-5A8BAA6D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C3A539-D9B6-4569-BAD5-8BCD9E8E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62F0185-DD89-4986-879B-932A6FD7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5B7A673-0038-4D49-9976-988FC4E3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93C0FE2-82BD-4B9B-BEFF-9EB0A62F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8119AE7-532B-41DA-9EDC-18C0E240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C86ED9C-9EF5-405D-956C-80130A71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1CD34F6-6161-43F2-83DC-26B1CA8E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1546AB4-321B-4E51-AC91-C8853755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602352C-D1FC-4D06-A00B-896F9132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FB28005-43F9-445B-AF8C-8202A5F6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BEA35DA-B435-478D-B7DC-297A3966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B418A6C-89AB-4715-8158-350C4820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0F185B9-8F51-49E3-A48E-919045ED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24034C0-DB73-4E0E-A6C6-2FEAE797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EE8B656-713A-42D9-9903-7A50B61F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C80B5D1-5996-49D8-8D08-58B870DE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2C46471-94AA-40D7-9666-80CF809C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487020A-C982-4AF2-B624-C7912EF1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333DEC9-0235-479A-9482-8DC1E967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62C1188-FFA4-4682-9922-3FE1F8D3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CB9680E-86D8-4608-9E5A-BCFF22EB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3B81BC1-0509-4EA7-9BC9-67CBC69C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64EBEFA-668C-411B-A7B5-866AE989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95AE501C-AEB8-4E03-AC5F-4FFEE357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694E419-2D0D-472B-9E7B-01DD161F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D1B227B-B223-4B15-8679-6CD9B68F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A8C08BD-9E17-4EAD-8E04-78C2EE7E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C68BBBA-1317-4F3F-888E-17EAFB41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9769A43-D4E5-42CB-B8F8-F3503645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BF3ADC39-A6A3-4403-8DD7-23FC43A8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3F379E4-7BF6-4876-A57B-9AB62661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C52CBCD-EFB5-44A8-9EFA-29269F04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52DAC1E-CC88-42BB-959C-F6630E64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6890796-4A48-4711-A935-868FF3A3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DE7A1CC-A40A-407E-8516-B3F5D29A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8407887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8D63604E-EFF5-4914-8A12-23E27A89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10D93-0FB1-45D6-8AFB-A252EEF9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4B4CA-6086-4337-8693-2D72BA2A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C981B-48C6-4A6F-9A3B-2742F142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41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87380-D542-48EA-8267-59073471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CA463-18AB-4E63-9134-A6ED7EFA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0E249-3832-41E0-B785-70039177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F64E0-4C74-4E77-BEAC-31454E7A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89A75-F4D5-4F13-A048-B2C3CBDA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D10CA4-3017-4D8F-B850-21508B7E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37A89-6D2D-423C-A0F1-F98FCBC1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68508-0B7E-4F3D-8B94-B3D415B4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617EB-3F52-4A58-B278-16DCD7BA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815BD-5A94-414B-8BB2-7A210A5C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A49A7-4AC6-4C10-A8A8-A01599F5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949C5-F93D-4782-8900-3C6FD0A4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214D8-A4FC-4020-8E77-026B0529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82153A-A47B-4855-9BB4-6E2D5D2D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639DE-DD31-4632-86AB-74D405B1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2C25F-D679-4BAE-B199-17A81996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0025D-C35E-4FA4-981B-C214F66C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A61A78-7522-49F0-A08F-ECCE3FC9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74E9F4-578E-44E6-8A08-D9D914CB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FAE303-0520-4C41-B970-66D45D23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33067A-D32A-4FD4-88DE-BF714EFE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546210-C597-4F0C-A38C-C139F95F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23D948-EED7-4095-BD7D-72E42F42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26D04F-26F2-42EF-B054-E8167744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31E4BC-A1F7-4CFE-9A4F-5166B900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5FDB0F-1993-43C6-9145-6AC17B7F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6764B1-15F4-4096-875C-8B618088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7B30B7-1E81-46B0-ABD5-D13BF811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1FDC58-3228-42A4-B478-C9BA3745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BB319F-06AB-418F-89F5-6C6AADF1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3EE95E71-23E7-44DA-805C-E657DCB8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D72FE1-9C7B-4D08-825F-FAC109E5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2F6789-1C29-4EA3-BA88-D2209B29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E7BE18-F4AE-490E-B39F-F2D3F758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548EB8-416E-475B-936B-4418B4C6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CF37FA-4108-40D3-AE99-E7822257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4E3A00-F6A4-45F8-B99B-5CC21338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713FC23D-ECB8-4995-A4E0-04D01C03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68C5DC-4918-44AE-B431-846907F6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AF6DF6-2C42-4B93-A5AB-F4FC55E4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385B90-9A63-4215-B06C-10799B88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EC1F46-102B-46B8-800B-7D3782C5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DA4F46-927F-496F-B42F-2E5359D2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3D5A7D-36C0-41FB-AFAC-15259670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F75480B1-DC07-44AC-9C14-7216B1F2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1E59727-A90D-435E-94D5-41FF347B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5A0F65-D5CC-4E7B-804D-41262CAF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821B7B-B314-4BED-A75A-A91C92B2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85254F-D0B1-4472-85BD-A7DC64EB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4C47D9-ACFB-4144-8AA9-108B968B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56484E-DF90-4F22-9AE7-5A035FCD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46E4F4-0D86-4D57-AD06-9BCF5D8C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511347-5AEF-434E-8CB7-514336AE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4D2803-5B17-4022-9327-83495E65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B97F86-A373-4487-BB84-EE41E3FC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A216259-DF2F-4D7E-9DA6-F98F168A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E90E12-67DE-4F8F-A77F-FD5340D3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0F8437-863E-4901-9090-639F6933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69D2D55-15E4-4A17-BA85-9D2C4144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30DA44E-4D39-48D8-9427-9D8D8180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102F68-4993-4374-AAF8-C344AFF3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9E6B6C-AB65-4E9A-BE99-E54A505E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41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C53940-11FF-4A16-9365-5E78A682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7A9CF91-87B2-4BFF-82E3-2B23FD36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0873856-4ADD-4DA1-8C9F-9E8E8598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1197425269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565B7B0-8645-4B77-AAF7-E1BCC03C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44A67-7B9A-4CD4-B7FF-5A53A3DF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16CD9-F591-4435-A026-5E3FDC52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77FB8-886C-4A7D-924F-6FEE6246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4CF4A-1473-4130-9485-E544CEBD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14 junio - 20 junio · Las matemáticas son el alfabeto con que Dios escribió el universo.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2A67E-6B47-4664-9FA6-E72A496B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F0ED8-B6C1-4851-8C23-371EF496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18DB1-E5A9-4B79-99AD-DE41E244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B4EBC-1303-40BF-8751-D8DA9217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B44F6-1332-4B08-8AB0-0379EF9A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979F5-BE71-4A77-84DE-0B6CFD4F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726D7-0B59-4BBA-A956-678AB04A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A4DA1-F0E6-4EB5-A524-52E6CDCF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4B310-3910-4627-8FFC-9FD5702A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D6D5D-0DA3-461C-A977-3C0E0D63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4F859-7EEA-4278-8672-9B3492C3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4BD6B-F336-4CE6-8C03-A923CD30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3C347-D26B-48D1-8DCC-9E90EECE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C2E3E-D410-4161-986A-3B2B225F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B08DC6-CB8E-4FCE-947B-6EB8C5FE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23327B-0A34-45C3-8E4B-9D0E3D3C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A72842-9D87-4338-8906-A4222E7C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ABF7B-DFB0-492D-9F5A-2481201D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2D18D1-8E2E-4DBB-9C41-DEB830FA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A4A67C-B121-4745-89F9-CDAFC367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1208F-5D5E-447F-9B46-3333225F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056247-EE54-4CE4-BBAD-40D3364A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B12632-EEBD-497D-B9AA-EB20049C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5377B0-C5D5-4AA4-936C-065F68C8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379035-62D8-4D8D-B6A5-042BE21C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2F3A96-D2BE-4520-BF1E-A453CA1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3B387A-0BD6-47C0-A013-0BE4BBC2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438554-22BF-47BE-AD79-D768FD9C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7D2BB6-E7AE-4373-9288-50D130A2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B02259-BFEE-494F-BF26-794160ED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15FF9F-571C-4294-AC45-5C817D6E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BCD9CF-42CA-429A-BEBA-43F89096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D0C144-0A62-4947-9524-C3887912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6FCB34-308E-47CF-BB0F-444F8640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F0DA62-6179-43BF-A18D-17593421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D8A8CE-89F8-4B72-B7BE-E2223BAB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EC9E47-41CE-4ABF-892B-6F156DBC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AF8B30-C217-4D6E-82E4-EDB2089E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44A3F4-537E-4BE3-B22D-38AA68D2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F0FD60-E429-4F1D-8BF2-F170D692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794119-C043-4A07-A65D-921325BE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2A45B4-4D82-43CD-BD49-3B52A669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4A2870-6AB2-4B28-86F7-CDC34A5F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314255-4484-4CDE-9CBA-3889E3A9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BFE2F9-731B-4943-A4C2-A1EC3197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A04F90-29E0-4752-B404-C3B7D7C9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9BFDD3-07D3-4A7D-9892-6A5A6669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A9019E-503A-49EA-BE2B-810DBB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196B71-9C27-4199-8FBA-045033B2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CD454E-4B20-4FB3-9A9F-7915ACEB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975410-7443-4A08-A6EF-A0D53757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DA539B-EA30-4A79-801E-8AC3BD19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53F16A-42BB-4E91-9719-20E62FAA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232A30D-E985-4150-841C-32723803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4D15EEC-B4AE-4B50-AA6B-74CECEDA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0CB23EA-A02B-4B2B-B1DE-6B50FF08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750057A-D971-4D90-904E-BB9307C3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BF2BD8F-D026-477E-BC3F-3ECE4EB0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70E3BCC-06FE-49CF-A0AB-5866433E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7D66960-816E-4A2F-8B30-DCDC3229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CC01D12-09D7-49EA-B958-64A8DB8B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79A9FB7-27EC-4274-93D4-643195E2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C0D42E4-0958-469C-95D0-3F1288F2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2CCC0A-ADE8-4F24-B7BA-DF1F9B45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CDC98E7-B0D2-448B-844D-8421C2B1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28961AC-4A91-4549-80FE-00D5C062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96E70CA-850A-4704-B7CF-F0F94FC9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9456403-53AE-41FD-BD4A-B21C9DD7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B2B1467-1DBC-4761-A328-3F3D3DD3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64CB0CD-79EC-4DB2-9606-DEBA2552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9FAD7A1-E6CA-43E4-8965-AAD5AD98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7503B61-6070-4954-94D5-9AB51986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FFEFD9E-282C-42CD-A4C8-B4562542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846FFC4-A870-434E-B95F-4A51E9E1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C84C002-47C5-4239-9B9C-B2437D05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0648CDE-8BA2-4FD2-9571-8B1AD93C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10B0D99-48E3-4DA8-A504-9204DB33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000DF5D-DA62-4C45-AF8B-884E2286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F214AF5-CAED-467D-AEEA-581BB6A0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E6FA8CB-FEB1-4448-8609-542396E6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D92655D-F5C6-4175-8872-A4830A08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4264B21-26DD-4274-9179-D47E67B5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5AB19F0-FF9B-4460-B015-C47815D1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5134330-F16D-4F6C-AA56-66F21B3C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D3241CA-FE7B-4D0E-8AFE-482F4E9A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6B75AF7-7CF5-446F-9723-83BFA257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19D9EB1-DC60-46E1-914E-D66FB17E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C6B1F88-00ED-404D-B8A1-C799B7BD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0993C97-D5FD-4435-AA32-C0F62EC1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E078CD4-ECBB-4C06-B50C-ABECB549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FA1BF72-AB77-4879-94FB-2FE5E829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B9A16D8-9CD6-4B0B-8923-052101C5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A59224F4-CD8E-41C6-814A-4BAEA013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B89D0C0-E3BF-46C5-B71B-FC812624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AE9F020-36E4-4E30-AEC9-A65AF3AC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2F28C72-E859-4830-BAD2-B200EAB9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923A132-B2B4-4DF5-AAD4-9BF9F495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7C48312-FD80-4B2D-80E2-C01B1B55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2B2A3CBA-CF0A-452D-A33A-24726D10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AA73DE3-FD2B-46AF-9BA0-192ED7B9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6C19CC2-6DC0-480D-B567-92CF5D12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DA71606-3691-4566-9FFB-35622D2C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0164D75-651F-4883-A3E8-C3A3EE8E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D9B657F-B68C-48A5-819C-27B7AED5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66989864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245F337-3C00-49F0-8E6E-38618584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6A40A-869E-4A23-A892-60C09C32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14EB1-D1FC-4FD0-AED3-ADAF990C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CAE0A-9931-4FB7-A9D5-D7A4866B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42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3EDE7-81C7-4926-B235-2DC897BC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22DF2-982C-4882-BBA0-AB8B5833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30F90-BEE9-4FCF-ABF7-96660ED9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AAF54-EEB9-4988-9148-560B5DE9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1F408-5E90-4930-BE9B-465FB67E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FD8AD-E920-4D60-AE5A-58944A2E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A853B-8E77-436A-997B-B08465CF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ABC2B4-A8FA-4E9E-9C7E-6732EEED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6738C-AD72-40F4-A964-753B4C1C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A1155-E390-47C1-87BC-78EC81F9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7AB99-91A5-4024-B3AF-24BD8E7D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38E95-6005-4FCC-A1EB-BD9845F8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437C1-FD29-4F96-89ED-3010843D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7C20C9-DAE8-4D67-BC32-1E50AFE0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79A72-0DEF-4511-961C-7038B6E9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04CE56-19EC-491A-8F47-59200240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4D97A5-CA9A-4B77-AE9B-5C857CE0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9C0A8B-E740-4AE7-8CA2-7275C9D6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7D6B9A-8253-46A9-A74C-D787B2E3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D25F5-CA7E-495D-89BD-EA75182E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4A40C4-3A9A-471E-8840-9121A112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D91A02-22C4-4A29-A776-577C3215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1BC4A3-E136-47A9-ABCD-5A3F8C73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5554BA-CD47-48CB-A1B0-8BDB2BB3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003D3A-FFF2-4B91-95ED-DE632C14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687772-BB72-4B3B-B4BF-D0F5B89E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858E3C-BB3A-472B-BF4E-76D0BCA5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30B47D-441D-47AE-B4AF-C06954C9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944DE7-586D-4797-9B1E-ADD9436B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C16E3A-B7BA-4F82-B048-792C16ED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820033FE-A3ED-48AB-86D1-FF4AE827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6CED45-5177-47ED-8696-05A4C56A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298FCC-E3EA-4170-B815-9ACB3A5A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D5A04B-A61F-4F9F-A284-30F49E7C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99937D-3E91-41F1-977C-7C21C36C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4A93E9-816A-4B9F-9FCE-35D529F4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2CA3A4-D90E-42FF-BD91-88FD83AE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47FD34ED-C370-4E8D-9EAD-E7DC0C18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8D66B6-E9C5-442A-9C95-B66716A4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B19529-E0F9-465E-BF11-795E2DE4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49ADD4-358B-40C1-91EF-B40F28B7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9A2F93-C546-48F5-A76E-BE453F42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D07221-0708-4C2B-8069-BA3953E1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F6FA3E-1DB3-4FE9-8AF7-D98B8138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A4BC0989-9234-431E-A00D-AFCB4697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A6ED92-324D-4DB6-9B0C-AF0098B2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4B02A0-F119-4746-80B0-BB49982D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A2ECB3-7A89-4802-AC82-DB50BE07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6E0E11-9668-428E-BD44-3B0D5E25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76829C-1C60-49B1-96D6-8F808F78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F42156-FEA8-40BB-AA1B-2769BBC8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902D3CB-DE47-4B74-8EA4-F326F974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8CBABF-4684-4002-8F97-23E04370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605642B-79C4-435D-9BDA-7BB64E56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C83CE8-F3B1-4B15-A93B-5B5D9576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97124F-1034-416D-9044-DE7B8EC7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1533B5-90A4-42A8-A962-90758888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2B5968-4C8B-4E74-AE40-472BD691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245CE4-E686-47B4-B775-5BD0FB1E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2C0B5A-062A-49CE-BD3D-A25BCD1D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CAC4DE6-20DB-4A0A-B98B-BBAC11D6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37BF768-8A31-4763-9933-BB5B1CB3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42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6B8EA26-CB8F-4783-8D5C-CFBAF2D9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4AA1C8D-B358-48FA-BA3A-33301517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5027947-E239-498C-9A5A-7127A408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126</a:t>
            </a:r>
          </a:p>
        </p:txBody>
      </p:sp>
    </p:spTree>
    <p:extLst>
      <p:ext uri="{BB962C8B-B14F-4D97-AF65-F5344CB8AC3E}">
        <p14:creationId xmlns:p14="http://schemas.microsoft.com/office/powerpoint/2010/main" val="1401613038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6168B12-2737-46D5-AD27-55434BCC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B056F-53F5-4947-A124-7894C519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1D801-F134-41BB-A26B-7F7A95B6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1081D-BBB7-4969-AAA3-AE016B94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D2741-13BC-4929-AB05-28F9F7D0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21 junio - 27 junio · La claridad es el principio de toda enseñanza.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595B4-1F7D-4472-B9E2-47442189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047E0-1FD2-47DE-9C35-746BA302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B89B4-71C5-4FA7-99D7-A96D1C3C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2B8BA-5872-4455-BFA8-890C2441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C9550-D57A-4E60-98C3-3216756E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10DE8-73AD-470A-88D7-4D62305F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E4CC5-6C9F-4B13-9E1E-A73DA86B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97A06-9AC3-489D-AF7F-8CCE455A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F9F35-BED8-4128-88F1-B6E72558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89110-2310-4FF5-91DE-982084F8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CD3FBE-5DC4-4474-9A6B-C4075FC2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A9E4C-EAC4-478A-B4CE-78F5C4D3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C043B-E0DA-42E4-A88E-1A4C56FA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26A517-3FAF-432C-B6F2-1E61B1F1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8F70AC-7139-45B7-A052-AADE1111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D1FA2-A5DF-487C-AC39-E5EB5923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CC2F64-B97D-45F6-9DFA-C962FBFE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0C38F-E155-49B1-81EF-F5BE2A4D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94273-8048-4DC7-8347-273A6C28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4D5BE1-95E0-4918-8D79-D4AE8D5F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4464D7-1C0A-4CCE-8751-6957791B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54EC2D-A3B8-4CA7-B92F-44244D88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3E9091-47A3-4521-A5BF-2A1A3CC6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1D0F98-35E2-4216-BE61-B1205FDE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BF2386-5293-4643-856B-4FE2706B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FBB5E7-61A1-46DD-94F6-5713D155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EF1578-7307-4FC9-86A6-D2E250F4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EC292C-B87B-41A6-BD42-80239963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FFFAE0-0D7F-4C13-962F-5B4F541A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F4B640-3938-42DA-8A3E-D4E4000E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132D4D-B194-45B0-87FA-9355018C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6A8203-44F4-4C03-BC54-8EFD69E7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1025E4-9C8C-45E2-A049-8616D7AF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82D168-04AD-4B2F-9C8E-8C4ED4C5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1DF7F1-587F-442A-8854-EE8B2B81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B91C97-E2D8-4489-AEC9-07CFFF45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E129A0-1856-40B2-AD7C-A88BD8D2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4B523F-199D-4A65-9BBF-43E666FB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4A94D2-43D4-4EC0-B9B0-EF61A4A7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EB9281-3A13-47DD-8B22-739A4F45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37ECAB-B620-4CA7-BC73-E878AAB2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F36994-CD02-4E06-A861-0A20F39C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AD4814-2C1F-4BD6-B356-E937170B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D02408-0F4C-4666-B444-B3F3FF69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E28F76-61AE-48AF-8324-8CAA3FDA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703E14-E52C-4237-90EA-5995FCB8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645D54-A151-499D-B7D0-280DB6CB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79011B-C0E6-48A6-B6E4-5AE8D934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E1B640-CDB8-4163-8CF5-2BED17A7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859DF8-4A88-4AA3-8495-01820B1B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AD9069-FEFB-42C1-B751-EDB031A6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D50961-4FFD-4FEC-9A8D-583B66F0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F658AF-8C15-4AD9-8B3A-45D4128D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9A42AEE-0752-45D2-810B-EAAF3D25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BE1276-08CE-4464-A37F-716B37CE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0675749-7B28-40C3-9625-8836C1C1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E057DBB-CB10-4096-950B-F9DC650E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9B2BE8A-F6AA-432C-A7FB-5D789924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DAEB2AD-B3AE-4FAA-84A4-8D15549F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3110B7-3223-4DBC-AD39-121BA080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0939E33-17D2-4528-A8DF-667936E8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168C0CC-B783-4AC3-B318-8681035C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CFEA740-BF63-4944-9B15-4FA3E574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064A9F5-6CA1-4C1D-B0CB-5B24EF2D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8019377-F7E3-469A-AF50-9B4B323A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DAC6DCB-D8AB-4DB9-8B52-0A48BEC4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12F682-A051-40F4-9B55-F754C626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1EAF0DC-93C4-4DB4-863D-BC777E35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BDA397D-265B-4509-B84D-9CB49432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B10A723-09CE-435D-BC1C-116F3B29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39555D8-3C11-47AD-827A-F255C97A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3E1AEFE-4821-47C1-B333-111BD6F1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3CDED4A-8860-457D-8E29-1145A72F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2087F0B-2CC5-444C-AFD0-309C4AEA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DC1B3AB-3763-4563-8C69-EE2025B0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BB357EB-9604-482A-AAFD-0C1AFD49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DBB362E-4F8D-40DE-80E8-75F7B4F7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7DD37AC-33A5-4AB1-8DB5-C51C501D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A50FD98-D6EA-446A-8AF1-EB5CD6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52CC43A-16E7-4C4A-82D1-9FA00B5C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5A1A7DE-FD9A-472D-8F36-91808850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BC32B33-80D8-4FB6-8B26-3DE47777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4749B10-094A-4D0E-8B46-22F0C0B7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5405C13-DE67-425F-A193-739BB06A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214C8C1-9DD8-4CDF-B266-A1C8BB83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58BFC43-8391-4958-8480-2E4FB15F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A909374-71A3-4157-A2A9-19CE2290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9C17A67-19C9-4237-AF04-8078B23B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F8FBF0A-C999-49CC-8E41-DB5A235A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C6D885B-182A-486F-BE68-83F1DED3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D6AFFE0-6956-4FE9-BB01-FA942FE1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A746137-ABA7-4C2A-8F03-3A8FA9B7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8344113C-37AA-424E-A2E2-4A9E3E9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A4DB74B-C475-40A6-9F3A-465DBDC4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548C294-2F47-41E3-A153-936F40D5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BD186D2-9280-49F8-A9C6-048C3A47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04ADBE5-FE0C-43FB-AE9E-EB200283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51437F9-2CC6-4579-AF49-83656B7D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5F51EC8F-24FF-47A5-AFFD-BA8C7546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0190F7E-001D-4A70-903B-33BA6156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B2E1C5D-8079-4349-88B7-AFF4DBD4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DDB374D-EC91-4F0C-B4D3-0991C8DD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CC328BC-2B6D-4C8A-A5AC-549F9D1D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8AEEA65-D0E5-4094-AE36-5969788F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7078983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2AACE26-C7E9-4C63-973D-A386784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0CDCF-DD30-4284-B182-8651D4A7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B73E2-5084-4266-8373-B0C2FCB9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0465F-0BAA-4351-81DB-4BD2041F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43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2DCB4-4A62-4BF2-8FAA-6CBB684D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08349-B4AA-4DC5-8CF8-BA780D4D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9D499-E98C-4140-9AB1-61011061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32F4A-B1F3-4637-AF3A-AAB8FE56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5C70C-75FE-4B09-A941-E1559DBA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1A761-8475-4EA0-9F95-9764FB6E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90CC5-6C3B-4489-8519-A0E74DBB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48AA2-DCEA-4C04-83A0-16B7D3F0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54279-866F-4482-AC36-578D0DCC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2E7729-6DD5-47E1-B049-3037E23E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4207D-B209-4B98-BF38-74AFFD5C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BB157-645E-4AA9-8708-A9A6DABB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940AD9-0E47-4AFC-BB18-DE2207FD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793EA-AD12-4083-8D07-943425F6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2ADD6A-F7EB-4C4D-AC8B-43DEF52D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318EA-2CCC-4F42-A04E-3A010D6F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4EFE43-1225-4A89-A29D-1EE8E941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A40269-4207-4BAB-A306-FA635FC5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9DA3C6-AABE-4319-ADE1-4B14981A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73ECB2-61D0-4DC9-B4EE-817287FE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A22327-26BD-414B-A215-F61F0E84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3847E5-1DAD-4761-92CE-1C983BF2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BAFE6E-B854-408C-BF16-23603215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ACAA93-A796-4E3D-9494-576D2F93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F9DF5B-266F-45EA-8871-C259E627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864BE1-93BE-4675-944B-443D5C9F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BF00B7-DB44-4F51-A486-5B1E6268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59AEDC-309D-4169-A11A-3A8B0357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9D973F-A311-4AC2-A623-1A39C4C8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54E135-0430-499F-816E-FD783B4F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2DE2152C-5DBA-4573-AA18-0F55B08B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383C9B-CDD0-49E4-B7C8-310D8191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4EC6D3-5717-4646-902C-F32D2A23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06B886-1E72-4F53-8185-7F77B004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D7A47A-E789-4224-959E-29A32876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48CC11-9979-493B-A52B-C4FD08ED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1186B6-DD82-4D44-86D0-A042F2ED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F39BA272-7FBA-4BC0-86C5-86B390D6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E70ED0-E418-47D3-8974-737775E8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473438-FD56-432C-BA74-1532DCA5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5F0907-8847-4F05-AC11-0A3C1635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71EBF5-3A33-409A-BDC6-23A8DBA8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06EF6E-6BF4-43C8-A7BA-9F2618EB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9EE38E-AD1F-4B43-9945-19F11885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5F01122B-7A0D-4CD4-870A-6926DC43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F184AB-16BC-4470-B5DE-FE323802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C5ABC9-ED30-4CC7-8EE6-EFC12297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D6435B-140B-4145-9CE0-455A4028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C96EEB-5490-4340-9B11-CD3B4034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C1DD11-0499-4326-84D9-6C02092F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47015E-D033-4F45-9848-81FD2DAA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3CC40A-E8E9-40FA-A523-A340C9C0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44908C-CCD8-4697-B372-2CFBF099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F5F96B-F02D-4D34-AB39-F97D0F3D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357BCA-4AA0-49FA-8747-27660AB7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FB1B27-41E9-4AA4-8A2B-E5079FB0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4E1D7F-657C-43B0-8E97-E7F8D6BF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C812A3-7D46-4BAA-AFC9-0820143D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572909F-7D0D-41AC-82D2-A4D7C70D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20A974-7D32-4EBE-8349-3552E501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AA73ABE-EB84-40E9-86D8-652561FD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774FE5C-2B8E-4460-8071-8A89E763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43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EB4E76F-51B2-4275-A1EB-C45D09B3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6935385-F49B-4D30-9612-37A32B90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40451D-D667-42FC-9FFA-B893A10E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397774254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7251967-25BC-4754-9A67-91AC5CF6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143AB-0B5F-4DF0-B12C-FBE3143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064FA-B417-468D-B1B2-CF59AAD5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DDE9E-C8F2-4892-9314-88F59BAD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93694-1B47-49C2-B90A-DED1CE1E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28 junio - 04 julio · Un problema bien planteado ya está medio resuelto. — Tradición matemática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5D540-58B1-4B30-972A-291E133D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E67A9-94BC-4D90-8BA1-34A7FBF5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D0B1A-DD4D-4BE8-864D-DF78F78F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432BA-A89D-4D99-8B26-1EBF6B0C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BE03E-C14A-4126-983F-CC55A74E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788EC-F5A7-4293-9B47-B946191F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487F1-63CF-42BE-B5B3-1AC4540B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39F32-E707-4DEC-BDB9-B56D2E19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92F59-4890-4830-8AF3-D5126EE8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AD0FC-C524-4A4D-BE59-CE914CB1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6529B-62AE-42CF-890D-F256D42D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3F862-4306-47F4-ACA2-D27DBAE8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848196-8899-42C8-B9A8-A4F93666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7570F-35B0-4863-99D1-22F80322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4146B-5D16-44F5-9E0F-65FF7924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52C8A-2BC8-4F1D-9000-98E779C5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995823-CE52-44B1-9B86-5AE2FB14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5D2395-06DA-49AA-8062-5004B403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006EA7-706F-4284-946C-E7A6510C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C3EF63-4A0A-4218-BB0A-CAF0CF76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B288E2-5109-484E-9729-0436BC3A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6E90D5-FED8-4C2B-BDA0-1B6B377B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5D24BE-E0FA-45D0-9255-85998226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2FF215-E956-4F8A-9F8E-C43774F3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FE76B8-F48F-4C91-BE10-653EAA33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5FCAB-BDDB-4362-8BBF-1242C40F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EF5BCB-50E3-4B51-9C48-093387D8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881A87-58BD-48CD-ABC8-25467036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7FA54F-1DB7-4AE6-86C8-E01B0BE9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87FC7E-BBEB-454F-88BD-ACD38406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384162-B5ED-4880-9C4F-768D70F0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39FA3B-348C-4C93-9A1D-33F90617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96178F-01E5-4E10-BDD2-01B717DA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845DB0-69F5-414A-9D5C-09EB86A9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8A081D-82F3-4461-B530-EB3A2A0D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7CBF22-9B43-44CC-9690-971C0BD8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3A97BF-C3B6-474C-B0D9-94E33FF0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C3FA02-7F49-4984-922F-550EB96F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53A6BC-3F2A-45B1-8202-C059E79D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C2F5F9-A28B-495D-BDEA-B8C45FC0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C26FB44-E631-4D82-A63E-8DEFC413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A9B616-1803-4F56-87A0-393EC172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B20565-0D95-45A4-8703-976117DE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3F1DEC-65E9-406B-8D3A-2A9AF715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05D1AE-C061-474F-82D1-B6F0D7B4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1B04DA-EB63-451E-9F3E-DC9AD3C2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601652-F6C4-4BB3-993A-20BBD1D5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D658CF-FD1E-4596-A3AE-2B852FC3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09ECFD-E583-4A82-8C3C-0A29C9E6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CFFC39-301E-48FB-A3E6-FE8A223A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EEF309-4695-4364-86FB-05DA82E2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5AE186-B20C-44E4-9913-145140CE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2CED05-F0D8-4611-91D8-3FEDE5FF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60284A9-3A2A-4474-8D1D-8AA5E9F3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D69810-5052-44D9-AC90-973B5044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484AF11-C7DC-48DE-AF79-1C66031B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7BD41E-87C9-4F11-AA1D-21A53519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FD67A1F-3DF7-4D56-ABC6-DA692471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116909-E716-47E1-9DA8-7C29EB93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8665E7-4CE9-4A1C-B483-085745BD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AF59F5-1D37-4C63-851F-65A100FC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1D9A34-D181-4959-A78B-EA0F00CC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EEE3AC8-893C-4E5D-B1B4-D4C12B8D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15A749A-DFB1-49E6-9851-3DF2B539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8418D8-9D81-4B69-82C0-F489556F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C97A8E9-935A-4302-A5B0-72D415C3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F4F02E1-0E95-4367-9D95-6494081B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715CE8A-625C-42CC-8970-727E68F2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532A356-19CC-41B6-8F87-EA5DBA51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AC9CD3-DC5C-4203-878B-C98FACDF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1567D1D-161F-46B7-A6DA-CEDF3B75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AFB671A-9AA1-4175-A423-69AEB064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5EC2042-8FEF-4A61-BDA5-58E8284B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F88BE70-C9C8-417B-BA12-412627C1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21D2A16-0904-4CC2-BD6D-29F2278A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1F90567-C8EE-49F4-AA7B-C3D17534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076FC1-5B29-4EA4-9088-B6A02871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3EA969B-E535-4577-85E8-605112EB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633D69D-BD97-4A07-B5CC-B2D6F4CC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E713A12-E1EF-4396-8B63-F0C7F252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B5E2303-74F7-4752-AAB7-6DBEC584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EF55C71-D65F-4BF2-8ABE-7AD4F528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CF4FF1A-C73A-4723-8E5E-EF078D25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1092D47-352E-4BC5-87ED-0F62390B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C861969-05C7-4D54-93D6-E4AAA697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6EB785C-06AF-4326-9C87-AC129DB8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D9E381A-CE89-4E20-91E4-A8D4E734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B1DFCB6-5DE6-4239-810E-1A12DDFF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881AFF6-CE84-4FB3-A0F4-CB3472A8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4E91A50-28D7-4B54-A28B-6D9DE3C3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D7047BC-2021-4267-9C4A-BE072A1B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D2A4B83-A472-4360-919A-30C19379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4A5C9C60-1A75-49D1-BC22-63DC39E0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B6E833F-3B39-40A2-A1EA-DB9EDC0F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A698180-98C8-4945-9F89-7CDE5CF6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DFB3395-B290-423B-BC59-2A9F8A0C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75A6AD6-37AE-4B0D-AF68-5365AB59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A823BE0-8BF9-47C9-826E-BDE681C8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3E0F01C6-435F-4FD0-A372-FF25898B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B5C5DBF-122E-4096-957B-C7C69B41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818CE9F-AB5F-4ED2-9E23-E10772B3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093E1DF-A2C5-4B49-AAF7-DF54668B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526D355-6FE6-43D1-B2CF-D204177E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7688FCD-5E3D-4FE2-A764-1DBD3F85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6926558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68EF5F0-8867-496B-8F79-29892246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731E8-091B-4684-9C1F-2FB2F8EB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01FAB-99F5-46FC-9F32-1A7C9824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A1217-0E13-43C4-A30A-1E81DFD0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44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B86CF-E379-4072-98C1-B1CF1B05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B4528-D6E1-4446-B8EF-7C3CCA67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6A536-0734-4B1E-A8CA-78B8DED5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67B9C-0CB3-4AFD-9909-DC9CC4DF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4C513-BAF0-42FA-8706-6EC8CECF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1AFDA-B14C-4EB5-B712-B6EF5097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5B2E9-1838-4543-85A7-161B8293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C8D46-2E89-4E02-A891-78C98158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08CA7-8E01-4EA5-A40C-E17774EC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B1C6B-F70C-4AB4-B63B-BE14546C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64B4D-6E7C-4AC4-95DC-F6EFAA53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C0CAA-E97E-4AEE-8DDD-8C794433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361A2-4FE8-48BE-9F80-15CE0658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FD030-ABDA-4EA3-88E8-11642C6C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F4FE40-1FD2-4EA3-81C1-455A23BB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F5AC5-8C6B-49DE-845A-A9B8BE32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3499E8-25EB-4940-9909-E1FB1BC2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7FD46-6E8C-476D-89B9-FE97EE19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E7E218-1388-43B6-83F5-EA7AB40C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03EE3-570C-490F-B6AB-DC2526A8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E0F306-6B45-4FA8-9D15-9A425F6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E684E3-F315-49CF-8E81-66D337C9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1F8417-CC02-4670-B464-D3E22315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E29552-1C28-42ED-A507-1F40DE8C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16FA10-AF44-42CB-8DDA-C0364CC8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38DFC3-8B9E-49E4-A63C-6A6E2061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0AA48F-914F-402F-B75C-E8B79E43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5BAEC5-3BB7-4C64-B394-4D4C6E01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63DF8B-C3C6-43BE-819F-EEC5A79B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134FEB-406E-4D21-9A48-49B3039C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7C6B8E9B-DE72-4E93-8EB4-0D0EA7D7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F65B53-2E62-4A52-899E-2E35AB7B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81FE12-F53C-48AC-B415-CA7D8EAE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BE7F81-42B4-4828-9FF1-FCC55AC5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756E01-35BD-4A1A-A73F-DE0C8835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7C69FF-5F86-46F1-A261-C7FB4931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29C1BE-AC8D-4BA6-9DAB-31304703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956E68FA-65AC-4895-877B-2515192C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4BA305-2CD6-4349-BE95-D3AEB360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32F9F1-81E8-48FF-8568-CC3C1212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58F1E1-C172-45D7-8564-88CAE503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A3F6CE-D4AC-487A-B28A-A073CAF2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F27494-C2F0-48F9-93F8-2587E313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1AF36C-FFC2-42DD-8647-AAE08E67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9B2EA1F2-BFE2-4A22-BD91-03594EC4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828615-06F0-41D6-81EB-185C5685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B87294-8C8E-4153-9751-07D3563D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B3E488-7868-4E22-8EF6-2C3185A7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B40A7F-41FC-413C-86E6-724701F4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6DAB9D-4136-4A6D-B21F-078A1BD1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89182A-FE87-49F3-8730-E9FA4DCE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5439F7-235F-4239-9118-4126DE95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65A73B-769A-4F04-8211-85BB07F0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07C21C-4EE5-4DCD-89E6-098BD48E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0AFDAA-0305-41DC-BC34-74E763EE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E960076-DCFB-40E8-B431-F36ABC68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6585F6-69CE-4917-B7B4-BE38538A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7D14ADB-400A-44DA-8D1B-C2DBCAC2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C6DAFE4-0BDA-4FEB-9072-D2E4A487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E0F4913-B930-47C9-927F-5B0228FA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035DF9E-D886-4E50-B67D-7AF1C20A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733B0B-F63E-4C84-9675-83A4498A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44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BE8889B-0A82-4F9B-BA12-855371E3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3B620C-EC2B-4374-A5DB-B5629166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3F581F9-D2B7-47E5-B8CD-ACC6FE20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130</a:t>
            </a:r>
          </a:p>
        </p:txBody>
      </p:sp>
    </p:spTree>
    <p:extLst>
      <p:ext uri="{BB962C8B-B14F-4D97-AF65-F5344CB8AC3E}">
        <p14:creationId xmlns:p14="http://schemas.microsoft.com/office/powerpoint/2010/main" val="1112224124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DF387FD-BAEC-4C8D-9657-B230D068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EE5C8-EF64-4EB1-903F-BA7CF27E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78E79-9EA9-427A-8071-226DE174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0FE8A-1498-479C-8BFF-10385E19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9995D-A34F-43AB-BC1D-EEF52B9C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05 julio - 11 julio · Equivocarse también es calcular.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1F652-B438-4AB0-917B-54527F3E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4BBC6-EA00-4AC4-8EA2-657A6CD5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56F00-8DE1-4914-BFD9-9FEB5583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037BC-D63F-4BB2-BD90-27E70E68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F0878F-5BEC-4DBD-929F-0020F383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68334-5EB9-4C7C-A69A-AB62F010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025EF-92D1-40B2-8ADA-BBDD45EA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64C93-FCED-4BB5-862B-901271C4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DA3C1-27DA-41A6-AEAE-3B56CD6D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BA0A4-0363-455B-A89C-08419443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D3948-A9F3-47E7-825A-05125EAC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2B581-A049-416C-ACE0-2F14F238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EAABB-6BA7-4943-B3AB-1E9009A5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3EDB0-ADB3-4AA0-B513-41F24FC3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4C0C7-FEF2-4834-9729-82A1773B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91DFC-82D2-41F5-A889-41FF1965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A0826-3125-424D-BD16-B96C7356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FA2186-D8AA-40F9-9899-8836C2DF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E8123-D5E2-444E-B247-A94AE909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0F3C47-D314-413D-80E6-C023B7D8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552E9D-BBEA-4E08-9FA1-B7193BBA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4230AA-601B-49B2-9721-EA46836E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02D113-6045-4506-9572-7206BFDD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90D3D2-9774-40AB-A967-53714A0F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61AE89-D2DB-4767-AFE6-AE3B3643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2BD053-EE4D-4C64-8DB0-27800E1C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81A62B-424F-41B8-BCCA-18578A66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010761-9BA7-42C8-B4FC-90BA8D0C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60BCBD-7159-4597-9E1C-4D355832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25D770-09B5-4E7D-A9B0-00701932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80016D-EE74-4886-8A91-E9D74835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464A69-93A6-4080-9284-EC8F61E2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966142-1B3D-4395-839E-E098401A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F327A6-61A5-456C-9EF8-9C16CEF1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632325-7226-4853-952A-A4259FF2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1C6AA9-55B6-4719-8B0B-0B46DD94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E5342E-6E6B-4DFB-9D7C-E0CDCCFB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53A8F2-8750-4059-ABB5-A4F83F39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C2BF61-C612-4F8C-9D2D-57BFB088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C32DB3-674C-46A5-A118-752584BD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F240A9-26E3-41C0-B4C5-ECE45BE7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003D02-68CA-40F1-AC27-FE74A93A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8FE122-290A-4F97-B477-FDCBEFA4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E86BE0-A4FE-402C-9875-95A2BBF8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F0A4AC-7FEF-48CE-A20D-CB9CD53F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D9B771-A459-430C-8199-3BC68465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23E00D-14F7-4745-9434-C9D2DDB4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B51ED7-4754-4648-9F94-EBA36D8E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060643-C0AE-41E7-8F84-0747A5A2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B7C9BA-6933-415A-A670-1D6E3BF3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A8C562-332A-49A4-8302-ECDF589B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11E71E-BD29-4459-885D-2303E6F9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E5B470-7679-47C1-A8F7-793CB2C2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6D701B-81F4-4FA2-A9FF-F0BFA0AC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B68A1C-D08D-4B76-A2E3-5A8EB8BB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951726-31BE-488B-8427-EC45719C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8668D6-7DF4-46BD-B96A-7F95896E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2A3464-5857-4633-B074-2879E2AB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2D362C4-9998-4C97-B0AA-589299A2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7C9D86-9D08-4192-B522-9E934E1A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6D4137-F252-4C1B-93AA-B9401612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64D084-DD1F-4E0B-BA8E-DAC21F57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901A60-FD6F-4786-8513-8A97B9DA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8BC9131-003F-48F8-B339-307611AF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9B95B43-5B5F-49C8-B32A-50D1F71C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5DE7732-32D4-40AA-853D-116B4C3D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24D0880-D4AB-4590-A839-E1953BB4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CC7A09-E4BF-4991-8714-9F8DDB77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94CA021-2B11-404D-98E9-D1FDCF94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0931516-E423-44FB-B470-B159AD18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5622EF7-0E4A-425C-9314-75893421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DD2FDAC-97B4-44DE-B24D-45502AA2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81A0C85-720B-4252-B09B-325A8FAE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415C5CF-4EBC-42FB-8BF3-33C14AAC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A32DA15-9060-4B62-B0CB-5F84DAD1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8E2E0B6-9A9E-4860-93B5-5E9D623B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1506064-B2E1-4C33-A3C3-AEFC68F5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55778A8-EB3C-4228-9350-B6D05BF2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8F659D4-617C-44CB-9B0C-76D85FCD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A8D7B36-C851-4BAC-A91F-6D74F15F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4E857C7-FC2E-4528-9F8C-DE1C562B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E5F745F-CFEF-441E-8636-984B3B74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E622727-733C-4CD0-BDF4-1888799A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B22EAF2-91D4-40BF-ACD2-71355232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432069C-C7CF-4B30-9FD5-D32BE854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1DC4D5D-D58F-48AB-9B88-D6B349EF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F905778-C4CE-4EF8-8059-F8EBD575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A99D48E-A27B-40ED-806D-10D82E5E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CE78382-B338-4CEF-90D5-BC03662D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E756837-51A6-47CD-8749-DE4B5B2B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B6CE905-5045-4070-8B3C-B1DF7F6B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319B1B3-26F7-48FF-A02E-ABABF4D2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4EF8E1D6-9D14-4D99-BD7A-19156DF8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7968BBE-1B07-4940-B20F-EF655C5D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A99AFBF-8C5E-48E8-8919-EFADED44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9092BF5-5B5D-4331-8BE8-2A2FB7C4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20D06F9-CC3D-498A-80E5-68E9B580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4520FC2-A3C7-4892-90D2-5A8FCF0D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06DF0A82-2F4A-4C19-AD31-DD165594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C9D8E07-93B8-49C3-982A-55984480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9587FAB-1F2C-4AC6-AB58-E0F51208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8612368-F475-46C2-B3C7-F7F6B720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D92F4C2-C3D0-4CE2-BEBB-ACB3B03B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8DEB0FB-2058-4DC9-997D-3CE83952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28727689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5FB494A6-7070-4F04-AEB4-535552BE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2ED12-9DC5-43EF-8E8E-CAD29F69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5A354-73B1-4015-8B8C-95C89B9E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AE057-11E3-466B-951E-8395E297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45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F717E-A9CA-4055-A115-64235AFE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BEBB9-A89D-4578-9A74-70550E05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09C92-D6F4-4BE1-9C7B-1FDF45DB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D8B6E-7247-4017-92EB-DB516FDA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1E81F-C246-4CA5-A12B-16302BCF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3BD436-2156-4989-8278-833D871A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68A1C-FCF8-475A-B4D6-C62AB0E0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55608-60BA-4C20-968F-C796262C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E00D1F-9D9B-439B-A473-4AC8BD1F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636EF-49DD-42AD-9BD1-DE96A294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FD53B-89FF-4F1B-85B0-515A3F32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C145C-0982-40EE-AA89-22690E3B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E3B7F-4070-4C7D-991A-AE457E72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6D643A-8E0F-4D0B-A6EC-CF944F39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79716-64C0-4750-8321-64EF03A0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EE8C77-BC38-49B0-B36B-EF41FD27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4ED3D-97F2-4FB7-9FBB-BE5673FA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75BBE0-168B-4D0A-9344-5901CAB9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1C8C46-CFC8-49F8-98F0-9AD60232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93E50F-B7BA-4A5E-9F7D-1F9770A0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2052D1-B71F-47EA-8551-B7317753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762CA3-C712-4CFE-B4D0-C7165B5C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FE8678-E23D-42AE-A780-B5D726B6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E6622F-9B89-40C2-969C-46F38AD2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A053FD-DF2B-4DAD-B659-6BF41C58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0D67AF-02A1-46AE-A213-2D46D23D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B20E1E-9472-42DD-9317-1E800475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65F477-0992-410C-BF69-933E1EFE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6568E0-6C7E-4718-9B24-3D56B1D3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75038F-D927-4AC6-92BD-5B5F9970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A04A97E6-194F-4976-82C1-AB5C8BE7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47DB81-9F21-428C-B1AA-AE2172C1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8899D5-8826-4EFE-9074-786B82BA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6BFA97-0CB8-4D0A-8F6E-D6AA5814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E5EBDD-0921-4AA3-A153-8E15B84D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FA88E9-1C5A-4EB6-A4AE-3AC94D1B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06C9CB-04E4-40A7-87F0-064B4F04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F6C14B4B-9388-459D-94A0-A6B6903D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8A7E10-FFDD-463C-9E88-1478816C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D460E8-B36F-4010-8A3C-D6902E51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1461EE-423C-43F6-A7A2-469F56F8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A9460A-73E3-4C45-8018-5BDEB043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C307FF-7F10-448B-97E1-E6380860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AEE610-1A6F-46A9-939C-29634D5E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4D0ED429-BF2D-44C9-A09B-A8DBCADD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AF84C7-FF16-4117-9E4B-46EEECD4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F19DFF-226A-43CB-BCC8-665ECD79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EEE48F-2ABC-463E-ACC9-574D94DB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8B05A8-9EC7-4CBB-8013-4BAC3C5D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307758-32B4-4A9D-8DF7-1F020954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8D59228-1C3C-4643-A7A4-3518E273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9C0D987-130C-47CA-ACE7-B926DF4E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E92FEE7-810E-4BED-B1E8-2413D5BB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1E7ECA-A5F5-4FD4-9228-57BC57A2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BF6118-3C62-4758-AB63-DA046DF9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AF8413-114E-4053-A3AA-AF83E9C2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AF4CF2-AC16-4D4C-96EF-3BEAFA62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BF993C-9F65-4F8F-8C93-BE6B36CE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FF215C-DBCD-41C5-92E8-943528FC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56F9BB0-BFED-4514-970D-BB5F07E2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7DE50E-02A9-4C62-B47B-D3DCB336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209319D-43C4-42FD-95F6-2C555CD9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45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A9798E7-EE10-4021-90E2-24031109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A9DECB7-33BB-44DB-B44E-B20A7801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A916591-B86F-4103-A898-77654C7E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132</a:t>
            </a:r>
          </a:p>
        </p:txBody>
      </p:sp>
    </p:spTree>
    <p:extLst>
      <p:ext uri="{BB962C8B-B14F-4D97-AF65-F5344CB8AC3E}">
        <p14:creationId xmlns:p14="http://schemas.microsoft.com/office/powerpoint/2010/main" val="781686275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F39A2A20-0D06-406A-B064-1905573A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9172E-17F0-4FAC-9E4E-DF001C63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31947-07B8-4C5A-903A-9AB84B96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21C7C-5E71-4CD0-AADB-27FD99DB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048F8-CA29-434E-8E15-4E514FF4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12 julio - 18 julio · La belleza se reconoce en una demostración limpia.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63030-7D40-4A09-AE55-E9ECB322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A3588-0220-47DE-BCD6-19386125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7B8D3-3D61-4F9C-B787-459CACBC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A7C14-6A14-4629-AAE3-6B59AAC9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573FD-EC45-4D8F-9BC4-0C6E340F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29114-3BAC-481D-9074-8432F5F4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531FA-BF72-44AF-8C0E-62846B3A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8061A-99A1-45F8-B63A-F0F9DB5E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C050C-A972-4A6F-B4BE-F38CE717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D832F-ADF0-4CC2-BDE2-AA3262ED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2F0E2-BADF-4428-8FB2-3FE3B2C2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C04B4-AE15-476A-A701-9EDC723E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066850-D86B-4F9A-957D-19F35DE4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3113E-24DD-4DC8-8D28-F19FB100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37E73-3358-4055-BA2E-62A91DEF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56F7A-9A46-48C2-800D-7D3AD88F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4A4FE-6D5D-4083-B911-D80B24C9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4996DC-21BB-4CA8-82CA-390D411E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C84F8-7713-4A81-98F6-BAF6B17B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7F204B-339A-439C-92B2-42F800F9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921944-C2BE-4B1A-83FB-CF9026A6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EC7E04-7A12-4DBC-A15B-66F05A50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6EB746-EA1F-4798-A645-A8AB9E80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110052-1D22-4AB8-BF46-0CB9E971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EAC93C-79A5-4A94-8D86-64ABBA26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B584BC-67FD-4B1F-8E28-B875E096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509381-9F49-4E5B-A7BC-D868EBF3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85A66F-2B1B-42DC-AFAA-AADDAFED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5FC523-C476-4BE6-BB12-0FCBBEC6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C184C6-946A-4539-A3EF-F0396330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3551F8-398E-44EC-B2A9-EAFF1170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99E1AD-D9E5-4E71-81E4-E84970A0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A6159C-11C0-4E52-8357-CC43C5A5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27571E-4720-44CE-9278-963DA3BF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76BD2C-6406-4A9C-B761-73322B56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A94116-D37D-4C75-BB2C-9A8DB6F5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9EA664-144C-4957-B39E-A1DE77A4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1EC7E4-6635-4AA6-8440-C26F5FB2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1E02A5-4315-4861-9A69-9767CC63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31CF86-C3BD-45ED-813D-6D519FF3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50C24C-A9BE-4B02-A636-AF625CCB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5D1937-53A3-4C86-B1A4-00F6F55B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A7FFD2-2C35-4CD6-85E2-6C277F18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5AED93-9218-4748-A619-F93D8FDC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14C338-C131-49A1-9B67-445430A0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CC5A05-0B04-47AE-B281-94ECB289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4D3972-92EB-49EA-869C-83BFED27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4E71F3-F32A-4FEB-B663-9489679A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99608E-B951-4FB5-A85D-54C2F359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B1D08A-D9B3-4F55-87BB-D6923064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07AED7-C023-4EC0-8D30-335C5749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6E1A71-2907-4E84-9725-4361AD06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2D9B51-E998-4F21-AC5D-6EAEC6B1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890C46D-4A4B-4886-9F57-049DDEA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4F1C97-C3A0-4B58-8555-FC42AF8F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4ACDA09-5EED-42DF-B6BE-703BEE70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CDBAA36-E82D-4559-8307-80D99A22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166E8A9-DE68-4DAB-A53C-61C9CF75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D76E653-B604-4726-8177-DC4028C2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5574F1-32B6-417B-8133-089DD8CC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52DCA53-3A7E-4EFF-AEE9-F1D132BD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CF4092-9183-47BE-8C43-800CC928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01DF2AE-ED57-42FC-B586-7BC3C957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D114FDD-F937-44F5-960B-05923803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D395735-816C-46FA-80C6-124E0FA7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F7128E4-3B5F-4741-B04D-E6245C54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9F07C80-DF07-446D-B29E-7CE81A1A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1166D73-01CC-4624-A770-606F6BC3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3F97130-7619-48EE-896B-733E9AE5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5CC46B4-C49A-4264-914F-D721F5FA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5AA02D7-024F-41F8-9CAA-25AB9739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F2F280E-A2EF-49EA-9FA4-07E50D1D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E421606-4165-491C-B529-7B5AD062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2FE326D-4811-4D51-A6DB-5FD1FA5F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67BAAF5-56AD-4F0B-B6E0-B8D30FDA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C0D5FF9-3252-47FF-AB0B-759B2474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87576ED-4539-4229-86C7-6FEB35C3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689DE73-82A1-4C72-8374-01F7C381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A79AE50-27CA-4686-BB68-F664800B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9F1E705-5E72-4930-9C93-ED728C33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FA4AAC3-EE04-40B0-A8D2-A4CB32C9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9E00EFC-8052-4273-9B2A-BF70CEFC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43B7F10-650C-44E3-974B-D1E93363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0380841-5173-40D3-903D-895297CD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C0F3918-2E7F-4245-A7BD-0FD6D867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C904565-C6A9-46E0-A7D0-0AD16AD2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FAC36F7-170F-4CE3-9491-A6FEA176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116F5BF-74B6-43FA-BFF8-C1F58EBA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5D9C65C-1044-4028-8293-F5264E17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733E910-BD5B-4FD6-8587-18E63098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FB87B12-DF79-41F8-905C-F39B9207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0736DE6-0FF8-4A08-ACF4-7B62E019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F7CD1AE1-83A0-4E3B-B583-0CAC2B33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E5ECA4E-97BF-4D22-A62D-2EB789E0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7E8E07F-C141-4E77-B086-2C9222E9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DC218CE-45EB-4FAA-BA43-3894CF34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C067F7A-3EB6-4ECD-B831-B9569B91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8D124BF-195C-4AA1-A26A-B55A67C6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C0E545F1-4489-4136-AB83-E8B764E8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9D5BE35-24D9-4A52-AEF2-E48CBF4E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1ABB2AF-270F-4E82-960E-31F2B231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4D2BA63-DD57-4158-A186-D5F0A8D8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5B1B3B8-BA33-48E6-B509-3B713500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C0CE078-3668-41CA-8435-82CA6249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680205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7B0E4625-BBC8-4658-84FD-46CC203B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6F8FB-E736-46CD-9600-6AABD31F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BD6A5-B593-40A3-9A2E-10F7CDE1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5F912-6DA1-4536-8EC9-60B4D6C8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46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F0DC8-31D5-42A0-9E57-FE32DC80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E1F95-CF9F-48C1-9FF0-492812E4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E532C-3F5C-4A87-A988-95FB9295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D95C1-050E-4CB7-92A8-824A5370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B305C-9D9E-4CF2-9EDB-679C577F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D7892-6451-4B50-BF51-41DFC52C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8F4D2-D3B6-4C7C-971C-A6F0DBA9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73C80-6C1B-4076-AAE8-FB35D258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6711C-268F-45B1-96A2-0BFE77C3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32C8D-CEFE-45B5-B46F-549590D6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4D51A-A7F0-4A79-8162-98833BB7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E65AE0-16A3-4CC1-B098-02A5B124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56C62-B453-4D98-B1E6-492410B8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72142-7125-40E1-97FB-1038EDED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35EA5-BB11-47E3-B610-0DB928AF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C9C26-B27E-40D5-B6B4-BE7B9119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19825-8ED0-49E3-A5B5-68195CA3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92EC9-0037-4173-886E-B5B1CC76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6EE446-190A-4C4C-B0B9-B4F37448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A95070-AB23-4070-8397-F895206F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162A46-F811-408A-8C8D-34F7726E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815E68-A4B2-4F66-AB75-AE79DDD8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FBFB96-B3E0-430E-BE7C-C883CF48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64B827-E0F7-445F-9522-F6C2491A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A5B766-35D8-4008-B50A-25CD4230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B54018-3DB1-4474-B1C7-473B5E91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643CD6-E81C-4D9B-8025-12C0579B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BC09FF-F63C-4AAC-A052-03B6034D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A3C410-D565-420D-BA16-E61D053B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3D390F-A218-4C7E-878D-68504B31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DC6F83E4-BA52-43D5-960B-BCB7AC9C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20A970-8B61-4D64-89B6-6B1DE432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D48A2D-5943-4C49-A3F8-59A9F15F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8E8B56-504D-4FEB-8924-D085CE3C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4EA640-E80E-45DC-A2D4-73B00079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05349F-FAC2-4D7B-A0BF-7BDBE9DC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56F6E6-3BC2-4097-B119-9D3DA1D1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9CEE7B77-42CA-493F-8EFD-B28779A8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3AC6B8-951B-456C-808D-D274CFFE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E300CA-6CC7-4AC2-9E95-25E9E2EE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9000D7-7CD8-4446-BEAB-63A56290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99A4A8-BA77-4282-A1CE-E6C38622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804AB2-4F75-4E65-9524-A4103918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DE0A02-249C-49EB-8277-97013BE7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643E419C-11D2-43E7-8711-5DB68405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291648-CADB-4E74-9030-0CF29ACF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6D81F9-97D9-49C4-A434-ECCD5362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AACA1A-7FA5-4DC3-8188-3C61A92B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60C9E9-4448-44C0-A328-BD229DA6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ABF50D-506B-4B99-94A6-58C42891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E646D7-66DA-4557-80C2-FC12DB91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0E7611-9418-4B42-930A-FDA4DAF3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78847B-48DF-444E-8468-AEC61517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C3D4384-A8BC-4F36-861D-3FE7E718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2D0AB19-1C78-419E-8320-7ADE7266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CF98BE-9D5E-49B2-B1CD-72ABB099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B00163-19A3-44A4-9568-81996BB3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18BC1D-910F-403D-82CC-5856225B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A579120-B76F-4855-A5E5-2A341A08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E72A1B-549F-479D-91B2-11995FC2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49BFA2C-9EF9-475B-A199-0C13C031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656237-1869-45A3-9AFB-DC689744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46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43A9B0-D08D-43EB-AADA-1F11A220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EC762C7-9C95-454A-A4C8-B427BB02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19A85B7-18F0-4D7B-893E-1D2D266E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134</a:t>
            </a:r>
          </a:p>
        </p:txBody>
      </p:sp>
    </p:spTree>
    <p:extLst>
      <p:ext uri="{BB962C8B-B14F-4D97-AF65-F5344CB8AC3E}">
        <p14:creationId xmlns:p14="http://schemas.microsoft.com/office/powerpoint/2010/main" val="232713292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51CC894-4FDB-48B8-B231-728A1B19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512F2-2AB5-4AA8-A0EB-5627CC67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FD83A-2AFE-4B1D-9A25-17E2415F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46BBC-5E84-4258-90EA-7A57AACC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782FF-11BF-4513-B345-ECC96F9B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19 julio - 25 julio · Lo que no se repasa, se evapora.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0911F-0CE2-49CD-AC35-4D0768C4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49EC-E05D-473E-B88D-9BF85B49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9533B-90D4-4B99-91AD-D0C88D65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F32D1-261B-4A98-A425-E2EBB1E4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1CC6F-F2C6-4B73-89B8-83B128AD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641ED1-C442-4244-BCDD-D8C74BE7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C0F3E-BC65-4107-8E13-3C6B6638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669F1-BB4E-4893-8252-7E51F7BC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36EAA-70A6-4721-B8DB-E6C43507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C6B2C-C04E-423A-A2C1-C81A921E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FF9F68-58FB-434B-857A-8F21005B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99E12-B960-4D87-9470-8CE05DDE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43D4D-E436-401C-84A1-2357CC99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DFCBA-863D-44F2-AF31-FEC2918B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FD9BA4-D9EB-4A7C-B874-9CDA9A5E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7FB56-5F84-41E5-A3B4-8EFA2057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E1239A-42FF-42C6-BBF6-4F0B70C4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5D2983-5280-4D8D-9BCE-838B28ED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975D29-4D53-4D7C-AA77-338019F4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9936DE-177D-4248-AE3E-15057BEC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FC695D-F4EC-4BCB-A9EA-0F3353EC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05B02A-7B83-45C1-B0B9-814F567E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C4AD86-4FCF-4F8E-BF16-1A5636CF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D17D47-AC74-4768-8984-708B4C46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F662BE-5989-43A1-9122-7226FC96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E32534-543B-47C4-BA0E-5FC2E493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6128CA-F4BB-4884-8963-F2D94759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4E8197-9BE6-4450-A86D-5999DBC5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E81B54-DC43-4CF4-8B96-8F631ADB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BB5AC5-E939-4757-BF8B-6502570D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E77362-96BA-47FF-9BC6-79E1DF94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6B0C32-8903-43C4-A78E-743D8EE4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AA62AE-DCFF-4364-88D6-9D9225AF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C6472E-9C12-45FB-AEF8-CACEBDA5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3C0624-444E-4A6F-BEC2-A7828EC2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2AD47E-B4AA-44F1-9920-B055B619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13829E-9C13-4F07-9491-9808E8E0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656CB4-1EA3-4860-AB80-6CD4D1FE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BD0317-9B04-4093-A13C-5D0FF999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12614D-BA21-44A9-9C23-824D6889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AF5482-3FF4-4526-8C53-5F06591C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4F3DE3-9997-434A-90EC-0C3264DC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B69175-F14A-491C-B3D8-726EAA95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793AA0-703A-48AB-8702-F5A10C0A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CF2BE6-3B82-4DED-B829-8320F845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1644E1-2573-4CEE-8D41-C127025D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C48950-B90E-4FF3-AA85-35017665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BA63981-8251-4C69-A61E-3B279891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9DB7AB-BF94-407E-ADA7-44FDF403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AE1942-56AD-4B9D-B3BF-A55D9D33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65E7D4-433B-46C7-ABD9-8E24A1BF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6248DC-BC17-4743-B1A6-48202C23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DDCBEC-BA42-476C-8667-9000DE42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0CFD274-CD3E-4EFE-A720-F7755C87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43F4321-EC11-4114-B15D-8BE7ACCD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576958F-C285-49AB-BE1D-F8FAFC27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D31E2A1-5CFB-4573-BB98-2EA85F50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44A76CB-688C-47BD-959A-C30143C6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B12213B-7B63-4791-9ADB-95450AD8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1A0DC36-B44F-4125-8F2E-9350EFCD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4C6ECA-D03E-4369-AF3F-0648BA2E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3A24205-7CC3-4559-A905-95514BDB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C74AC46-66DB-4CDF-A27C-5F5B5EEA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AC22DD9-708A-4E6F-A884-1CFC61E0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081D079-F0CD-40F3-9DE8-203586FB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E689AA3-3EBA-4F43-AA7F-DED98D0B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D046163-3A25-494D-A69C-B5B5097B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7CAED4-996D-404B-8F7A-676F0875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297192F-E497-46A8-A6A3-1B3AA83A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7BE0D3D-8D85-479F-B42F-D12807AB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495DD47-330A-4AE5-A2A9-1F72F3B1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A91089B-4751-4F2D-8907-77D40CC6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F236C21-12A5-4C5C-BE2E-1EE61F6F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FCAAA49-85C1-45D8-B29B-040F51B4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E5FA28C-18B7-482E-9634-7BD6AE88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8D5A1AA-8B50-486C-BF89-4C7DACB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9DBF01F-AC62-46E6-B191-3E01B62A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58F09FF-F5EB-407A-89B3-5AF86B29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004E647-9AFF-412E-9F7C-C0F75FF3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01784F7-C876-49EE-808B-0FDFD3E7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436ECE2-D781-4510-BB73-10D19070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97378C3-B3E9-4839-A5FD-338C1234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66C882F-815E-45B4-A7F4-5890919B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AB71182-D662-4D8A-88B8-047195A2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1A2C6F4-ADA6-48B6-90D8-EC73EFFA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513D3EB-B828-40C1-8B37-9AFD0D56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5737FC4-BBB8-46D4-859D-44C27E30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7747DC4-0A52-4B28-8C33-61C176DB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1DF6621-CB60-4D24-8EED-F82418EC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46B1C93-4B44-4C9A-A0A8-5E7E55EA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F86E618-703C-4503-A4D3-E3B1DC4F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3EC9972-62B8-4712-AE5A-674FCC4A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C2B48777-6E06-418B-B026-20F6422C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BF18D0-7A6A-4B0B-8436-37A35A52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802835B-487C-4E1A-9600-AC79C0C7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55B41E-18F4-401D-824B-E9ECB242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1B4DFF0-CC38-4146-B47D-069BB654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870C982-0FB6-469C-AD09-B2721D56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8710A636-3C12-408D-B8AF-57A0BA79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DF66C5D-FB04-4263-9AAE-D1D82796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15124BE-C229-4CB8-A663-D9919912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44FE13C-C41C-4F6F-9D9E-CDFCBDAF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35AFB3E-E2F9-4E1B-8C6E-59A4A21E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A5BC273-36B0-43AF-B229-307F325E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3591153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FA0B4DC-A5E3-4D80-8E9E-E67CDB4F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DCA1E-7F14-42E4-A987-3219CFCA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8ADD4-53ED-449F-A8DE-BC9942EB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3BE95-0319-4821-88D1-3B272D8B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47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0FF61-312B-4A3A-9587-40688B2A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6A865-DFE5-4DD9-BA72-84531870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33987-BC84-48A3-BE02-72B74014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74BF3-14DE-4DCB-9FDE-E9152750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9922B-3145-4C33-941F-963CD1A3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73BE4-AD62-41B0-83F7-6D7900E2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E6586-D9B9-4457-93BE-B0F1B648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84BD3-DD0E-46B9-A9DE-56A67C58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DFA86-1919-49E9-A745-ABCB0B45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46031-89C1-4421-82DE-E8B79CBB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A6966-331B-4251-8EC0-FEB28545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262FF-7464-4935-AF58-F0688B87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4589B-1F27-423B-B07F-D1AF8178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E7D56-3664-4470-AA3B-9A72419E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0E82A-9C77-427E-832D-DDCF9AE6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A76B3-A953-42B5-9E29-D6C9EF9A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5A18F-C8C6-44F0-90C7-2B71B3E6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988AF-7149-4891-9A96-CC49375B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8C5A69-38B6-401A-AA4B-11D00EB8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7FE69C-B8F4-4643-9D7F-EA9E3D06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F79CF1-B6F4-491D-A23E-3945D886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1F80E-FDC0-47DC-BD4F-E32BC699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9A7F48-794D-4AF4-965A-3495E843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96B425-E068-4EA1-8FA1-07629383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459209-7BCC-480B-84DA-A1EF9513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6110AA-3C25-4377-9885-72A17956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1656D0-886C-48A8-BC98-A872DFA2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6876A5-B16C-4C53-AA02-A3769605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0F50EF-4CF6-4A1B-AC18-12F8F728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A6D220-3E9A-40D8-A733-5794B586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0D273782-716D-478C-B1C2-0EE6E026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393701-5ECB-4135-8000-21DC3E25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43E628-86D5-4A69-A389-E891301D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FBCC8F-B9E6-4E04-AC9E-2377360A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F5D38E-E8C7-4B66-A88E-E9025268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6913FF-70D0-4DD7-832F-61739FF1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14D311-0431-45D4-AE8A-1A2C1ACE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B4488C8B-6BC8-46A0-8056-CE46BC2A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AF1E11-A680-4109-B3CF-E0C315E9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329B5A-AE39-46A0-83C8-DBABD463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A2DC13-0152-4AA6-AC58-11F19E95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910B08-D9FB-41A2-B3F4-72223DF3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99AAB8-E89B-4551-9B0F-CAE6C65F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6D0D4B-F1D4-4437-B5B3-E9797708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4FB139C8-4F11-417D-B6FC-3E9A5776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41D3D0-AB65-42B1-BE0D-52E21874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959286-CD40-4E67-8254-974F3D26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C835C7F-2DB5-4565-8428-FE9C98D3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F8D3C2-ED6A-41B2-A611-0E825AE6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6CF273-F620-443F-9F07-58396CCD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1EB7D2-61FF-402F-A7EE-ED2992C3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800DC6-EACA-4A28-B2BA-94BBA3EE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9D5F16-35F0-4555-9BDD-841A5001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80A291-B77B-4EDF-8915-B4D112FF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F2D307-4235-4826-B9EC-CD4B7C0E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1D887F4-69A4-40AC-910B-A9A923F5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62EC7A1-6E91-4472-9123-CE5DA2E8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AD3CD5-A013-4369-81DD-1BC4A976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B450C7-915E-46DE-985C-A4B7DCA6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CADBB6-31C6-433A-908A-2500AAB0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102BB5C-D57C-4DCA-8B89-6A219E30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1013782-67B0-40EE-A427-16C33C5E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47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1F32CD3-D8AC-4A18-9AF2-595C96F3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439AF9C-8DC4-4B75-A04D-9A9202AD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74FBFE8-9F32-4DE5-8951-09BBF3CE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136</a:t>
            </a:r>
          </a:p>
        </p:txBody>
      </p:sp>
    </p:spTree>
    <p:extLst>
      <p:ext uri="{BB962C8B-B14F-4D97-AF65-F5344CB8AC3E}">
        <p14:creationId xmlns:p14="http://schemas.microsoft.com/office/powerpoint/2010/main" val="807936026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8303EC3-4296-4A8C-8E09-852A0B87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A1847-AFE4-466B-84ED-8C9D918E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C7CDD-5478-4A9A-BDBE-8245FE3E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4956A-8D6F-430A-9DA8-7F67F030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C1D16-657A-4E79-A62C-24B3A2B4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26 julio - 01 agosto · La disciplina vence al sorteo. — Vimat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DB9EF-EE61-4149-A2B2-FF5D3A26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2F51B-A164-4924-AA13-38F9EA29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E4F46-CEB5-4544-B8DC-3BC207F0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A3678-9895-4235-A9DB-BEF4008B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B410A-E4A8-4FC8-9B95-33600565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4A4FD-D11E-4130-9F94-4B07BE9E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A037E-0F9A-4DCB-9E27-52484A6C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5761C-0686-4715-9925-F0368857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F294C-92FA-45B6-BF42-900C85B0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6F874-9B75-45ED-B719-8C5EFAD4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F49D3-6EBA-45FD-BF21-EFD1395B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D28EB-BDC4-487E-9DC2-41114856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421AA-164B-4333-A8D5-CF9B9465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9CF49-CFDE-4B48-ACA4-D5A7DE66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32654E-967A-4870-BF14-463A17EC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6C525-145D-418F-9D63-7385D995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AEDB6E-7753-4E06-8F56-D413EDED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19E9D-C62C-4BD5-B1E7-0B198D84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CAEBB4-2D94-483E-B712-AED6DC31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11A2F-0FEB-4B4D-BAEE-E44D562D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BA5583-AC1E-4AB6-8904-D1746DFE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A864C2-8CCA-4242-A613-77F46A7D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3F66BE-578F-4982-AD90-1668492E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A1B529-0597-432E-930D-31ECF6F5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6BA818-5952-4283-9C10-3322697C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338E3B-3305-48F2-AEF8-58F9A462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2AB2C2-D257-40F0-B32B-C97E07D2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10CE4A-E485-42DF-BA81-83351D47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28E125-ED26-4CC9-A52C-3DF2D99D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C6CAC7-71B3-4D42-A15F-967E1CFF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1412A8-0E58-4AAB-AE9E-72C9ED88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D8E911-70E0-4429-ADA0-8ED73487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9498F2-3DF5-472A-9F3D-E10981BD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E1C893-F808-4D8F-9219-287C019B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E0AD40-16D8-4E7C-B67F-B47CAE8E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582B25-014E-4274-98D1-25837FB7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9F2E59-85C1-48DB-8214-AC393519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E31A7C-43A8-4484-B409-DA8151D8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06723E-915F-48DD-A0DF-E8E3AA96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EE0919-B3B7-41D9-AC29-B6585EE0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3BF195-9B19-49E6-B2FF-E24CB730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8FDC7B-160B-413B-91EF-2E9AE96A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CC8978-968A-46AB-859E-FC5ADCA8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4C9541-AB2F-443A-919A-469E58DD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229AFC-5898-4605-B2AA-C96BB5C8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0FC7BB-1A54-47A2-B07F-E5857A5B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247E5C-DD3A-4207-9167-04D23F0E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E1D95F-8C3C-43B8-868E-E2C3C676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58A9C6-8661-45C5-80E5-D4148CDC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55684A-415C-442E-A1F1-88A354E0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216B749-4C47-47E9-A5FD-0616299A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900D84-1ACA-4BDB-9BF9-A7B2E577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7E248B-8A03-4F18-BD5E-76E89C06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780DE4-6AC5-421B-A7CA-7AD9717A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980600-6131-47A5-9CB4-136FD384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E4C5CAB-D7CF-4A89-B9AA-C4462979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245BFF-B318-4915-9CAD-B4A892AB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8D49880-AF4B-4514-9D99-89004396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1EAB9C-E927-489E-AAF9-14802893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7C22A2-7FEA-4493-A52F-F7264101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65A989D-E23B-4CFE-B82F-7D777E2A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D7F652F-99BD-4B5D-8D00-A58BAF86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EA183FD-D440-4254-9A52-209D3ECB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2CC34F8-E9C6-486E-BE85-086574A4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AC685C5-30E8-4C8A-BBA7-FABD1EDE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5163FFC-70D9-4D7E-AC88-FB2E1861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83E3DD-5BE4-45E0-A7BC-07D88754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E94889C-C547-4BE8-A6FA-C82935AC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DBCE713-F625-428A-AD27-58996D20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B642325-6466-40F1-8C22-9C77814B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430BE37-4E4A-4D60-B640-7A1825F3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C85B544-E4D6-4CE9-B55C-F6556EEA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E531035-3CB7-4A55-BEF4-9E640B2D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FDD146A-C910-456A-891A-EE7F4BA6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A2888CA-94DF-4479-AF96-D97442D1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980D5D4-DB48-451A-99BA-D79B3BB9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3D55005-9EA7-4AB0-89D8-65B512D9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2DBE1E-D69F-4004-9228-21343B92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6EB2E23-3888-441C-A4C3-1E7982FC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00CB118-7650-4481-BBC7-DF319A04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BAD441D-36BB-4DCC-9D37-5AF8E250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DD73980-7301-45B4-85EB-57214FE4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21F2F43-7F13-4C33-850C-1D90B1BF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FE67AB1-1EC6-45B3-A031-E596B753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C4EF970-1B50-41C3-9356-DC3B3B8D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B8184C9-78A3-4DAF-98F6-1C1BD188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2A67D9A-0E27-452F-9168-5E91035C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194A9FB-DF3B-4089-9823-11E4712A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8703937-2B6F-4BD5-B988-A1259138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F820212-EEBF-4801-92A2-42E0E1F8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6B6BDEA-2310-48AC-9024-AC0F0C2E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4D84DE3-8444-4D80-A5A9-F8B7F70C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04E72B79-F74D-462E-AE7E-AE9A6CC5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E271E30-0A9E-49D4-8FE1-3A198CD4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E93D85A-085A-4E9A-B57C-7324FDA4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EC0E3C4-AA9C-4F07-A88F-43BD6BF7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A055734-A6C1-425B-82E2-DF34FDB8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DD2687B-ACB9-431B-B0C2-68A21142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45999829-2CE4-4110-9751-8C582C78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9C427FE-22E7-4EF2-8BF8-1316B65F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36C9ACD-1702-46D0-BCD9-952A9488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682AFCD-352D-48EE-8AE0-C8C0CD76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93211C5-6E26-4468-919F-71368450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66E9828-171D-41D6-8E92-2756C0EC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1671479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9C8C59B-6DD3-4F83-A3F2-8344BE38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392B8-C02C-4E49-9A86-99A8DF73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73E0C-586E-4949-9EF2-4168E778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65738-65B7-4006-8917-62A1D5A2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48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964B3-CC92-4072-9973-BF8D7BEA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5A934-4144-44DC-A0C1-4ED01922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F8A78-5DC7-43E1-A1A3-507D828A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43C0A-B177-46A9-B257-00B78A6E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5AEB2-698E-40A8-A5A6-CDE1DF72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E6109-78CA-42C8-954B-5F4AA0CE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39EC4-981F-4CC2-B439-4E8E6146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96655-1EFB-4EDD-A1CE-065DFCD6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D24CA-1FED-4410-B43B-DD65D28E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BBE6A-66A2-4395-B894-9DE36956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7363A-7F0C-46C6-8BB0-F1FAD66A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2D84D-808B-40FB-AE43-7CC04574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8985EE-55DB-4B39-83F9-3885E425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E94C8-B6FA-4C8D-811C-52432E94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89E32-0731-4149-BA93-D5E532F7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C2648-FBCC-4D20-81A5-9EAAD0D4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36C5D4-C976-4F3F-B432-C66D799E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F659A-08A0-472F-A93C-11735486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3789C-032C-4938-A7FB-B7BB6BDD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AAEBB8-AF70-4AC3-86CB-0C78AB52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B4AFEE-98C9-42CC-8681-ECA7A6EE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6B2B7-9F1B-4802-B158-FBD8786D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89ED97-5D3F-4CB6-A879-1E868D38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AE5ADB-2B1E-44C9-BA56-31B5D3FD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DD31A5-657F-4383-9861-CB6D0B42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7E2E0E-D021-4731-B794-B57581CD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FDA945-8194-471C-ADE2-159C2B9D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52E21F-A7FC-40C0-8595-5C725CC2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65C81B-6CDB-427D-8267-C41641ED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B79C4E-360E-4862-87D5-7445F5F8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BFA47A96-9858-40AC-B317-58ADED47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A2A072-6B7F-43F6-AE3E-A7DD05B4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1D1EB4-E620-40A6-B9C0-45E949DB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A9FE08-0A0C-496D-9F58-A04A90D8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DB8630-96DA-4C1B-B159-085E4C0E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189E45-874F-498A-90E5-833AE312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6D976F-A35A-47F5-91B4-D520597C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B2041BC0-C684-4BF9-824B-04DEA7ED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C9E7C5-0CD1-4157-8BBC-E85EDDE0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0754C7-D791-4FC5-AAFB-08ABF512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1951CA-909C-4889-926F-1F6FB86A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045A38-1AAE-4CDF-AE67-B397C163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38D3D0-E044-409C-A6C7-00E71E9B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0CC811-52A0-4C16-AAD8-27C60140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ABA19897-48CD-475B-939B-539607BD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27260E-2519-4B0D-9C86-15387544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90A478-E6B9-41AF-B3C4-B9FF1825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6181CB-3E13-4022-8AFF-62C5C1FF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8D8D27-7CE2-4699-AF32-E48C5C5D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97C779-9FB5-4002-B834-710D1532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AE07C1-3E0E-4316-9D5A-3FB491DF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6A2E2C-19BE-4C84-970C-591DA8B3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236037-366B-488F-983B-39A776D1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D94443-D7D6-4590-977A-0677E265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AA4408-C22F-41C4-9E83-AA3B606B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661370-24BC-4989-BE47-87AD010E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5430EC-0EB0-4465-993B-48ABA327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3EB820-A808-466C-BCD1-00A1F766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7B9279-1316-46AD-A94B-9B099D85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9CBF2C-7720-4D00-8B45-F153AB57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D73110D-0295-4FB6-9716-E62BE1C9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21FDAF2-C976-406C-AAC4-2BD4BB3F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48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306A12-995D-42FA-B3FE-71016A9C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B84666A-6C68-45AC-9586-E88063CE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607AF4F-3C4C-49ED-8C12-AF0F9D76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138</a:t>
            </a:r>
          </a:p>
        </p:txBody>
      </p:sp>
    </p:spTree>
    <p:extLst>
      <p:ext uri="{BB962C8B-B14F-4D97-AF65-F5344CB8AC3E}">
        <p14:creationId xmlns:p14="http://schemas.microsoft.com/office/powerpoint/2010/main" val="1471416823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022798E6-CDC6-4D9F-A587-2F7CA08D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32EDB-2443-4172-A1AE-F9206BC2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73A59-C844-4FBD-BD2C-A19E1715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D53A4-2811-4024-9398-5CE4EBB0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E3CC5-1855-4DCE-9C31-74DAA584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02 agosto - 08 agosto · La esencia de las matemáticas es la libertad. — Georg Cantor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8830AB-8B41-48E0-BBC5-8C784144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33B83-43AD-4BB2-B1A2-171ACD8D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BD38D-9CE2-438A-97E0-773E8AE1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74D26-15C8-4377-A854-A84A33E2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5EB58-9DA9-480E-9F01-6752E589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416E9-07B3-49F4-9403-415D4DF2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42CA0-C3CC-442F-B752-15769036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CD715-881A-4E8F-B723-DF2053E7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91D08-EF23-423A-9412-0CA30995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67518-7E99-437C-B472-6A9EB6FF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682B7-C374-4E27-9D3B-2960F77B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22267-7F6D-4047-9824-B3459100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08AC3-7FD2-4E20-9C8A-7EC5ADD7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B8959-C7CA-4D1D-B6D8-E58C4DAF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FEFCE7-175A-43A0-B899-483D9BCE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52124-450C-4FA2-A195-3E8C64C9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FD19A-506E-404E-94D9-519DAA8E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CACFEB-34B0-4D66-A140-8523B302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3E427-3590-4043-8FA3-6AF1ED58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FA5265-7E8D-45D1-AAEE-18323CE6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83AE8E-DC6B-48FF-999E-680EEE81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ED74C7-2B7E-4682-8CD2-1F677326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9640D0-0C06-450C-8F8E-37167A4E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F6A9F0-98DB-4BA4-9272-37C8577F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CD80CB-0A62-419E-889D-82DC6380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23F95B-C775-4182-9FB3-455F687A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59342F-A020-4F54-AE1B-6B8D6A29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C78B5D-645E-42B5-8165-BC334904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1B7B03-E7D5-496A-B30F-32C02499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7F5E91-C1C5-4A38-80FD-766E23E4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FB2C31-39BB-4526-936A-1DBBA0CC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65ED4D-7AD1-4AB2-936A-FA74E0B7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224ED1-9BF2-473F-802C-688EF7B0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D9C774-B655-41EE-B008-6859E975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37646F-4E19-4C32-8675-7F944FF3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A15DC1-945D-4A1E-B666-72A18E7D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884D0D-7D7C-48A5-9FCF-B4846A5B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92F0F0-E967-4C39-AC3F-A68A91A9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526D4F-AF19-4B3D-87FD-C205FC4B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1C5740-6207-49F3-8893-9E96542B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14052E-0B7A-4348-9605-A720AB3B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A9A8E8-B010-4C66-8265-DB4A4CDB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5371E8-026B-4360-9760-376A0150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A4DCB4-5AC6-4D04-91B1-680CFBFD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CEDE0D-20EB-4867-952F-02EFE4BB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C009C8-8F0F-48E6-85D4-7FDE49C2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B99E7B-6174-4E81-9966-31CA40D6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FDFBCC-46D5-47C6-B825-D34BDFE5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B1E102-2CE4-4199-80E9-C198511A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2BC21C7-B92D-47E2-9FE1-2DFB998C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15D723-C177-4E36-BCAA-851595AA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E1D098-97F9-4CFB-8FFD-D0675206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A17013-94F1-4C51-AC2F-044067BB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537E0C-83BC-4AF5-B206-027B83C0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2E7524-CA9B-470E-8EA5-2BA744F6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DEE268-B0A8-43F6-AC17-902AC12C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779340-14D4-4A6E-AB35-7521B801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407CCF-6D20-4745-827E-983B1377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294D2E-7ECB-4CED-B94C-F12BC350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2BDE4A8-81A0-4D2E-97E2-3CAC43AA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A9503F-2B83-439E-A534-4DD8F582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70E9F60-B806-4443-8227-D1195F0E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1E4D2C-9FA9-4BA2-A77E-6D7E9160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CCD3E8B-C50A-4A4E-8CE0-CA215433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B9E1F14-2299-493C-BA63-5CA501B0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9AF54B2-25ED-4EE4-A357-729659DC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09E088D-6045-47B0-BBA2-91792364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E262B99-3E68-4F1B-B669-5F4FB16B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A32FA2A-7FF8-4514-A82D-F467C0A3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C22D50C-B2B7-41D3-BB6B-368F6277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6C427E5-2624-49F8-A6B1-3CBD034E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7288697-967D-4C03-977F-EF7BA4D2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826F6E2-1EB2-4A4E-9AD0-13B5F5D4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29F41CC-96B4-45CD-9F3C-2562A459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1E7C99D-14EB-4EE7-B082-901E9E76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6D99851-4C61-4DFB-A1D3-8AFE717A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CDE8160-72B7-4F31-B8A0-8972ED82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4B6C352-AF41-4E34-BA05-92FBD6CB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D03DE14-A66D-4510-B1EE-A6D1A6E1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D8802A0-A072-420A-AF4D-A83A1B45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5A9C5AD-210A-49A5-A226-2469286B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53C565F-ABB4-422E-97CF-2F0ACF57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6E69ADA-981F-4D7D-93EF-93E2ECAD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25692B9-EAF6-4819-B503-C4DABE72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854D14-4D7A-4CA5-B348-CE5BDFEA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D2CF686-8BA9-49BE-8E86-1DF626E7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8A26E8B-81FD-4BA6-B704-218D1F82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458EA64-E9D5-4B0E-BB49-D4A47C06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28B9065-AB79-4FF0-95C9-363B0F7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D9013E4-721F-4EAC-9EAF-6740D2A3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9721141-F2A6-42BA-8E7A-2D66E190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954A374-94CC-49D7-9A49-5747DC5F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DB2C29E0-9443-4E11-9D60-93C1B7B1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A3FE07F-E819-426F-BD48-45A1ED6C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4A39FA9-A34E-4121-AEFB-5AFB8CEE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99C4ECB-1098-4A50-BAB5-A8F2F0A4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A04A94D-A8E0-4EEB-8487-D214B4DE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F3161C2-FF03-4633-9176-5D87C05B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925F59E4-A8E6-4C8C-9977-1171F58A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AE39E5A-B742-4A7F-A793-553DC966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C9E9B8C-A0C8-4282-BAA0-F3ABE165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7EC4633-8E76-489C-BE05-72074F94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C6DDC0E-3BDC-4EC1-84F8-1E6F2594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E3C63DF-1CD4-4662-9E97-D1E212AF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19535880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0CE4B522-C75D-4D4A-9EC2-5CCBE15A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8F213-6B48-42B9-93C6-A590C19F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E4D50-35F8-4FD6-8CE4-ED46EE64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FB915-055D-45F2-B5FC-EE2C7B55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49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4A586-F029-4274-A3B8-A57F642F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4CE84-A859-4CE0-84C2-5198EAE2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EBF1C-E04C-46C7-9457-17E8D4EB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60EBD-278B-4D04-AE8B-6465F086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EDA9A-4AB2-4033-82D4-839CD38B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E23FD-6A09-48C4-9487-CB6F3319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D233A-68A4-4B64-8D70-B84E2077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E3272-8C91-4950-BC78-2347FBA6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88C9B4-B789-4CB8-A69B-15415A40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E714B-7737-42F7-ABFD-2265C1F0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DDFA1-A67A-4E31-95ED-4C0EE10E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4D14F-BB3F-4F2C-BE55-57069E73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6DEB4-5C16-4482-AE8E-618BFDCB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F9DBD9-2B63-4EDF-BE00-1C0EBBFC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BB717-0862-4261-AAB6-80C1AD0D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C94422-67BD-43A3-9161-3FC80D36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36866-4AB7-4C7E-8E4B-7772E107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AD002-4FF7-4513-84EC-D9F9E5A5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1FB95D-1C62-43AC-AE30-01D48727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3C81C-FF53-41FE-9108-79942FB9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D5295A-CA0A-4801-8F39-22E69D87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C3E381-CC17-4936-84C4-DBB175E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C912F9-53E1-4536-9834-7675A2DB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D48FA8-ABF3-4384-9FCB-AEE112A6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457D1-2AEA-43D9-B475-29709B3D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756900-F615-40F3-8AE9-8723F7C2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95FDA6-8FE0-429A-9C30-28063FC6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896FF3-C4F8-4BB2-B084-B6CBD526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1DCB58-BDE3-4CE5-AB4E-7092963F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6B6BAD-4DE6-4E06-B8AF-B200C6FC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C5B9C6C7-CDF7-4028-87B1-22FF8F6F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93B80C-3F1F-4CF0-8D82-6419FD46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54D9B8-830D-47A0-BE7F-150B7049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99B5D9-009F-48BF-A409-6D64E83B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D41CD0-BA9E-4FFD-B8BA-0FB9FAA7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4EBCF3-193F-4428-9505-FF92EBEA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34F441-B533-41F8-91A2-6752DEAD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F0C15E9B-A4CA-4BDE-9BE9-26835BC9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DD0909-5753-4581-9F4F-F9B29D9D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3190A1-3AE1-4CCB-8CE1-D4768C28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E96392-AF82-4472-830E-E1F0B7DE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376EB3-89C2-41B8-9A8E-5A1B8C25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83CDE5-F75D-41C2-B9C8-C754BEA3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3802A0-0E91-460D-8C1D-B7205BA8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31C34E71-AC6C-436C-A439-AF3EE4B4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3E13DA-A3D0-42E1-BBED-E469CC01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ED9E1B-E870-458C-96D9-16DFACEA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4F89FDA-6606-40EF-A6C8-AF8DFFDC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E1F6E2-4D76-4551-8273-892CD2A9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9823B9-EA04-4B2F-8FCF-CAFE4DBF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AC5C99-50EA-4480-999E-577CBBD7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5E19EED-8555-4F22-926C-56162A1F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6B0F43-5438-4B6E-B452-421A8F02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7C146D-918A-4699-95E1-35EE0FEB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DF8E6D-5C5A-455E-B01A-ED8AE730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F7FA80-2ED0-4BCC-A304-182B520F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5E3DA7-47C2-4A3A-8100-335ABB69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12437D-D029-4C6A-81A9-4FA01123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BD3954F-6F73-4DAA-BCE6-F75A1CCB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4D77F87-4C97-4010-86F9-0338E9D3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F5B584-7DF9-471D-9B13-6704447A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A9A0FA9-8901-4400-A3CC-A55204A8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49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C4FD9EA-DC47-47DF-B77E-CEB7DD7F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0D78197-E288-49FF-A301-D3A14271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E620830-9517-4144-A832-594723FE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140</a:t>
            </a:r>
          </a:p>
        </p:txBody>
      </p:sp>
    </p:spTree>
    <p:extLst>
      <p:ext uri="{BB962C8B-B14F-4D97-AF65-F5344CB8AC3E}">
        <p14:creationId xmlns:p14="http://schemas.microsoft.com/office/powerpoint/2010/main" val="557087100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0AA3AE6C-D876-45C0-90CE-A25AFB2B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E4322-32F9-434F-B639-693D8C1D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8DD4F-8F0B-41EE-B6B5-C959CF72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BA988-9D9F-47FA-8689-78C83C57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07527-A831-4CD4-B623-B34BE946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09 agosto - 15 agosto · Dios creó los números enteros; todo lo demás es obra humana. — Leopold Kronecker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EB2EC-5E08-4A31-8AA1-F229679D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36E67-2976-4EDE-AF16-C549229C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C544F-C892-439D-9C59-DDB9B31B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9C44B-E88D-4A3F-AF37-7D94C1CF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92FF6-FD7D-4382-9FC3-11F54A29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748D4-8F00-40EC-96CA-D7116200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2A5E3-B8E7-4199-80FE-6AE95DC4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6D0A5-6BE5-4FBF-80A9-E5DB4BB3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06194-A243-47E8-99DE-6EEDF7D0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671DA-1834-4F20-8D99-6C3A8AB8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954FA-DE80-4B4D-8E1B-762BDB6E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23D9C-55DC-451C-8E4C-4075CBDA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BCCF6-3A4F-461E-B10F-E32BBB47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5F8BB-E181-4866-AFF2-9403066A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EEE95-65A5-4AF5-A8CF-11DE25B3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ACAEE-8A10-471A-9A13-BB1091A0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B8210-4DF5-4E8D-BD7D-1F3EBBFE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1DF8F5-5961-40F3-839E-772201F4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40CED9-7995-4E8D-85B7-5710A449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39503E-06E2-40BE-B333-4726B05E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26C950-E8A0-451B-8861-71D82B4E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3BE5B9-F226-4352-9E8B-B661DA44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4A7C09-FA37-4CE3-A06B-85CB620F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DD3846-891F-4EC8-BDE0-4319A04E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F88B8C-8128-4983-9C42-5AD13D19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334C67-3419-45D8-9A9C-74C2E323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617545-4598-4375-99C3-018C3C2D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FBA52B-95C7-443F-8593-65714CFB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0770A7-E879-4AAE-9543-4572ECD5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A07009-8755-480B-9F22-F5AB024D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F6282B-E21E-4C58-99C8-3D8F1684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6F9FA9-2171-4FB5-9911-90A809A6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49329B-95D8-453E-BC0F-595E99F8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A3038D-0081-4B1D-81A9-F8AC67E8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8AAE27-0541-435B-A843-EAC60DFC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12AABE-84F4-45E7-B452-B8435342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44931A-AB0F-47BC-8517-0E575967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2F2DCB-234E-41C8-8F82-E76B72E5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2846B2-AE81-4BBF-89D7-75861E2A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DA2249-9008-482C-BEC3-8D0178D1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1ED137-EF3D-40AF-99A8-D3A08C6A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E840DF-6D9B-4A5A-B35D-455F8271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02EB7A-4934-43BF-AC59-7FD4A126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AADFF6-110C-40C5-B33C-9EA794B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396C3B-997F-4A63-A4B8-E0CB2A50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9F4D37-F5F2-4705-A5F9-497BF07E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981D72-9C9D-4801-8CC8-1386B07C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F389B8-10C5-42F4-AB7C-C2CC79F9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26A0D9-04DF-466E-B878-7CF211A3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CC64C4-3F05-4AEB-BFE1-E308B6A9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FEB429A-0DFD-4CC6-AF85-96124814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EEA8EB-10B2-42F4-93EF-27EBB7EE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8D548D-F2F4-453F-9ED3-2B8B49FF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9C404C-6CFE-44BF-B561-A95D339E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659183-D1C4-4230-A44C-C94733CC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94CA9F-6ED9-42D3-9D0B-BD7EF229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A43691-7CC0-40DE-BD11-8A47376C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75C906C-78B7-4DB1-8222-0F9544D9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CC88DD9-B27B-4204-9D70-306A7028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365A7D-D718-4E0C-9AD1-8076F38B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C4AEECB-A58C-4CD4-A015-67C9D5FC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3BE73E4-61CA-4B6A-A340-0D5427A0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3EE4A8B-0C6E-419F-BA8A-BC4BED16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DDDE2F2-C4CE-4EC5-A5FC-CB4B6E88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E88C02C-DE32-4738-948A-C42C6DA6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F89B9E-7CFD-48CE-863E-CC2C7814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D9F8CCA-CE63-4D09-8E36-B899AB69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6853E1B-F86B-465A-9441-AF67BA89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3E20E83-F23C-4EDC-9A89-485BCD21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C1550F9-2F46-496A-9A0E-11DB0068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E5C11E6-917C-4890-ADF4-6EAA2395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CF564EE-B33C-42F0-8F59-FBE2DCD8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F18BF4B-1691-4D63-8812-F1913054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FCD6D4C-9E54-4F29-8945-62C96A48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00440BE-7D16-40D2-9507-1660EDCA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E86757F-DBC9-484F-911C-F3B43AF7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F511031-5CC0-4541-A2F0-5A8B5717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D133A53-731D-42A8-9C5B-EC994614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C78AAC0-2E60-4C56-89A8-8D19F9A0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F1175E6-5CFE-4C9A-89C0-66E3F9EC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AB14B16-2429-4A51-9CD1-3EB1C523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8F5E6B-11FD-4C63-B785-3D7FC783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0D2F8EE-8668-4B28-956A-EF0906F6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376FD7D-D36B-4823-9E78-08051899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32B7567-32B4-4F9D-ACEA-79AA6407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37DD619-0519-4C0F-9708-98B9F8F9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F77C632-0ED2-460D-8753-FA6A1F9B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59F5E6A-9D48-4418-9AA6-DBB9BFDF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0EA83E6-35FB-4E2F-978C-439A4CFA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1D9F157-C3EC-45C8-B985-DBE3846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B867B89-449C-4C26-BBF3-E9C8A4A7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56308D8-E2D6-4ABB-B3BC-5E701114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9EB1A987-D764-44DB-AEA8-02B35B68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EE885F5-1189-4DD1-AF45-A0569EE5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D3C6B1C-065F-4609-8376-8E6CD0DF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3F00FC5-EC45-4A87-929D-26C681FC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EC3409F-5900-451F-A92D-5ACA0A7F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C72B6CD-3D1B-48FB-82E6-913E9F3F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2B8DDE66-4A61-41BC-B1BD-D982042E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7B7785B-ED39-4981-A6EA-62E8FF5F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A1BC0A0-6B2D-4A4D-9BED-6202BAC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A066F40-4A3E-484C-B2E3-7777E31D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7D895B7-C281-476C-8390-AE8EEBA9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2FD74E9-2715-417D-AB59-A5F9F611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8538512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C1F2420-A400-46B4-A750-A49638CE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36C2E-933B-4AAB-B2F4-14C321AC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C5AF9-D2E1-4513-B1E6-DB832B7D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F0DAD-1120-485B-B38C-DD60CA7D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50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207AD-ABC5-45E3-974A-DC83188F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7B931-57B7-4D30-BCAA-F9AA88AB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C27D0-91E0-4954-8B62-F317AA1A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0310B-2D5B-4A49-9212-2A71CF04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253A6-FE80-4FE8-87EF-A6404E28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A887C-960D-42C2-81FC-6ED5D152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211A4-735A-4D7D-B575-75D78A3B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AC26F-519A-4D89-8217-11D4C8D6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24738-EA09-42B0-BEF6-914F4A59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1CE05-381A-4075-B9B2-A5FDFEB3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2E391-49B5-4E32-AF20-95FE570E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A8E79-4B4F-4F24-812C-9CF928ED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04A88-FBDB-4420-8BDC-8213DF8A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679F4-507F-4BF3-8203-1EAC65D4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870B5-BCF6-4951-972F-123EE531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A90B5-F484-4BCF-9A37-BDCFAB24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A9C34B-DAC6-4263-84F5-7030DBAA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3E664-374E-497F-BF09-83F262DE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3FBEE-6AF5-429A-9F04-1AEBE399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BCB35C-B732-44E3-95A2-AF4D7EBC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D1C83-5AD3-4144-AAFE-48AB27B7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FBF2DF-E9B5-48C4-BD95-D778C449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391CE5-352E-49E4-B92A-93717D4C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C13EE0-5CE1-4083-9B83-CBD82446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68B2C8-EB32-44A9-8BC8-83BD8252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238F94-5417-4F5D-B0C0-96299677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1B0338-940B-4294-9FAC-65E4B5CB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8D4C16-E83D-47C9-AB8A-0AB9BB3E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6381A7-E17E-45EA-9741-FE6106B2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655C20-6028-4FF1-A086-85E67B21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4FC4AEBE-8FAF-4AD7-8385-3B621FBF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C744CD-D0DB-49BC-9A73-7837F4DF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70CD87-6F9C-4A03-A175-ABB94290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84DC46-D7B5-4562-A269-A5565737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25109C-7480-4BDA-B437-89991753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6DA813-DD46-4E7F-9C17-A7F46941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DD62D8-9F60-48E0-9973-FB4819BB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45D41CE7-C7CA-4CD8-A63B-2FEF2058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DB31AC-1338-4E00-9E0E-D69943B8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A14B50-8EFB-4A59-B2C8-AFDAD3F6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7C33E5-BCE9-4A42-9969-8A734A14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2759B4-507B-46DB-89C8-76D24A29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247805-4549-4CA8-B270-C1586EED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90B77C-4F82-4966-97D4-12E5982F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3DB81A27-3935-47AA-8EBD-78EA0E1F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02211E-BDFB-42C3-ADD0-D07A3E4C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D8285B-7143-4589-9F08-5CF3AA5F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0E840D-9C96-4844-A6B0-07297442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681963-C358-4E60-819E-626C59EF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2660F9-8C92-423B-85F0-FE54194A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73ED8C-6750-4025-8975-C6299563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2F7C7A-6713-4E0D-8DD0-3DAF32B8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01861E-4199-4223-A40B-C9F468E3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D212D6-D244-46E9-B3E0-EEAD6B8A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5216EC7-0C61-4768-9275-D7D32F38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8C15F6-9847-42EF-BA70-32D6BB68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678EE5-7BC7-44C2-9FD0-7FE15B25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AC6511-64B4-4612-B33F-7C78E74B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2DEE02-30AE-4EE4-8CB8-C3C3D765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C37A4FE-C55D-4822-8F9E-4BF10D0B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391DE5A-8158-4E47-9ABF-3248D481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FABFB2-5F85-4C6B-95B6-BE0201C9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50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81D418-90DF-4AB1-A32A-7796EA57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CCCCD38-1A11-4635-8F14-9CB533C3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6785F74-104A-4BEE-B1E2-AC9F2C7D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142</a:t>
            </a:r>
          </a:p>
        </p:txBody>
      </p:sp>
    </p:spTree>
    <p:extLst>
      <p:ext uri="{BB962C8B-B14F-4D97-AF65-F5344CB8AC3E}">
        <p14:creationId xmlns:p14="http://schemas.microsoft.com/office/powerpoint/2010/main" val="1764650707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1F652503-D696-4FBA-9223-A4EF872F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13CF3-9FA3-4C6D-A1AE-04684ABA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71416-F892-4AC5-BF72-2F9B7A25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ED3A9-4432-48D7-A77A-F2473402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66EBD6-21A1-48A5-9933-8145B8D7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16 agosto - 22 agosto · No hay camino real para la geometría. — Euclides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0953B-F148-4E81-930C-988D066B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E697B-BC39-4EC7-ADE4-229021E2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14765-201B-4C7D-B74D-8577E51B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5CC0A-E441-441F-A109-E6CAFA69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17FCA-92CF-4672-9550-5AAC97B5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7CC2B-10B8-4D29-B2D9-DE025809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328D2-28A2-4C12-A9AC-3489528A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B1B52-676A-45B9-8F27-7378AC04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861D5-6411-412D-9015-837936DD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E297D-4F16-46C7-8CAF-8964F6A0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58C94-0F42-4112-BB05-1459559B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7B604-54FC-421C-82E6-17DC2839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B95AA-C7B8-45BF-9116-AEE022C8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69F6C-BBC0-4A1A-B4B5-00F8AEFC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9265C-750C-48C0-9A82-6439D445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32611-C367-41A0-B6E8-32D79FB7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757C3-070C-4759-941D-11A752D5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D82CE3-B760-42AB-8CA4-548F666B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EEFF20-53F0-4BEE-83A9-50D6AABA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257656-11D5-493C-9389-A9B3BBAF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CC0E8B-CF71-4883-A11A-4945FD7F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70C978-D2EF-4977-AFB5-A56A08CF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F3603E-2553-417A-8089-49CC2208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095414-77BF-4423-994B-449C98D5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A836AD-F4A5-4FFF-8BA9-A6A4E094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3F6BC9-EEDD-4147-B477-6A95119E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227739-E3E7-43FF-B373-88F359F0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95907D-4718-43BA-BD62-B44FE45A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916BC0-FE2C-4B3E-A395-27424A11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BA78E7-804E-4476-A6F5-BDF071D3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8A9483-237D-4F3A-A8EF-C073300D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5F1938-CB12-4B36-9F7A-E9AFC4B5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E039C5-5181-4EFB-B75C-CF7AD39A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F79DAE-3266-4348-A40B-E58C76CD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6799FB-6B39-438D-9C94-604FF6E2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0208AB-22DF-42B3-BA3E-00EA1B66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2C6F7D-62F5-4479-8EFA-C5AF0B6E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6873DB-E583-48B2-B09A-2328FCF8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02F2CA-0F81-40CF-A5FD-9395BBB7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D16EDA-3545-4299-90A3-8555265D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C3CF03-EC2C-4A4E-9141-D315D8A0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701F80-2C47-4110-994F-DF9E6AF3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C6D0CD-6727-4BE5-8FDD-837F7CD4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E093AB-637B-4E27-B828-FC7B53DC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28D3F8-CBC8-41F3-BFEA-F66BC487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BB4F8B-67C5-4E28-AD16-FAE4AE13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B3F767-9391-4294-8A40-2ACE2AEB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2C0AAC-8E5F-432D-8377-D33A9B8B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3B845B-FD12-41A7-89B1-66E1309B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0CC6F5-9FEF-4983-931A-46F8417E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99B33F-AC8F-4FDD-A3BC-691D8DBD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022C5F-8511-4D88-AC5E-BF2EDB86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A4A127-9F38-41E9-BC87-1A4DE86D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12D901-3C99-498D-A86C-9C68C990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41900C-CD1A-42A1-ADD1-F0EC142D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147C25-AD6A-484C-971E-13463E78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B999662-9006-4C86-98DF-F6CD7DB7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4E8E35-16B8-4AE5-8B69-6A1E6C52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614453F-707F-412E-B97B-F4E9BF7D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7E0AB28-83C1-4E1F-9415-9B0B07FC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19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405302E-6E70-4700-A15F-2F7AC3D1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DA30D22-109B-4026-9F11-A124C56A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913EC2C-3FE3-4DC3-A081-D5C0D999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A90ABB-FFB9-4222-8441-F03A34B1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7CC13B6-E7EE-4A6E-A4EE-23288CEA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699432A-68F2-41CF-AA32-74FC5D2A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06D3792-C52F-4D02-8CA9-A636C08B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65DE3C7-3936-436B-B313-295EC7A9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43262B3-B5E4-4151-AC5F-0D941070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F22E61C-2810-4ACC-A1FB-8A8C51E2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9DC65A7-7FCA-4154-9125-7CB971F3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1D0CF85-6410-4DDB-B5D4-A3700D71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2E55211-A0B3-436E-8625-EC2403F7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46F7117-1097-431A-8441-69703BE6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2C66972-8862-4271-BDBD-90A8C401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CC98EC3-3881-49BA-BFD5-6A54786D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E1E8B72-EFA5-4E5B-9D59-C2142195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CC84A1B-51DC-45A8-962C-45479179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F83360C-72F5-4C34-990B-99461D30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D82443E-0B74-4F9D-8C4A-B7CEC0E5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4B7E775-F8C3-42DA-B599-91937657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4BDFF3A-6226-40C3-A245-4566DCAD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44A18A1-0727-4A14-80A0-B66AD94E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F0E0BF5-512C-46F2-9F2A-D4ADA8F5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0BD0A98-C64F-449C-94AF-4DF5CBC5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43AEC11-BA3D-4AAF-A21E-F68C8A59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4464AAA-8F09-4730-9F9C-83E1AF79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B4CDD93-578F-4965-A6B6-7C26D882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2ACC9B2-50F4-4792-B5E6-2F75B8C0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C6C5355-DCAC-474B-B9E3-12303959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EFA7290-E80C-47C0-A885-369BBC92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B96A97A-7CDA-4893-961D-2C203BE2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2397DFEA-DD9D-46E5-ABDC-5493001A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C9377B6-C8D3-47F6-A2E5-3B47E12F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5D57F5C-C34A-442C-92DB-F45322FD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23D8816-A9F8-4368-9935-4DB08D33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326F921-CB21-4B04-B724-3EFE7558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8E4B430-AD07-4998-AFCD-7C55D6E6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4E8CDA41-1A2E-40F6-8F06-6BE3F979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0A181D7-A222-4FF5-AA25-B5367A45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4A8CC91-275B-4F9F-8872-8022BF10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6DC1894-8653-4E7C-9356-4DA70591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04B3AAA-727F-4E20-A6B4-CDB19D7A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C2447ED-991F-499F-9EC3-C735AD2B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7511779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0745F3DB-AEA4-42A8-94E2-A3278309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619E2-22DA-46A6-A826-DB3D1F3D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6F1DE-A880-4321-BE1C-470E3457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0DC28-12F4-4FE0-8382-F5556E40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51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0DDE5-7DD1-41C8-A333-BFE9C8E4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98C5D-DA9E-4E37-A89A-390793E8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4C79C-85ED-4C6D-8E77-6B01A397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68AEF-A8AB-4C09-914C-1C05A52E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E8FC8-9A70-4918-AD17-6E073FCB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DFD17-9A1A-4DE9-B527-344B4E45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A074FC-4FF8-4CAA-ADD3-E7E0E82D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959B8-073F-4F61-A557-57D5E317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595EB-E2ED-41D8-AF8A-74F63334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0D508-32DF-4F9F-B5BD-7930C120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A9520-35F9-40CC-876B-2A94566F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DF4C7-47D4-4603-9F8E-96534AFD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BF50D-F2F5-4EFB-BA80-6AC28814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EA310-1F73-4524-8047-F6F2A75A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BFF63E-B5A1-4BF5-B1E7-C31A3C86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51F70-4BE8-4353-830B-BAA8467F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03EA1-A905-4158-A1A0-6B090C51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D27D8C-6785-4F01-BA62-2DB6A49D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3EF7B7-293C-40AD-8806-B3B88A5B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731BB9-6F86-46C0-8002-9378D531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F8D2FD-55CC-4FEC-9F1A-93A92C0A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02A1B9-99DA-4C93-9FA3-98977A91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2BF47F-6C04-4182-86D1-9E3CD212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DDCFB1-117B-4E8C-B2F9-61175826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55AA36-14E0-467E-8F3F-6C08D1B3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A0C56D-604A-4417-A71E-98B7D2E2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9317E0-7869-440A-B47C-E18B939C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D724D9-684C-4A98-81E1-DCF8BBDA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70AD55-3AF1-43AB-BC45-C82F6D77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7236BB-566A-4795-BF07-4AE4A820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2084DAD4-9BD4-4E52-BE5B-8A64D238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EE6859-4DDD-4DA0-B871-0E2C076D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9FF4A2-DB2C-4052-B45A-B32EE3AA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680C6B-1F47-408C-B989-E72CEFDE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C6B7B2-ED1E-4B52-B964-94CDDFC4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017A21-144D-4729-A25D-497EFAB3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AE16BC-5688-48A4-B895-322615CF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4B4B633A-EFDC-4331-B0A4-12621299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18EAD7-0AB8-4569-86EB-22D33A36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045D76-AB69-48C0-AD76-23A738F2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4B68F6-6E7E-4E0F-9DAD-582747C9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367F76-0A02-4ABC-9700-276CCFB3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945D9E-CF9D-40DA-AEC5-829BA369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B1C2E4-55FA-45F6-BED2-BEC96EFB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4CCEB5A7-3F24-4D59-9362-0E452C1E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EC65C3-3C0C-4965-B28F-3E599CBF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49AF73-3231-4062-A4EE-EEA3C917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E950AE-101D-4C06-8116-B6C63E12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7F3DB8-EC1D-4E8F-AF5E-83CF31C8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962110-2B51-4F9D-93CF-8A9E1F6B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866AA6-2094-4CCF-BB2D-076E0E04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9E45554-04A3-4D7B-9E64-3B52D6C2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166565-B21A-4D84-A1F2-6479F7E3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F01A957-03D7-4AC3-BAE1-B770B6B2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A1B489-20DD-4366-8F62-E5C89567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B027D1-B9E8-407D-A24A-BB28E65C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438A06-AAAF-49AE-AB35-AAF016D2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671DDD-2B67-42A3-BF15-91A0B78F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AF10F3-8E3C-48CD-8974-97FCB4C6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CFDC5AB-75DB-4CD2-AD9F-BC4F5863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50A40F-498B-483A-B0B5-206173E0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2360DA-72AF-4FE7-9C55-0D33E457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51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5681C7C-973A-4014-B194-1614C5F1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3E23FB4-071E-4B66-BE40-91CBF88E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EF92234-63AD-40AA-B6A6-872B1CEF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144</a:t>
            </a:r>
          </a:p>
        </p:txBody>
      </p:sp>
    </p:spTree>
    <p:extLst>
      <p:ext uri="{BB962C8B-B14F-4D97-AF65-F5344CB8AC3E}">
        <p14:creationId xmlns:p14="http://schemas.microsoft.com/office/powerpoint/2010/main" val="169830156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6D44FFE-5647-4228-8B59-C6DE1FDC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FAE0F-A7D4-4929-893D-D1D48E84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43DBF-99D7-4C56-A5ED-D300DA04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5D2E8-9724-4021-B5EE-0D5A4BF4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2099B-1985-42FB-97BA-B90E06A2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23 agosto - 29 agosto · Medir lo que es medible y hacer medible lo que no lo es. — Galileo Galilei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61E72-21DD-4DC8-BF49-B6CBC678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3BF1F-FBD9-4537-A575-3C2B6933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9CA19-23EE-41DE-BB4C-B3769C46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54184-1382-4C11-AEE3-065433EB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5A4F1-DA00-460C-97D4-0C831A82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DE93C-58D8-4E36-B7EB-39234657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42F2C-C803-44A6-A191-203431AF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EC0F0-3C55-4A50-AECA-A75484B6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2067B-C073-4E13-99DD-4324C7A9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2F209-AEDC-487E-9456-707C24A1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60F20-68F2-42B4-AFF0-C4F677CF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4B1CE6-7DA5-4142-A66F-09692D86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CE3A5B-B84A-48D9-8A46-14C1E707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C46D3-E696-4755-8A3E-D7CFBB01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B87BB-D402-4760-9F7A-637661CB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9BEF7-0AA1-454C-BE5B-86D353D4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4993BC-A90E-4E58-BDE7-D14DFAC6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0F921-B080-4013-ACC3-E0933D3E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ADD7A-2193-48E0-916A-BEC472F3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F8B6E0-6660-4C95-8FDD-33CC8A77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7DCC26-7A6E-411C-8FF7-BD202CC4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1FD710-66AD-41EF-84B4-1368D1B2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E024AD-4DD6-4434-B234-A1D6D834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077206-4658-4537-85FA-BF37D19B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0E1D7D-DCC0-477E-BA57-9C8AC4C3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B1D43D-112E-42ED-926E-AB1F73E1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D59E60-CB8A-40E3-93C1-9AE74204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0784C4-233B-4024-8C5F-54617DBD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8632B8-29B8-4E6B-9254-DB27EB51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C9880B-A53F-4C7E-957C-4872C064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554B54-2A00-4EA2-8FB9-DA88FC9C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8388AB-4741-4B0D-8B5C-B2107FC5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34503B-827B-43ED-A2A8-5BE63590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0C71C5-EAF3-4649-A5EF-DECEBA33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9539CB-D2EA-48F5-A7A4-3D745A40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1432D7-8BDF-471C-9DCA-79BE349F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7DEBAD-7E52-4510-8913-0DB6DB4C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24B56A-067B-44AE-A199-5D0202E4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70D3B1-60AA-4ADC-A3AA-02F08927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66CC0E-F714-426F-9DC7-DEF7CE6D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D71F96-E06E-4748-82E6-478BDFAF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A51F51-9F47-4A2E-AACA-22A6ECA6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E261A3-2095-4A37-937E-DB38D20B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6D963D-7406-413C-A14F-AD805FB7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3A52B8-091B-48E0-8AEB-D170E393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8605C1-14FB-4ECA-9301-97A944A9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7B76937-4C62-4AA6-B1E5-E96CA713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BB7B49-3AF1-4B45-9D8E-86585C18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07D59D-B1B7-40AD-A4EA-B3387C83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B6E3CC-4068-4947-B575-BBDC624A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F037AF-06B6-4EA0-91C1-2BFD4879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FCF9AF-B169-425D-96B2-9F729303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F73BA95-C4AB-4070-9F58-59918D31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3C9A94-7DE2-4467-9931-4ED94F07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F0E937B-0CF0-44B6-BB53-A98C77BB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B39D5B-EF8B-41AF-9265-8849C022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CADDA2-9D3E-4827-8C24-B08C4CF7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451DEE-FB5A-432E-8ED0-C2CBDF15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424D29-14F2-45D6-AEF6-284B1BF1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AA70F0D-A259-4962-BDBD-21237594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26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B2EE678-773B-4101-863B-83A8DA28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CF95529-64F9-412A-BE34-F9F3EF6A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9211F82-8EF6-479E-88DA-8F9909A9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7BC6C0E-A97D-4151-9CF6-7A452028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580289C-141A-47CD-B17A-5E7C9D13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52ACD79-ACE6-4909-8D0A-B7139EA6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732C0BC-AE62-4424-AFE5-82E7A0A0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26CF412-F9A3-4D5A-8C5B-74A9D951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A037A9D-0806-4B83-BC90-805BD93C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CD741CA-0F2B-4A91-89C0-EFEBDAA6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1B8E0C4-4FCE-4FC0-9340-78C48D1B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55E73F9-29CF-40A4-A185-14467709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28E3176-108D-4D54-9B4C-1E98D539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242CAA6-6B91-4D07-962B-8A1D927F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3A38AD3-1880-4B3A-886F-2DFA3905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B651B6B-A08C-4465-9BF9-04C0DE81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1A39AD6-6526-46EF-9B8B-D28571BA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737543B-71E4-4F99-9C6A-DDAFC467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27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772EEB6-6B55-488C-ABAA-40F28FC3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31FD330-2110-4982-8589-E59CE7E7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6E275A2-394F-4693-9258-0599505D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ED26C2A-5535-404D-B3C5-7CB37F2D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839C28E-A59A-4658-AEC2-A862709D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6F566E7-FFB7-47BC-908C-48FBAEDA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5D4749C-2F5D-407B-B814-E0833890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FDC8A08-C587-4DF0-9372-37D67679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7492B44-D121-4443-AE01-377EE440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E135DCE-01CA-4F5F-9DB3-B1C72929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858DF0A-DF79-4012-8FC6-6B698B9E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0DF86AA-0661-4070-97DB-8A8CDADC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3118763-1600-44F2-8C5D-53A185B3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7587EDF-D3D5-4520-995B-C14BCBB4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652E98F4-A0DA-4CEB-B4F4-9D485909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7653EA7-33BD-4989-9361-F68DE31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5773F12-1B5C-4E19-9F11-BADFEC30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C896F5C-6A90-4C18-9C72-317B7C74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04CCADE-C17C-4F81-95C1-F775D42B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4E987C2-FF03-4F81-8A1D-C117FE49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792287F2-A3EC-447A-8813-40BCCB3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901E9FF-6117-4D6F-8370-326736BC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7970FB2-E68F-4144-9C7B-49AC7BAE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66C23F7-EF57-4374-BCB9-257FF3EB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ABBBF0F-113B-43F5-8C64-A3CAC4E4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DEAB59A-FB7B-416B-8834-89AFBA69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6770536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6FF0BB1-6ABA-4CB9-A991-20DBF6FB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68308-28C9-4FC2-B780-6180A7FD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09860-5948-4647-B202-141D53E8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7098D-32F9-4590-9E96-A35F59E0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52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F7803-BBEE-43E9-87ED-F649BE7D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AA2B2-D20F-44A8-B657-CAA6435C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70204-10E4-4E2C-8071-2EA83A2F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CE942-30F0-49BC-AADE-E2741DEE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BA3DF-4F3F-4C7D-9887-82D9C50F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5B25D-8CB4-42E7-A047-D765415D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2EC4A-0177-4F5B-9895-E66C1219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3D9F3-11B5-441B-A624-F77BA1B4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4E1A6-175D-4D5D-961B-B289FE36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5E4A5-3E6D-41C6-9127-7261E012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FB22A-A4EF-414F-96FC-C582D25B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FF808-4E02-4C1E-B87D-831F75F7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C70FD-505B-4BA8-80AE-E2C5C729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68A33-BD95-4701-A424-D31538E9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07073-80E8-43A8-A789-6A765392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0F9033-2E50-422C-96CB-84AF19F5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71724-9955-49B8-B153-8075DCD5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0A064E-2D8E-49DB-B9EE-7BF1599A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CED85D-8F2E-4D87-BF8A-7E782674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5B9B2-51C4-48DC-88D8-E397B977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50FD8A-24F0-4697-8121-981F137B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FACD7B-B3DE-4D83-9613-38A51840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FC597-23DB-4F8A-9132-68AF991B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7446AD-2943-496B-BA10-0F27E600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24BFA-D9C6-4D20-84F0-055AE045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3716F1-E04D-4941-98F1-882D3B81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1C0AED-BF06-4472-86F0-46883A4D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2396F7-2E5B-4C97-A9F3-F6A6671E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AA2818-BF49-423A-9164-EB1E11EE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A4E83F-72ED-45B5-A71D-D7153995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C07577B3-1D2E-44FA-BC68-CCFACCF7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B70026-14EB-4741-9C2B-51381C9A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C99001-2AB4-4AA6-A83A-5D5034EC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CFC27D-90CE-4601-AE38-57F92069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007DE0-9CBB-48E5-BDC0-B968738F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2161D6-9A56-4194-A578-6DBD0BE7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C40340-432F-468E-80E1-4F20082E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318A0201-8473-480A-BD1F-1B143553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A54AED-A08F-4DC2-99AE-5CA906C6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F69185-D49A-4167-828B-A4390D3B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A030F0-C0D1-4E83-9CBD-23F96BE6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92F74D-C4D6-4A32-901C-A2FD8C16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B88A4C-206C-4159-A6E7-EF56DA1D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8FB269-1678-4FA3-B058-85D9FCBB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FBE56B89-134D-41D8-A312-B9E662A7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478C99-2B64-4B87-8A08-190EE377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45608D-1DB2-43E3-A624-B71A8168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AD3061-3C20-4847-8888-736A80C8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3F0FEC-51A4-46A7-A37C-CCA9BDCA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F34CE3-FC5E-4F1A-B696-B02035D9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C373F9-50FD-43AA-AC3D-18818B6F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754139-D654-4A74-B639-DFEA6318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FB326A1-E7EE-4B9B-AC03-A7ED9769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AE027C-D055-48FE-9F57-99445E8C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9BDC61-B9F3-482A-9D61-A2CAA409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3E4CA4-4907-4712-9569-5859564A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7359F80-F6B0-4662-942D-A34344C3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11594E-FC08-4370-AE57-E87D7674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DB4CAF-6A65-4FE6-B7BD-9180BE74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D12CB4-C372-410D-8857-F322D113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D77696C-213B-4BCF-BCBF-C12FA3F4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12D3FC-78F8-4357-AE95-CAC6D981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52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2046505-9C7B-48C1-A9C4-D5F93EDB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202A9A9-0454-462B-AA47-7755FBFB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23AE132-113D-4D22-8075-940529DD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146</a:t>
            </a:r>
          </a:p>
        </p:txBody>
      </p:sp>
    </p:spTree>
    <p:extLst>
      <p:ext uri="{BB962C8B-B14F-4D97-AF65-F5344CB8AC3E}">
        <p14:creationId xmlns:p14="http://schemas.microsoft.com/office/powerpoint/2010/main" val="2113296704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C6B896F-56E2-49E5-B31E-4F9D709D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56D43-40EC-4455-A470-DEDBF948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3733D-3D7B-490D-A9EA-7B726FF6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B3D60-C1F9-460E-847D-0A3DF59E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880E9-BD1F-4AE7-A280-29CB9A81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30 agosto - 05 septiembre · La imaginación es más importante que el conocimiento. — Albert Einstein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738AB-F016-45B7-95B6-48E5653A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01505-B319-4EA7-9481-8E2315F4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95DA7-0BAC-4440-992F-53BF3B30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ABAF4-DC7E-49E8-8CF1-8A37B57D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7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38FFF-9E3A-418E-B959-BC9BAD54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2A102-CBDC-4BD7-89E4-BD430540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B9984-0C66-40E9-BB9F-951E5B8F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192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6E52C-8B98-4027-AE91-F144B373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2192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8E2C6-A535-44EB-95C5-E7F95DCC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2192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E1322-3D96-4D99-9A3D-8BFA711D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35913-9783-4671-9579-B0FAC738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12001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68779-7926-448D-A669-FDD76BA4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97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502A6-9D65-4384-B43A-7CCA5A2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497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F84861-B7E4-412A-9ACE-A158C84B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497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5BA08-5E75-4032-9AEF-7ECD2523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306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20BC1-807B-4AC9-89A5-5298FF67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306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99141-1CA5-43C5-BE84-C81BCB85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7306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0BE1B-7BB9-4E40-A85B-89FFD6307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1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D1584F-9A1E-4A58-BA91-3F6D86C5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11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709901-86EE-41CE-A655-16E36AD1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11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3B1C6A-FE89-4078-A529-66BAF56E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EF0393-7F30-488F-8165-6264C741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8C4F6F-4DEA-4A7F-A1EA-AFF2E711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742243-7B02-42B3-9FBD-4BB9D603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31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E2418E-2A55-40F3-AA7D-A20FC331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F16ACF-570B-48EC-A4EF-C933E16F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431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87CE6F-C214-4B73-BA95-33DBC212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431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C31F7C-33C4-4D8A-A241-AED53292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251837-5831-43D9-BBA0-A06C3A96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23241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496423-86CE-4515-8E33-AC189307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736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15900C-40F1-4FF2-AECE-FC4FE3A6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736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B82DD1-8080-4D90-9DF5-D4BFB5DB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736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1BFDF2-13C2-41C7-A98F-21FA055E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46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4DAA57-7D8F-4294-9A7F-B92F3BB5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46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0D9B98-3084-4D00-A7C6-C75AACA1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46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74246D-854E-446F-AFB9-2C9B96FD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35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48F365-97AB-4866-93AA-B63DB8AB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35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6113E4-5E0C-4DCB-A08B-3F44B707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35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91DD62-7094-4F0C-A1F6-FB84A318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A11220-5650-4488-8541-BCC5D0A9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ADFAF8-E0AE-41FD-9A57-8E3F71D0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Miércoles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D5B203-D24C-42A0-9F0A-25C4BDEC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729C83-359D-4BA5-B59B-07829430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DB565E-7C78-44B3-9115-E0C3C904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671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061A9B-D066-461E-B521-4C653626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671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5BAE3A-9CED-4C76-8F75-DE53108E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7A39915-D189-474A-8815-8F78C9EE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34480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A755830-7466-445A-B4E6-9FC5BC0E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76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7C6BD0-ACC0-446E-9AFA-054FBA95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76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0A65F3E-68D4-4357-AEAC-A4BCC45F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76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AEA18D-E940-4C11-AAEC-94D6682D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785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29110F-2ABE-4F0C-B1DA-9B3DC528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785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EB7035-C7BC-415E-9FB5-425B2FD5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785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E37B6E-DF8B-40A5-8F31-B0CDBB28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9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78C5BEA-3DBB-402A-9420-390F1F46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59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E3F3CF-E2A7-4B28-B855-6327F5EA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59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E77390E-E743-4B76-AAF7-887DB65A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4791797-AFF8-40E6-AD37-0C0840F0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7675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D9EA922-4646-49BD-802E-BC13C477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Jueves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B026C4-A85A-469F-9D51-2D41513A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1AF7841-A131-4DF0-8715-BF765BCB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9105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05EF789-BB0D-459C-B627-0DA5EB57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910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E3C66F-87AB-4E9F-91C3-4C9F63C8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910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1EA2F4-BC50-48DA-818C-0BD5CE2D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D39415D-6E0F-4F9B-B2C1-CA780CBA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457200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5366319-B0A5-4103-9D93-929C114C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15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2C675D7-AFFA-4E67-BB9E-E4B962EB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15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5EF127A-6263-43FC-BB43-1F6AFB20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215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FC6C469-39A3-4621-85B2-7CF864F4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254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2482D0B-FE05-48E1-BBBD-87A2DC62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254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C807C65-43F6-49BE-B93B-84475F15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254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7F70364-EF0E-4F50-8F24-3C4ABAAB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83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6B91678-12D1-45CF-AC98-98EFF3D4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83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481128F-0990-451F-A71C-52C4CA1C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283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1B97898-67EA-43C4-A1E6-8F27DE51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601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32AFEFC-D028-474C-B18C-7C0272E0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00700"/>
            <a:ext cx="704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5"/>
          </a:solidFill>
          <a:ln xmlns:a="http://schemas.openxmlformats.org/drawingml/2006/main" w="5715">
            <a:solidFill>
              <a:srgbClr val="D8D2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9F6B8B9-6C3C-48CB-8357-FE3A9AD5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552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Viernes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FBCA93F-C069-4AC5-9765-3C3317C4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B2A4B4E-CE33-4F02-A152-588D3240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Clases / tareas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414560B-DA9C-45D6-959D-F2604F56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1500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Oposición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4AE7C9E-F637-4FCE-AFA1-D9D428E4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150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Notas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A76617B-E1F5-4CEC-AEB3-2062085B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29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F2C49FA-4791-43F6-8432-005BA315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343" y="5695950"/>
            <a:ext cx="571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5E6FFD0-239D-4D68-BEBA-B290D476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4551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064A91A-985C-4EA9-ABB8-F78BD6C5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04551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7408220-1E9F-4F48-B8E3-459EEF9D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04551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701297D-B501-4BA0-AE69-D9E1B651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26493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8902844-346E-4E06-83A9-F3BF8655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226493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727DC54-41DA-438A-9722-8C5FF5F9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226493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29E0C6D-CA09-4A20-8E03-09FB3C84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407468"/>
            <a:ext cx="15811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A1A7D72-A76F-4D15-A2C0-3192AA8C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407468"/>
            <a:ext cx="110490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58EB4FF-7AF4-446C-9498-8FB8C82A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407468"/>
            <a:ext cx="17335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D8"/>
          </a:solidFill>
          <a:ln xmlns:a="http://schemas.openxmlformats.org/drawingml/2006/main" w="0">
            <a:solidFill>
              <a:srgbClr val="E8E2D8"/>
            </a:solidFill>
            <a:prstDash val="solid"/>
          </a:ln>
        </p:spPr>
      </p:sp>
      <p:sp>
        <p:nvSpPr>
          <p:cNvPr id="98" name="Prioridades">
            <a:extLst xmlns:a="http://schemas.openxmlformats.org/drawingml/2006/main">
              <a:ext uri="{FF2B5EF4-FFF2-40B4-BE49-F238E27FC236}">
                <a16:creationId xmlns:a16="http://schemas.microsoft.com/office/drawing/2014/main" id="{5118C846-1E4D-48E1-BAA8-E5800F31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B43908E-7BE1-4F05-9DFC-B9DCB464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53225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Prioridades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26193B8-C4EA-43A9-BE95-607470ED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11378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37640C1-2942-471E-A2D8-D15F8FEF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35215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9F41951-ACBB-4C98-92EE-BBC3B0AB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59053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AEBA91D-5CDA-4B5F-A377-1C335C1D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82890"/>
            <a:ext cx="26289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4" name="Fin de semana">
            <a:extLst xmlns:a="http://schemas.openxmlformats.org/drawingml/2006/main">
              <a:ext uri="{FF2B5EF4-FFF2-40B4-BE49-F238E27FC236}">
                <a16:creationId xmlns:a16="http://schemas.microsoft.com/office/drawing/2014/main" id="{AEE69A6D-0AC8-4A21-8B31-F6B6D376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667500"/>
            <a:ext cx="2895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CA16F84-BDBA-4423-9A9F-1B08D4C9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753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Fin de semana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578FC9C-A805-4255-8436-B0E3D0D5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211378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6C94AF2-3EED-482A-858A-8B9BB4EA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435215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07B4F82-4A67-4816-ACEF-1A79AAA2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659053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9EE0536-4230-4FE1-A794-4455EADD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788289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5885066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CBE08C8-4932-4D31-86A6-298AD93A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EBD82-8DE2-4D06-B4A3-4842AE4F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86D0E-D802-469B-8A37-F3531C5A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F5CEA-10FA-433D-A62B-865F234A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53 · aula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9ECAD-5C2E-4C79-9B1A-35FBE43E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D4837-9A36-475F-80F8-C17872BA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2B284-9F5E-4E40-8FE4-AC9C20B3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474D5-DBC8-4367-947A-88996067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23950"/>
            <a:ext cx="6019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DD33B-BDB8-44D7-8481-C8F15B56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Lun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0BB76-4BDC-463F-8983-89797348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49532-73C2-477D-879C-FCC1CF9F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Mié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AAF4D-6145-4D45-9AC2-1E68401D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92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Jue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1435F-6852-4998-8080-E2BBC6F4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10" y="1238250"/>
            <a:ext cx="106299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638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Vie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201A8-2A02-491E-94A5-9332D782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7329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3C180-F2F2-4BA6-8508-37A177C0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2572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7E015-F6D3-4989-9427-724953AD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816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83E38-C3CA-4E2E-A8CD-99FA7AF5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060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495BE-2582-4920-ADBB-5072DE21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83042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9BC5F-537C-44EC-8F7C-D0A64BE9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35479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E4965-C817-4B48-9FC3-58BCF33A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7917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C30A1-26F0-45BC-8B8C-D683117F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40354"/>
            <a:ext cx="60198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CFD8A5-4970-49AD-A8C1-DFC56762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5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26B710-D1A0-4697-BB4F-49480E47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84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F209B1-B3EF-44EF-8453-01649E13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83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14D805-C238-4703-A351-5EB88802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982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FC160E-182D-43B0-A6E8-51D0682B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81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F85512-16E9-4776-BC6E-6B85C6E1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804" y="1123950"/>
            <a:ext cx="6191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5"/>
          </a:solidFill>
          <a:ln xmlns:a="http://schemas.openxmlformats.org/drawingml/2006/main" w="0">
            <a:solidFill>
              <a:srgbClr val="D8D2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07977C-6208-463F-AE96-D68C6B0E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0973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1.ª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8B9592-19E3-4EF6-A8BC-1526B743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2.ª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E2D6BF-4ED8-4640-9446-72CF5CA3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461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3.ª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151F9E-4F57-4068-A22A-635BF49A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4.ª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A07901-2F22-4A14-9EEF-AF92B862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19488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5.ª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B82FF4-5121-4551-A8D4-51B8C640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6.ª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82B8B6-EBDE-4C67-8C2A-0CB2E793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4363"/>
            <a:ext cx="476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7.ª</a:t>
            </a:r>
          </a:p>
        </p:txBody>
      </p:sp>
      <p:sp>
        <p:nvSpPr>
          <p:cNvPr id="35" name="Alumnado / incidencias">
            <a:extLst xmlns:a="http://schemas.openxmlformats.org/drawingml/2006/main">
              <a:ext uri="{FF2B5EF4-FFF2-40B4-BE49-F238E27FC236}">
                <a16:creationId xmlns:a16="http://schemas.microsoft.com/office/drawing/2014/main" id="{68FC130B-1287-482D-BED9-1C317E00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458D6B-6536-4220-BDA9-E6821D63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Alumnado / incidencias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626083-9EB2-449B-ABB9-89DBDBFF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4BDBEE-8CC9-4091-80D8-23B1A943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633E43-CF8D-4D5A-B2DA-E89C810B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32EE58-183C-479F-A1E0-916C55F1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0F355C-079F-4022-8FE2-BAB0CAF4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2" name="Reuniones / familias">
            <a:extLst xmlns:a="http://schemas.openxmlformats.org/drawingml/2006/main">
              <a:ext uri="{FF2B5EF4-FFF2-40B4-BE49-F238E27FC236}">
                <a16:creationId xmlns:a16="http://schemas.microsoft.com/office/drawing/2014/main" id="{D673B4C6-8A7F-406F-8522-318F2AA1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29200"/>
            <a:ext cx="2895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EF6361-6065-4F47-A498-8E523E59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149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Reuniones / familias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F2D382-D859-411B-B855-7313D086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6690C1-DCA3-4727-B920-27A35F39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976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8B0078-45F7-4D02-80BC-D9BF0F2B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7502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E05428-01F5-4AE2-8BB2-B5A878C1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05028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CA8C60-5E73-4A38-BE9F-07315B7D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25540"/>
            <a:ext cx="26670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49" name="Notas de preparación">
            <a:extLst xmlns:a="http://schemas.openxmlformats.org/drawingml/2006/main">
              <a:ext uri="{FF2B5EF4-FFF2-40B4-BE49-F238E27FC236}">
                <a16:creationId xmlns:a16="http://schemas.microsoft.com/office/drawing/2014/main" id="{8FE7D862-B206-47FD-9802-B7BCA64B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91300"/>
            <a:ext cx="6019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3B3B83-D3AC-40EB-A2D0-7943717E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77025"/>
            <a:ext cx="5791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0C1B45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C1B45"/>
                </a:solidFill>
                <a:latin typeface="Aptos"/>
                <a:ea typeface="Aptos"/>
                <a:cs typeface="Aptos"/>
              </a:rPr>
              <a:t>Notas de preparación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AEEC7E-408F-4C76-A655-8011054C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0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0B662F-04AE-4D12-9977-97644D14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986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033E24-E3AA-499F-9B39-678386B6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9236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828822-5FF5-49EC-B47D-70BF6E3B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8604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50819C-D73E-474A-9658-AF6D61E8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79715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FA88BEF-0658-42C4-86ED-F70CAEAD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73390"/>
            <a:ext cx="5791200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0D6"/>
          </a:solidFill>
          <a:ln xmlns:a="http://schemas.openxmlformats.org/drawingml/2006/main" w="0">
            <a:solidFill>
              <a:srgbClr val="E5E0D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2583227-1DE0-4E95-9625-6DDEEF11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6E90A78-3546-4E57-91CD-71FB787C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FF9B81E-1103-4021-AD2C-843C0291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085850"/>
            <a:ext cx="400050" cy="714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957674-2FDC-4DA7-87AF-83E6820C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E20DDA4-5DAA-426E-82A6-F15C27C2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0150"/>
            <a:ext cx="19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FBC4E7-D4E7-405A-8712-DCAF995F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436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E4A8795-CF96-4AD3-BC35-D8FAC1DE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0"/>
            <a:ext cx="6858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C98643B-2EF6-452E-9871-ADAF67FD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569052F-1060-4E5F-ABEF-5247C146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A27346F-D4FD-4A0F-B22D-08ED36E4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Semana 53 · aula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A580174-9EB1-4D28-BD5C-F4838AF4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Seguimiento de sesiones, grupos y evaluación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09C6661-ECBD-463B-BF9F-E9C8D136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806D7D2-12A7-4406-8860-75415FD3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148</a:t>
            </a:r>
          </a:p>
        </p:txBody>
      </p:sp>
    </p:spTree>
    <p:extLst>
      <p:ext uri="{BB962C8B-B14F-4D97-AF65-F5344CB8AC3E}">
        <p14:creationId xmlns:p14="http://schemas.microsoft.com/office/powerpoint/2010/main" val="181789744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6E2276BE-0E69-41D5-A8E0-9781CA89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AD6DE-AC5E-41ED-8A79-F5FE6F4A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53B23-F0D9-4960-A888-286108E1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52F01-6E68-4000-842E-2F7B9D4F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67146-C061-4C8A-9059-42D20300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3B669-702A-423C-AF93-AEECAE2A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E592E-0598-4810-B545-DAD0C76C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C3EC4-9503-4AF9-A0D2-6CFA2006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436D8-E2D8-4137-81D4-A9729A51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A97B8-6D93-45BE-87D0-B8D25003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996C6-9B61-4DE0-A836-A042D1F7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80096-22D8-435F-8BA2-839CFFEC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7C9B0-6684-497A-B6DA-206A846E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6E2FD-9E14-41E1-869D-95DA87C5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CDB8D-C95F-4418-8778-9A441D79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AB8A1-2A61-4A38-8129-8BAE744A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D78AB-56DB-4557-926E-AA0D57E4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590B0-2F67-4A57-B1E6-DA8C3439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0521E-8FD5-49F1-9DEE-75769D06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DD2E8-97A5-4B83-B9DF-793D3908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99373-B816-4D4F-BF65-FC82DDED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F973AC-C209-438A-87A3-69613B00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4944D4-EC27-4190-BAFF-F40521E3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F78D9-30F8-4C75-872C-CC6A1D33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C99D67-BA46-48AA-B872-87513A87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35337B-91C3-4F18-BB1D-2D19AB59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5E40AD-0791-4F25-BB9C-AA0D0FFF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62D898-319B-4135-B3D5-12FF7EF8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3298C9-9CD6-4FB2-BA8C-233DC599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5C4DFB-DF6A-4FC5-9B1C-15EA526B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0BB41D-4A79-4D9C-8F06-BC161332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33B614-D030-4A84-8E3A-B02413C6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5DBDE4-8B82-4725-BCD0-07B15E6C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7CC342-48C3-44D3-A411-AAE0DB29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86DB64-1A8F-48FA-833B-816A5462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F10FEB-4362-43A6-A572-0DBBBD5D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CB4B2F-113A-48B0-812C-BA3A9EC9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645F77-0C14-4A53-8AEA-FDDD0F2D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08E7E8-0B67-499E-9397-B2766E20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EC6EAF-E661-44C7-8FD1-888E4558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EAD9B0-3D92-4455-B14D-62F62C32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10D62F-827B-4DB9-B827-5EC8DFCE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19E7D1-B350-408D-9F6A-4952A144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597275-D445-4F0C-B6C6-3E848063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3F0CB3-30E6-4D69-8AE1-10C6BBDD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699685-5B67-4838-813B-F6097C15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149</a:t>
            </a:r>
          </a:p>
        </p:txBody>
      </p:sp>
    </p:spTree>
    <p:extLst>
      <p:ext uri="{BB962C8B-B14F-4D97-AF65-F5344CB8AC3E}">
        <p14:creationId xmlns:p14="http://schemas.microsoft.com/office/powerpoint/2010/main" val="759824784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3F199A7-A954-4362-BB7A-67512F69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6D173-72B6-497B-973F-857980EB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09785-4EF6-4CF8-94F1-0BE532A2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89DC0-5A46-42F4-831C-42F25FFB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2E6A2-9211-4FE1-BF15-F3A46F37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C0974-0B79-4207-8B41-A681F531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F466D-B840-449E-8265-8E972836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889DD-6419-4588-BEBC-FBA44169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FC43E-A811-4C9F-8759-639C9AF3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7AE72-6848-4C88-8AFB-104B2DC9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34217-A829-4E15-A3F0-6A315450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805B8-1836-4FDE-9270-6D58B48D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B15CB-B06A-4025-9634-C4F8BF4D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D1BFA-ECC9-4A6F-A970-1C8418A1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2F9E6-B6DB-4329-8713-7B3271FB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A2F4E-420B-4EE6-BA85-24578DAE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48C66-7E0E-485A-A5A8-706E2078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CB113-F7F6-463D-937F-CE24771A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74063-6C3B-474A-ACCE-A691A609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E493DD-3BCF-41D5-BD12-A7692705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1B250D-C6BB-4618-91BF-541CAD1E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DC1D2F-9A14-4CA2-88E6-CF570059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E4EBF0-622D-4805-BBFB-CEB2EC7C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2A184-C099-4720-AE83-1022FE80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FD445-BF4C-4640-BC69-DEE47736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59ABB9-7A4E-4566-B969-3A8342AB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8D0F81-539E-4589-BCC1-AFAA35D4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889A2D-0891-401F-B9B5-9F52BA90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A8AA69-6D79-4BE2-931E-C2A64C60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81EBC4-25EE-4DDB-A475-5DDBDB07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C94C8B-DF60-422D-863D-80A69CF1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F249D9-1BE1-4A94-8D43-349FC72B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39AAD1-36BE-4498-AB74-27307FD4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075E06-A48A-496B-844B-893D8E1C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E0F452-76B5-42F3-AE2D-0B9B0FD3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56B10B-9764-4090-ACAC-A07343A5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000D30-8DDD-4192-BD6C-301385DF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C9510F-982C-4382-8CE5-E62D96F3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8E6CC6-57AB-43B2-89FF-E66640B1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C71437-FBB3-4B6D-A37F-2493B4AC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6B7CD5-38F7-4CCD-8A4B-868E9AE6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B16280-24E5-42E9-BDF5-C0446F32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E77E26-B4E3-4737-B4F8-B6780444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B08695-DA49-4EEC-B8DC-298EB2F6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AD28B4-0AC7-454D-85C0-AC4307EC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447429-F6F0-452A-9059-F97BA993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</p:spTree>
    <p:extLst>
      <p:ext uri="{BB962C8B-B14F-4D97-AF65-F5344CB8AC3E}">
        <p14:creationId xmlns:p14="http://schemas.microsoft.com/office/powerpoint/2010/main" val="440265851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DF7CC014-A0A9-4D7A-8653-1ABF87FC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BF3CD-0ADF-4CBD-9C58-FAE11418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4CCE1-ED22-4EEB-8122-5AC930A6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0940B-6FB7-448C-891B-A063D9A9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4C8E0-F302-413E-A554-998C0A04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E7F49-85FF-4170-ACB1-9730A8B9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26EAC-CF97-4074-9DFD-30681432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596BE-A72A-4F29-A385-383F9081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1B1B5-CD65-4FD3-A3EC-A168BCCE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CFD13-37CA-4E05-8C28-75860637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B2238-CB59-410A-B5E0-C3770C98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F0C33-8424-4755-B1B2-CB103066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86B63-42DC-497A-86CF-886A7DBE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B1BB9B-1329-41A9-838C-2664E41B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1BFAFC-DF3C-463F-94A6-5AB59853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165E0-27C1-449C-B4E3-BF8807E4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54D3B-DECF-4B83-BB75-0E7F4547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D9DC3-5A0A-45D1-A49D-A7D49479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E964F-CB57-424E-95A1-F74B7EEA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C850A-AA6A-454B-AD44-9E4AA6A8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B35B7-01D7-4574-9AA4-82D6CBFE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A74675-3D13-4260-8A25-287B13DE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5AADB3-F479-4DF5-8FE7-FF07E0C0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80CD8F-8F56-448F-8997-2A4B709C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206652-323F-4A98-8E65-B0E855A6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C4CD5E-800C-4B93-AC29-5C6AF6AC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01768B-7889-443B-959E-C5F04BBE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7F3807-8D7E-493C-AE6A-FD7E7F9C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E57630-87E3-4B39-AAC1-A64B0612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B676ED-D822-4238-A201-4BFD7DD5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6507BE-6E17-47C5-8042-73DB99C4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9B9B8A-BDA6-4AA3-8BCE-B62710E8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2EC27D-4A78-438D-A861-64960C9A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9E15BF-5B77-42AA-921F-6A35F7A4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F976AD-6A2C-49F9-9CB2-D6258F11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8287FE-C2B9-4E2A-92BC-BB3E6E4B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790D5C-3923-4A36-85C3-032143A6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2E2FA4-3927-40F2-9BD9-0AA803C3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018DFF-0490-422C-9DCC-63E4388C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6969E2-199E-47AA-AFED-219503C7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6710A9-A060-465D-85F4-F35560D3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4A02B7-1466-4DF3-A08A-A2E4EA40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F9CCA5-9C2C-433C-A760-AB12F5BA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E2FCD4-AF18-4BA7-97E5-2B7681FE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486814-7A73-4B6C-B0BB-6AE3D261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F0CDC7-EF4B-46C2-AE85-F399E75C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151</a:t>
            </a:r>
          </a:p>
        </p:txBody>
      </p:sp>
    </p:spTree>
    <p:extLst>
      <p:ext uri="{BB962C8B-B14F-4D97-AF65-F5344CB8AC3E}">
        <p14:creationId xmlns:p14="http://schemas.microsoft.com/office/powerpoint/2010/main" val="1426044614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D508A70-01F1-4CFB-AC5D-8E02B7B0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09F24-141F-4428-8275-640F8A5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31E58-D09E-4B06-AA15-C4CAD502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6275D-0DC8-4AC3-A603-423977D3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66A32-E7CB-4889-B94F-7D4B8710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455B3-62EB-4631-9D9F-95EF96A7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E0AD9-9E2E-4FBA-A136-C2A5A37B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C1A64-65CA-47E0-9879-8659F4A7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B7033-FF5B-4C5C-A94F-45FC5233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9FFB73-C108-4219-976B-62FF6E9D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78E9B-1E90-4989-A801-5CBC20F5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92203-A6AB-45E0-A0DF-538F6756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9CC32-171F-4592-8271-F3A2DD4F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27543-1359-4B50-9517-4195A34B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5061F-FA0B-4AD9-B93A-7062BC56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BE951-EC73-4145-9D7D-79FDF815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F5101-5FF7-4D6D-B84F-788AD93A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ACBEB-E2B0-4106-B6D7-3A124FDB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CE89D-2B4D-4C9A-BAAD-0CD9426F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EC6C2-F778-47E4-8EE2-4B60AD84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AA66D4-3825-4455-886B-8BC33165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256C39-79FC-424A-8241-00E9D998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BEA6C8-0A54-4EB1-9049-64191C6F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A9A7AA-1AE5-445B-947A-723ED8CD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B92A4C-F242-4E33-BC9B-A82BC625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0EAEE0-BA35-4496-8A7A-64468BBA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2D3E8F-8996-4C1D-884B-77BA99B5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008953-BC56-43E6-A46C-4C10711C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A02F87-C469-4177-A9A2-313DC656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2160F1-EEAE-4A43-9AFD-59FF625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03E9E6-9528-48D6-AE68-7A152542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9E38F6-BAF9-4302-82FC-B35378CB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E3B286-BBFE-40BD-AB09-1BC8D20D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839322-B5BF-4EAF-B511-9F48B789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26B0F2-020D-4FA4-9608-84041722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1358A6-B590-4F31-BBD1-626DD594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393DEC-7058-4954-A700-784FDA13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A42800-1A97-4D4A-8645-92BB3D4B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62D004-3E5C-461F-9708-1AEDE569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8051E0-7BAA-4676-94EF-6001B1C4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33339B-86C0-46AF-8C20-1E49CD58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379E29-AA94-492A-9E9A-53054965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C26188-55F1-481F-9842-20E80FCF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5409FE-D51A-4021-B679-1049ABFE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60BD09-BE6E-44BD-8CFE-E64E7979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5D7775-F91F-4183-94F1-4B5D862F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152</a:t>
            </a:r>
          </a:p>
        </p:txBody>
      </p:sp>
    </p:spTree>
    <p:extLst>
      <p:ext uri="{BB962C8B-B14F-4D97-AF65-F5344CB8AC3E}">
        <p14:creationId xmlns:p14="http://schemas.microsoft.com/office/powerpoint/2010/main" val="190579595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A4568B6-C7DE-42AC-96C5-D41434A9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0DE43-CDCF-4CA3-ABFF-F8C25552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DC408-7340-448F-AFF5-BDA529F3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D2C23-1240-4909-930C-68A76B06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6435EB-AAD2-4359-BEAB-C46BF6BA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CCF49-994E-4ECD-AAA0-B725E8B2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F25CC-04BB-4E17-9E1C-5AE0C310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3D0BA-7787-4D1A-A844-12CD3042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687E8-9CFA-41A8-8819-AF93AED0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6BBA2-D68F-4ABA-BCDC-6B60DEFE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B771A-B788-47D4-834C-722C1F5F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60EC0-31CF-4408-8F74-71A0C5E1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AD685-B162-4FED-9094-FF10548E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D5CC4-E3D3-428E-9791-3FB07A90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43228-FB9D-4674-B4E8-50AF70F0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B2A28-3BBE-43D1-A041-7F5AAB2C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64A72-AF30-4497-9DBE-F7F51806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05BC17-7C4F-4C74-B7E3-38A64095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C4285-761C-45BA-9AC2-223BFF05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48716E-392A-44F4-9A91-B2ED5F32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91C07-6B45-4192-A526-B5EF5937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30C5F0-48E0-438D-840D-881F5C5A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6526A5-2A81-41D0-99BC-AEEA7818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31F5FE-2921-4F6F-ABBB-F893B236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C948E3-AC90-4457-AFF2-504EDE08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551FBC-3194-4452-BA05-B021C9F2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F087B0-C62D-4430-8D01-E09B9299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B9AE1E-D503-4B4E-A9BC-6EADC5C7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132021-804D-497E-B6A5-2ED8D95D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4669CA-A203-4DFC-A2D2-842F205E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9D7EC5-CDB0-4F35-A6C9-6630700A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9D8AD5-B493-414B-806A-0859FA26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F41F2E-57B5-4E98-9D1F-D68A35AE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31B6B7-E323-4BD4-8445-4CA5140F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93DB2B-2802-428D-9F69-950FC9C5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DD5B4F-9137-4C19-8380-7FFAECD0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69E5AE-F43E-4E68-BE6A-BD7C6648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117552-B5A5-4014-933D-D328511F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AD33CF-235B-4412-B719-31C30F4F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A6E775-DE1F-46F0-9BCD-8D1CD6CB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077FC3-730D-49A3-A4B3-A4C10A60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DCA41F-0406-45F8-A1E5-9B96C2BC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9696BB-9B23-4C5B-9404-DDBAA683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CD2FFA-DF8B-4574-ACFD-72B51C00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5D17FA-690A-414E-B229-FC48EADC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463E3F-655F-45DB-AC21-9359779A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153</a:t>
            </a:r>
          </a:p>
        </p:txBody>
      </p:sp>
    </p:spTree>
    <p:extLst>
      <p:ext uri="{BB962C8B-B14F-4D97-AF65-F5344CB8AC3E}">
        <p14:creationId xmlns:p14="http://schemas.microsoft.com/office/powerpoint/2010/main" val="666969072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289B4FBA-1FBC-4BDB-8AB3-5B8AB6D9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0A84D-939A-43B1-BDDC-6DCD8148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B0BC4-6643-4763-9FE2-175E4CE6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9CB44-D386-43B2-A162-82AFEEAC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4C794-A8AC-4779-BC71-54847CEA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265FD-B1C4-4F66-9DEC-CEA3996B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BDEB9-875F-4A32-B39A-6B66372E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45E7A-6F9E-498A-9F02-09154157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FAD94-3392-47A8-8BC4-C2FDE414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C6215-5D52-491C-9F17-8D955382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B0EE0-B2D6-436F-9AA6-94432F3E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9ACFB-44A9-439D-A8E2-D2781672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955A16-F964-4F35-9DFB-AC7BF77C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E45C7-D5EA-4161-9C6A-3CD3873A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6CBAC-4957-43C4-B71B-5A4845F2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11966-6D1A-430F-8453-E1343908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8E4A0-33FC-4E08-A511-6524A93B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A53E5-3CAD-4820-9CD6-B2F1D369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BB339-4450-4930-BA9C-98BAC414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FBD5F-F308-49CD-B1F7-00657C2D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EBE441-5AF3-46F4-91F7-8A5C4979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98F46B-33DB-4D64-A08C-047DCD9D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226A30-F819-4C40-AE61-5C1DE2FA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CBF61-708B-4779-B401-D4472144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051546-89A4-4D47-9038-01AA6904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171F91-A5E0-4208-9BD6-80798D0E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6FB2D3-D396-4EAA-A68F-99288323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EADE37-EE0C-4203-97AD-EB9FEF09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F942D8-8587-495F-88DB-DED19712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76D61F-A894-4A4A-8F3E-65ADAC4A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C303B3-0BAC-4EBD-B745-2EF2D21A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9F0926-015F-4977-8513-A07D1F0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640F58-62A7-4ADA-B9C9-B26ABE9C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203A35-20C2-4E39-9B2E-E54CAF92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EE65D7-A1E3-4DE2-B6D0-2160BAC9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F942B1-1255-4F4C-884A-40E462C4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32E61A-4788-47DE-8409-084F22E1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23DDE4-4781-4821-9827-A4FB509D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8B1573-FCB8-46CA-9036-9FDE3D19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183EBF-71CB-421E-9D68-B0CA3CAE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2B644F-B339-4A82-B043-43888368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746877-1978-49B9-A4EC-DF3FCC4B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7620CB-3F7C-44EB-B44F-23BEA9AE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1FBFBF-0F84-4D7A-8420-EEC1639F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86E5A3-3B4C-4DF9-B297-1BF2A265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3B964A-7D92-4F3C-8748-BFC6B3EF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154</a:t>
            </a:r>
          </a:p>
        </p:txBody>
      </p:sp>
    </p:spTree>
    <p:extLst>
      <p:ext uri="{BB962C8B-B14F-4D97-AF65-F5344CB8AC3E}">
        <p14:creationId xmlns:p14="http://schemas.microsoft.com/office/powerpoint/2010/main" val="164502090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EA6FC699-DB50-454A-8F9A-34683266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77071-91CC-4E4D-A773-BE30328A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40489-32B1-4275-AB2D-FB15F4B9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A13DD-CCB8-4EAE-8A64-B94F5376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33519-365B-4BE8-8012-0089C56A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20F5A-03D8-4265-A228-324283BF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9E978-29C7-4FE9-BAE3-8215DA4D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7DD51-0408-4A8D-9CF8-B3517A0F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D7F8C-1CDD-4004-AAAD-52D43413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CE610-0F61-4815-816F-36100762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D274B-427A-45DF-9A8D-8F8F3864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57AC8-79EE-4850-9487-B546F6C0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F80FF-B3F8-4F5F-80FA-B4A81EF5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9F359-EB49-45BF-A65F-47B24894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90B25-0CB8-4899-B085-9ECCE4DC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2CD18-079B-417A-B578-4383D6FB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9D026-8BCB-4341-A953-60CAB1E4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9D2D7-19CE-4873-BFD5-AAF31B65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058B4-6DFB-40A1-9A2A-2E7C76DD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02882-B17F-479B-98BD-634CE611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F3CF8-372F-46F1-AC30-33A30A10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89D4A-C98E-4ED1-88CF-04C0D29A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85B1C4-472D-46A4-9311-1C6C1DF7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7FEAA6-B85B-40D8-8BA2-1B5453E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FF5E9B-3666-42FD-B382-540A081D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E2C1E7-4F83-41ED-8C7C-5F5380EC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4EED0D-F96E-457F-931F-BFFFA387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2937C3-C434-45B4-B405-7FACB40F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C05896-BE17-4921-AB36-1E0B03FD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518296-1915-4CA5-A4F5-48D6A5AF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95E7DD-3168-4EEC-950E-4F0CF0C8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9D4456-F2A4-47E0-8986-7C0C27AB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88312A-6B6C-4AD0-82F1-1C3E2382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F19DF5-E3E4-448D-8C5D-0369B5A3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7A9D4A-6A2A-4D36-B064-C66FC9DF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F4E85E-93DE-4319-A2C9-3BE835B3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D15E18-3527-4502-BE51-DC3AF838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F42230-41EF-4A40-AC11-053D4F34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FB6FB5-A6F8-4075-94CD-6C759022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1B44BB-0355-4E8E-9823-D3DB446B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26413A-D0A6-4374-8AF5-B19310C7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ECA94B-D1B9-4C12-842F-1B7E822C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9005DE-D8BA-4EC4-A5D9-F938EB2E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4546EA-9235-46C4-BCD9-A0EE1BFA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378866-0B4B-49A8-8F68-F4E87ABC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054D31-B4AA-486F-ADA6-04DC856A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155</a:t>
            </a:r>
          </a:p>
        </p:txBody>
      </p:sp>
    </p:spTree>
    <p:extLst>
      <p:ext uri="{BB962C8B-B14F-4D97-AF65-F5344CB8AC3E}">
        <p14:creationId xmlns:p14="http://schemas.microsoft.com/office/powerpoint/2010/main" val="695940878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97D7A68D-1198-4FD2-8BC2-59EE1848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E7D1B-F479-4380-A565-E9778A34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5E961-6863-47F9-AED2-CE2B9F84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9DB95-4883-4680-A82F-BABEB05B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6B6FA-B6C7-4A48-AB01-7FB265F8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192DB8-6EB1-4B14-9D75-905C5B94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07D5D-938C-49ED-BDDE-FCE6E5CE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D5ED7-BED4-42BF-9D08-BDB6108C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7792F-5153-4BCC-A304-1A2EA93A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866F5-B062-4C57-A824-36CE9765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C13A4-40A1-4900-A5BD-EB95EA28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1937F-66B6-461B-94EF-BCBC6B36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4EE82-E032-4BDC-ABC2-7BCCD38E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44B49-6F0B-4B37-B980-91110FBD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7E41D-00D5-4D01-83CF-3D8EF5D0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B4728-5435-4C4B-9DF9-E1E03DB9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79ED4-E9B3-4E85-A074-67D56B0F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62DBC-9E19-4F37-A27B-2E2784D2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7036A-10D4-4B3E-AD95-B0019AC1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803F36-8B8C-42E3-8CDF-F934B730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2117B-6FBB-4D26-BE28-D63DD085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9B288-3F09-4545-BF1A-42969B2F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53A8C-5D32-4763-96DC-1CE8BE7A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07BC2-B989-44F4-B02D-F0B26E6F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FC3C41-06E0-4F8C-A4A4-E8EFD4DF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C5899-E5C5-4F63-9F37-C6E6FEBF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3F9B4B-8D3C-4248-A6B9-CE8849E5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81D270-B615-467E-8BE3-D9CE0B0A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F62E54-CE0B-418F-B542-8EB7FE64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E1B84B-6E90-4AED-BE09-E994A0EE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23632D-EC48-4935-A9DC-86E8A3E1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ED5FC0-143E-4E68-9F52-D2FC9494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D6DA9B-B2CE-42AB-99EB-DF866C73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6E9EB5-E072-4912-A58B-74C1F248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5A9A45-7F6F-4739-9DC2-7D4AE18A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D1A014-E801-46D4-B3E2-4C5CC928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482A07-EBE9-44D0-860B-2BF0B0FA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7753D6-06B0-453A-AFCB-134702A7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90679D-2CB0-4E2E-ABF0-C2366778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57AC6A-5BA2-42B2-986C-B5084718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6CBDF9-2BE9-4E2C-9287-16CDE8AA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73AC49-2645-4B13-903D-9E8055E9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6A48E8-0F10-4FCC-B461-183E692C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675B86-4888-43C9-AF37-9D36FB00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E3CC61-D8E2-4105-A77C-771E4C20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3E965E-13AE-4B82-B13D-2E56183B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156</a:t>
            </a:r>
          </a:p>
        </p:txBody>
      </p:sp>
    </p:spTree>
    <p:extLst>
      <p:ext uri="{BB962C8B-B14F-4D97-AF65-F5344CB8AC3E}">
        <p14:creationId xmlns:p14="http://schemas.microsoft.com/office/powerpoint/2010/main" val="678726417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943A638-B9AB-4C4B-895D-2FF3438A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CFCAD-658E-4271-B580-64ECEC4C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74C78-31DC-4800-8E0C-C20F3338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C55C0-7B2B-405C-AC80-59D4474E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62C86-3540-4A5E-8C11-AAAC139D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28338-9465-4321-954D-568E1DC6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28E66-4CB4-49DE-89ED-8157DC64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9978E-483C-4108-B658-9E2C698A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30390-D3E4-41B7-AE1E-D183B2BB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23F8C-ED94-4D25-ABFD-8EBCB098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E99FC-ABCB-41E8-91D2-2F359DA4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6BD70-1525-4C6D-A0C0-C57DBCBC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67F8A-A9FB-4309-81C8-F0B7945A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DCD8E-0AF6-48EC-9CA4-30A965DB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B0BFD-FE6F-4A3E-8A69-772B63CD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B7C69-CDE5-4BEB-97BC-B8CB16F7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8B091-56AF-4E13-BCD9-22D5CC24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DD1E1-A082-4FE1-BF9D-E5911A17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D4520-90AC-419B-9131-C0BF4743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5A214-6B09-4E30-B6E6-382004F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F1E41A-4C2E-47F0-8BD6-A4A219EF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E13F2-4FD3-4F07-8440-51A11CB7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1F2DE0-D1D1-49A5-BA18-2CC38B8C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0145F-4AF6-4A7D-B18B-6E0E2E0D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A7060C-3BAC-495A-A52D-D5CB19B3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4C6A93-1BD7-4BF4-A28B-B656C266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83E9CB-74A3-4649-A1F8-754F07F6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A1BB52-CC96-4F39-A6F1-1A4D1F93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3FAB6B-1228-4593-821F-C312FE0B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108289-14FB-4A80-8309-8E530BE0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28EB58-2B8B-4FED-8DEA-31733373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85DC58-19ED-4141-9391-90C643DF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E27A32-B0A4-47CE-A4C3-A200DE4C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EDE293-601C-4ABE-B81B-A5E5E7A5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3E4011-7187-4C8E-9C16-BC4AEE32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109C0E-6AC5-42F9-8577-254DA929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0041AB-8997-4CFE-80C4-6833CDB5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C2AC01-6780-4BD1-84BF-BEBD83A2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128D2A-7688-43B4-8CDF-73A04CB5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B2B9A7-4F33-4D8B-8289-5F43BF77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8E0B8E-1C54-410F-843E-EE719A67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5BB3DD-DD6B-4C1D-BED8-087D61A5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90407E-E34C-48D7-8BDF-90151F94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366934-572B-4900-94F6-F1C94C26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7E4D3E-9C63-480F-84E5-F68606C2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43C0AE-B502-42F7-892A-D232B951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</p:spTree>
    <p:extLst>
      <p:ext uri="{BB962C8B-B14F-4D97-AF65-F5344CB8AC3E}">
        <p14:creationId xmlns:p14="http://schemas.microsoft.com/office/powerpoint/2010/main" val="1987331822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36DDD654-6B43-4096-BE0D-4EBA9EE0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56442-C2AC-4972-8667-CCB00B19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997CE-5C10-4373-B77A-A8739BB2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9D7AC-979D-42A4-8408-DBCAA1ED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8F692-EB4B-4DC3-B598-DFFFEE67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3DB90-D6B0-4FBC-8465-0D684AD6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0B741-650F-4CC4-B623-80D5737A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72A58-0608-4F1B-BCAA-98208C95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A574F-0784-46EE-A995-6658D4C1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69BFD-F490-4DBE-A38F-EDE36359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8412C-5B10-420D-99A1-BC4B0F6F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7ECC7-E928-4116-9335-3EBFB4D6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7324C-BA54-47B9-90CD-009C61BE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438EB-2192-4B94-BB67-5D1CCBAE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CE47B-7486-49E0-86D0-1DBF08D4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C9090-F9AF-487D-9B9A-935C3AFA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B37197-D246-4BB7-A668-25CE75E4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43623-BABC-4A7A-8CD7-EF1262D0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41CEA-BC17-4847-82E6-D37AD401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FA78A3-DCB9-4F68-A805-54113CC9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D00D59-F09E-4D30-8BDE-B1F2930B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FD59BD-6CF1-4753-BD0A-FC17372C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86116D-6094-4DB4-BA8B-07676C16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0A175-4307-48DD-A906-3D7E49CC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461337-3EFC-4143-B56E-275F8FF0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E9BA9-5598-4C94-B8C8-DCB63476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E6E6A1-087F-4CD2-A4E8-324DF1FB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E26176-35F6-4E1D-B7D7-7542F725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596963-DDFF-4D8A-A68E-B042D76B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C6FE15-8947-46F2-884C-C5D68905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CCDDFE-0D28-4F30-BF46-76B44447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EA828E-ABD5-4721-BAA7-318568B0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DD223E-9E47-406D-B381-A13802A3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92B6A7-1D53-425D-AF7A-2B9A15EA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701CFD-AD4B-4752-9104-29A58926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062B3D-8014-44C6-BEC5-0EB3CDC9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8EEF2B-01E2-4BA9-B2D7-FD483163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2B3BC7-190A-4571-956B-378EE4F6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57CC07-C529-4EA1-A693-A8AEB25D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64F729-D4F3-4EB9-9DFE-D5627C1B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4345B3-8E7B-46DE-B732-9D84A940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EFF7E9-C52A-43A5-BBA0-76D89EA4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A6A95C-4B98-4CD9-AC30-5C0884EA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923E25-ECDA-4F0A-A7E4-D6C15FD8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80332E-3ECD-4505-AAF0-DC78A7A0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0DD1DA-9D41-4525-8E50-CA9A3AFD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158</a:t>
            </a:r>
          </a:p>
        </p:txBody>
      </p:sp>
    </p:spTree>
    <p:extLst>
      <p:ext uri="{BB962C8B-B14F-4D97-AF65-F5344CB8AC3E}">
        <p14:creationId xmlns:p14="http://schemas.microsoft.com/office/powerpoint/2010/main" val="773177055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AB138120-514D-41B3-A34D-65C5C24C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2A749-AC61-456E-9EC1-7D1A89CE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88266-7EB6-479E-AD0C-C3E916A0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76CDB-405E-4480-A869-FE44A017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AE440-DFAE-4E25-B132-1938F325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1A686-F0F4-43D1-8341-B9FE4D65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22672-45F0-42C8-A6CC-20F5CAE9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2EDC4-2094-41BC-83CF-B6BB2185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DC7D1-F31F-4130-B917-701E33F2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97C84-7A4C-43FC-87B8-EEBE2A88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0B9A5-6ADD-4CA6-9A36-3FADCFAF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1D9BF-E9EE-4BC5-A28D-B29A5C14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F382D-6D90-433C-A677-34D2970F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48F08-69BC-421F-ACA3-C58D0673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A02878-3453-40A0-B523-73DD730C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7AEDE-7304-4A83-A474-73AF0CAF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019B9-CF53-450D-A678-E6635A9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85409-E10C-4FAB-B05B-9C829BBD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3C9A-A01E-41B7-9DEB-E1A90C5F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DCA9C6-28F5-48A1-8F5C-95B9650B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570B02-2425-406C-9A5B-083E560C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0B913C-315D-437D-91C0-75CC83BB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CE994E-6983-4B91-9017-7CC0E221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027063-606A-41D1-B333-2A9AC906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E3BC29-F699-4B12-81CD-BF33F50E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75A7EB-BBCA-45B4-AD23-0FBD5BAE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3D9501-3003-4D49-B233-7238B4EC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5B1E2A-7BD2-4A96-9C4C-56C2E692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F83F11-DFBA-445B-8E3D-0CEAC803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D9C4F9-39C2-4158-85A4-8BE0292B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2BDB56-0F60-4A58-A7D0-1D6CCF7F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381922-C6E5-4722-924E-38AF8728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060598-A8BF-4C8E-9120-746937A6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FD6D5E-ADB2-4AEC-8F89-E868F3EE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AA87EB-CFC0-4BCE-B52A-B2C26301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29FA6C-9E6B-47B0-BACB-94DE27F1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628CE9-C25C-4C9A-8DE3-D9011FE7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AE954C-F03D-4F5F-91D3-7ED95554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22466B-00AE-45B4-A1C2-C4F690F5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04CF07-3601-4E5A-8F73-85EB439A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0B8D4C-DFE7-4157-B4EC-DBA34399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138BBC-F193-4C1D-B4D5-C85D4864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2927C1-02B7-4491-840E-8DD07D5C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11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686D16-79BC-4B98-AA63-9CC7D87F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6C98AC-81FC-4203-BFBE-E6DAB8F2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F2851F-249C-4FAF-B6C9-F22A1416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159</a:t>
            </a:r>
          </a:p>
        </p:txBody>
      </p:sp>
    </p:spTree>
    <p:extLst>
      <p:ext uri="{BB962C8B-B14F-4D97-AF65-F5344CB8AC3E}">
        <p14:creationId xmlns:p14="http://schemas.microsoft.com/office/powerpoint/2010/main" val="629901563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age-paper">
            <a:extLst xmlns:a="http://schemas.openxmlformats.org/drawingml/2006/main">
              <a:ext uri="{FF2B5EF4-FFF2-40B4-BE49-F238E27FC236}">
                <a16:creationId xmlns:a16="http://schemas.microsoft.com/office/drawing/2014/main" id="{C6AAEBBB-53F4-4BE8-8B53-BF1C19BB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99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1AC1B-A80C-45B9-8967-E00B7326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A2479-5ADB-4737-8CDA-BD31A23E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83C59-9450-464F-8F99-2EE76240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C27F7-7C89-43EF-8D65-87EB714F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4E5FB-243F-4B31-BA9C-C68A0004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1F8D8-9F25-4149-9DA9-A2466788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C4E45-2957-4CEF-B3B7-446CEA87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753100" cy="704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3401F-777E-4CC1-B830-FC4E4436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5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AA8BE-0B6B-4D35-93EB-C6F9E2AC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3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90674-0D7A-4961-81C4-17883269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0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16E85-37F0-4C91-BCF5-9A9891CC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8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83AB2-0A43-4BB1-8170-E2E5E37E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6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720CA-C2D0-442A-AA78-786BFA78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3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E98F8-75E5-4B1B-BE5E-485D5C01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1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162D4-0E68-43BA-B18D-D311DEF6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8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8415F-4DD4-4DEF-ABAB-B91CB386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66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26E06-E95B-4678-A8AB-4AF53333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42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D5C8C-76DB-4303-AAAA-39B4578C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19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C3B1B-C842-48CD-8242-B078446A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95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E9E123-4CB7-4CF5-A799-0E5496EC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72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F83C6-F5BD-49BE-8784-1701E98A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48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BC44D2-1345-4328-A937-8198E39B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25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091AE1-0DEC-4626-B1FD-F36405DB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01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F32A81-A539-4C5A-97CC-B0772526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78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23A093-B6D9-4771-A340-2765FFF1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54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4D59DB-C722-4BA8-A14B-6C7A7175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31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E6CAA5-7F48-47E0-B67D-EF5BE822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07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59E36D-599C-4135-BDF0-09F13BD6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84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776826-0885-4606-9D16-18D11BD0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260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21D9FF-A21D-44AB-9AE3-F118B511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737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4B7A01-E559-47DD-B2D0-B42BAF03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213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428036-D259-40D0-B5F4-A45646C1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690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6B8BDE-6EF2-4937-93FD-492972FD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166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5B597C-FC23-499F-92FD-70C97746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431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3EB0D1-64EA-4084-9945-36C1B7FE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11966"/>
            <a:ext cx="5410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B"/>
          </a:solidFill>
          <a:ln xmlns:a="http://schemas.openxmlformats.org/drawingml/2006/main" w="0">
            <a:solidFill>
              <a:srgbClr val="E9E4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7CC448-A6A1-4764-9872-D9324C7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DDF581-6C2F-44AC-B293-0E90CADB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37EC4C-7D41-4AA9-B555-7D6A056E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62050"/>
            <a:ext cx="533400" cy="708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373CD6-B527-4AB2-BC2B-ED59D714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248650"/>
            <a:ext cx="6858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2E55BA-C26B-4107-8480-379B87E4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91440"/>
            <a:ext cx="6675120" cy="972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8D2C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31EBDF-C8DB-44C6-BD38-E40AECF3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0050"/>
            <a:ext cx="6134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B45"/>
          </a:solidFill>
          <a:ln xmlns:a="http://schemas.openxmlformats.org/drawingml/2006/main" w="0">
            <a:solidFill>
              <a:srgbClr val="0C1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49AA1A-785A-4BC5-8FFC-47AF42BA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14350"/>
            <a:ext cx="613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0C1B45"/>
                </a:solidFill>
                <a:latin typeface="Georgia"/>
                <a:ea typeface="Georgia"/>
                <a:cs typeface="Georgia"/>
              </a:rPr>
              <a:t>Notas 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CF6879-F94F-4BE0-A97E-C0851DBB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76300"/>
            <a:ext cx="613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E7480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E7480"/>
                </a:solidFill>
                <a:latin typeface="Aptos"/>
                <a:ea typeface="Aptos"/>
                <a:cs typeface="Aptos"/>
              </a:rPr>
              <a:t>Ideas, problemas, demostraciones y recordatorios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5D610B-6B14-47D3-8B43-FED75669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10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Vimat preparadores de oposiciones</a:t>
            </a:r>
          </a:p>
          <a:p xmlns:a="http://schemas.openxmlformats.org/drawingml/2006/main">
            <a:pPr algn="ctr">
              <a:defRPr sz="638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www.vimat.info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E41ABE-D0C8-4490-9FBC-3C904C63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92487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9A9A9A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9A9A9A"/>
                </a:solidFill>
                <a:latin typeface="Aptos"/>
                <a:ea typeface="Aptos"/>
                <a:cs typeface="Aptos"/>
              </a:rPr>
              <a:t>160</a:t>
            </a:r>
          </a:p>
        </p:txBody>
      </p:sp>
    </p:spTree>
    <p:extLst>
      <p:ext uri="{BB962C8B-B14F-4D97-AF65-F5344CB8AC3E}">
        <p14:creationId xmlns:p14="http://schemas.microsoft.com/office/powerpoint/2010/main" val="1009399150"/>
      </p:ext>
    </p:extLst>
  </p:cSld>
</p:sld>
</file>

<file path=ppt/theme/theme1.xml><?xml version="1.0" encoding="utf-8"?>
<a:theme xmlns:a="http://schemas.openxmlformats.org/drawingml/2006/main" name="ChatGPT">
  <a:themeElements>
    <a:clrScheme name="Vimat Agenda">
      <a:dk1>
        <a:srgbClr val="000000"/>
      </a:dk1>
      <a:lt1>
        <a:srgbClr val="FFFFFF"/>
      </a:lt1>
      <a:dk2>
        <a:srgbClr val="0C1B45"/>
      </a:dk2>
      <a:lt2>
        <a:srgbClr val="F7F3EA"/>
      </a:lt2>
      <a:accent1>
        <a:srgbClr val="0C1B45"/>
      </a:accent1>
      <a:accent2>
        <a:srgbClr val="B9634A"/>
      </a:accent2>
      <a:accent3>
        <a:srgbClr val="2C695D"/>
      </a:accent3>
      <a:accent4>
        <a:srgbClr val="D79D32"/>
      </a:accent4>
      <a:accent5>
        <a:srgbClr val="233E70"/>
      </a:accent5>
      <a:accent6>
        <a:srgbClr val="F0D6B8"/>
      </a:accent6>
      <a:hlink>
        <a:srgbClr val="233E70"/>
      </a:hlink>
      <a:folHlink>
        <a:srgbClr val="B9634A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imat Agend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2026-06-20T02:05:47.6680000Z</dcterms:created>
  <dcterms:modified xsi:type="dcterms:W3CDTF">2026-06-20T02:05:47.6680000Z</dcterms:modified>
</coreProperties>
</file>